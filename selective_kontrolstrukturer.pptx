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4"/>
  </p:sldMasterIdLst>
  <p:notesMasterIdLst>
    <p:notesMasterId r:id="rId40"/>
  </p:notesMasterIdLst>
  <p:handoutMasterIdLst>
    <p:handoutMasterId r:id="rId41"/>
  </p:handoutMasterIdLst>
  <p:sldIdLst>
    <p:sldId id="378" r:id="rId5"/>
    <p:sldId id="445" r:id="rId6"/>
    <p:sldId id="436" r:id="rId7"/>
    <p:sldId id="440" r:id="rId8"/>
    <p:sldId id="438" r:id="rId9"/>
    <p:sldId id="405" r:id="rId10"/>
    <p:sldId id="401" r:id="rId11"/>
    <p:sldId id="434" r:id="rId12"/>
    <p:sldId id="437" r:id="rId13"/>
    <p:sldId id="452" r:id="rId14"/>
    <p:sldId id="408" r:id="rId15"/>
    <p:sldId id="392" r:id="rId16"/>
    <p:sldId id="393" r:id="rId17"/>
    <p:sldId id="397" r:id="rId18"/>
    <p:sldId id="427" r:id="rId19"/>
    <p:sldId id="428" r:id="rId20"/>
    <p:sldId id="413" r:id="rId21"/>
    <p:sldId id="422" r:id="rId22"/>
    <p:sldId id="423" r:id="rId23"/>
    <p:sldId id="429" r:id="rId24"/>
    <p:sldId id="410" r:id="rId25"/>
    <p:sldId id="398" r:id="rId26"/>
    <p:sldId id="455" r:id="rId27"/>
    <p:sldId id="411" r:id="rId28"/>
    <p:sldId id="412" r:id="rId29"/>
    <p:sldId id="395" r:id="rId30"/>
    <p:sldId id="394" r:id="rId31"/>
    <p:sldId id="399" r:id="rId32"/>
    <p:sldId id="458" r:id="rId33"/>
    <p:sldId id="425" r:id="rId34"/>
    <p:sldId id="419" r:id="rId35"/>
    <p:sldId id="396" r:id="rId36"/>
    <p:sldId id="454" r:id="rId37"/>
    <p:sldId id="407" r:id="rId38"/>
    <p:sldId id="424" r:id="rId39"/>
  </p:sldIdLst>
  <p:sldSz cx="12192000" cy="6858000"/>
  <p:notesSz cx="6858000" cy="9144000"/>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lance" id="{705054ED-DB56-FA4C-BB16-D35BDEFFF4C1}">
          <p14:sldIdLst>
            <p14:sldId id="378"/>
            <p14:sldId id="445"/>
            <p14:sldId id="436"/>
            <p14:sldId id="440"/>
            <p14:sldId id="438"/>
            <p14:sldId id="405"/>
            <p14:sldId id="401"/>
            <p14:sldId id="434"/>
            <p14:sldId id="437"/>
            <p14:sldId id="452"/>
            <p14:sldId id="408"/>
            <p14:sldId id="392"/>
            <p14:sldId id="393"/>
            <p14:sldId id="397"/>
            <p14:sldId id="427"/>
            <p14:sldId id="428"/>
            <p14:sldId id="413"/>
            <p14:sldId id="422"/>
            <p14:sldId id="423"/>
            <p14:sldId id="429"/>
            <p14:sldId id="410"/>
            <p14:sldId id="398"/>
            <p14:sldId id="455"/>
            <p14:sldId id="411"/>
            <p14:sldId id="412"/>
            <p14:sldId id="395"/>
            <p14:sldId id="394"/>
            <p14:sldId id="399"/>
            <p14:sldId id="458"/>
            <p14:sldId id="425"/>
            <p14:sldId id="419"/>
            <p14:sldId id="396"/>
            <p14:sldId id="454"/>
            <p14:sldId id="407"/>
            <p14:sldId id="424"/>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9DBB1D"/>
    <a:srgbClr val="DF6752"/>
    <a:srgbClr val="5E96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D357D5-4004-4D91-909D-8FC52F2BC106}" v="6" dt="2024-06-17T08:31:07.8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55" autoAdjust="0"/>
    <p:restoredTop sz="93635" autoAdjust="0"/>
  </p:normalViewPr>
  <p:slideViewPr>
    <p:cSldViewPr snapToGrid="0" snapToObjects="1">
      <p:cViewPr varScale="1">
        <p:scale>
          <a:sx n="119" d="100"/>
          <a:sy n="119" d="100"/>
        </p:scale>
        <p:origin x="480" y="9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7" d="100"/>
          <a:sy n="87" d="100"/>
        </p:scale>
        <p:origin x="3840" y="6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ansen" userId="4cb6df52-f46b-4a86-9a6e-3c7ce04f8df2" providerId="ADAL" clId="{0C8A2709-E32B-4D29-A8A4-E841E878FA0A}"/>
    <pc:docChg chg="undo custSel addSld delSld modSld sldOrd modSection">
      <pc:chgData name="John Hansen" userId="4cb6df52-f46b-4a86-9a6e-3c7ce04f8df2" providerId="ADAL" clId="{0C8A2709-E32B-4D29-A8A4-E841E878FA0A}" dt="2021-09-14T21:01:06.971" v="213" actId="478"/>
      <pc:docMkLst>
        <pc:docMk/>
      </pc:docMkLst>
      <pc:sldChg chg="addSp delSp modSp mod">
        <pc:chgData name="John Hansen" userId="4cb6df52-f46b-4a86-9a6e-3c7ce04f8df2" providerId="ADAL" clId="{0C8A2709-E32B-4D29-A8A4-E841E878FA0A}" dt="2021-09-14T21:01:06.971" v="213" actId="478"/>
        <pc:sldMkLst>
          <pc:docMk/>
          <pc:sldMk cId="3363059078" sldId="410"/>
        </pc:sldMkLst>
        <pc:spChg chg="add del mod">
          <ac:chgData name="John Hansen" userId="4cb6df52-f46b-4a86-9a6e-3c7ce04f8df2" providerId="ADAL" clId="{0C8A2709-E32B-4D29-A8A4-E841E878FA0A}" dt="2021-09-14T21:01:06.971" v="213" actId="478"/>
          <ac:spMkLst>
            <pc:docMk/>
            <pc:sldMk cId="3363059078" sldId="410"/>
            <ac:spMk id="8" creationId="{2568A453-8DEE-4974-AFDB-BB1C4272C2F0}"/>
          </ac:spMkLst>
        </pc:spChg>
        <pc:picChg chg="add mod">
          <ac:chgData name="John Hansen" userId="4cb6df52-f46b-4a86-9a6e-3c7ce04f8df2" providerId="ADAL" clId="{0C8A2709-E32B-4D29-A8A4-E841E878FA0A}" dt="2021-09-14T21:01:04.650" v="212" actId="1076"/>
          <ac:picMkLst>
            <pc:docMk/>
            <pc:sldMk cId="3363059078" sldId="410"/>
            <ac:picMk id="6" creationId="{68359774-17AE-4141-9C72-9CBE179E0CB5}"/>
          </ac:picMkLst>
        </pc:picChg>
        <pc:picChg chg="del">
          <ac:chgData name="John Hansen" userId="4cb6df52-f46b-4a86-9a6e-3c7ce04f8df2" providerId="ADAL" clId="{0C8A2709-E32B-4D29-A8A4-E841E878FA0A}" dt="2021-09-14T21:01:01.289" v="210" actId="478"/>
          <ac:picMkLst>
            <pc:docMk/>
            <pc:sldMk cId="3363059078" sldId="410"/>
            <ac:picMk id="13" creationId="{36959E63-C8E9-49C6-8CF2-8E0086947770}"/>
          </ac:picMkLst>
        </pc:picChg>
      </pc:sldChg>
      <pc:sldChg chg="del">
        <pc:chgData name="John Hansen" userId="4cb6df52-f46b-4a86-9a6e-3c7ce04f8df2" providerId="ADAL" clId="{0C8A2709-E32B-4D29-A8A4-E841E878FA0A}" dt="2021-09-14T12:29:01.193" v="0" actId="47"/>
        <pc:sldMkLst>
          <pc:docMk/>
          <pc:sldMk cId="3052576772" sldId="414"/>
        </pc:sldMkLst>
      </pc:sldChg>
      <pc:sldChg chg="modSp mod">
        <pc:chgData name="John Hansen" userId="4cb6df52-f46b-4a86-9a6e-3c7ce04f8df2" providerId="ADAL" clId="{0C8A2709-E32B-4D29-A8A4-E841E878FA0A}" dt="2021-09-14T19:13:47.152" v="59" actId="20577"/>
        <pc:sldMkLst>
          <pc:docMk/>
          <pc:sldMk cId="2631091378" sldId="421"/>
        </pc:sldMkLst>
        <pc:spChg chg="mod">
          <ac:chgData name="John Hansen" userId="4cb6df52-f46b-4a86-9a6e-3c7ce04f8df2" providerId="ADAL" clId="{0C8A2709-E32B-4D29-A8A4-E841E878FA0A}" dt="2021-09-14T19:13:47.152" v="59" actId="20577"/>
          <ac:spMkLst>
            <pc:docMk/>
            <pc:sldMk cId="2631091378" sldId="421"/>
            <ac:spMk id="7" creationId="{462919CC-0B25-404D-8205-B4EC6B2B7293}"/>
          </ac:spMkLst>
        </pc:spChg>
      </pc:sldChg>
      <pc:sldChg chg="modSp mod">
        <pc:chgData name="John Hansen" userId="4cb6df52-f46b-4a86-9a6e-3c7ce04f8df2" providerId="ADAL" clId="{0C8A2709-E32B-4D29-A8A4-E841E878FA0A}" dt="2021-09-14T19:34:35.372" v="105" actId="20577"/>
        <pc:sldMkLst>
          <pc:docMk/>
          <pc:sldMk cId="4023261275" sldId="424"/>
        </pc:sldMkLst>
        <pc:spChg chg="mod">
          <ac:chgData name="John Hansen" userId="4cb6df52-f46b-4a86-9a6e-3c7ce04f8df2" providerId="ADAL" clId="{0C8A2709-E32B-4D29-A8A4-E841E878FA0A}" dt="2021-09-14T19:34:35.372" v="105" actId="20577"/>
          <ac:spMkLst>
            <pc:docMk/>
            <pc:sldMk cId="4023261275" sldId="424"/>
            <ac:spMk id="22" creationId="{E5B6FB7D-6819-4F76-AE4D-695C097125C2}"/>
          </ac:spMkLst>
        </pc:spChg>
      </pc:sldChg>
      <pc:sldChg chg="modSp add mod">
        <pc:chgData name="John Hansen" userId="4cb6df52-f46b-4a86-9a6e-3c7ce04f8df2" providerId="ADAL" clId="{0C8A2709-E32B-4D29-A8A4-E841E878FA0A}" dt="2021-09-14T18:54:37.333" v="46" actId="255"/>
        <pc:sldMkLst>
          <pc:docMk/>
          <pc:sldMk cId="587788378" sldId="426"/>
        </pc:sldMkLst>
        <pc:spChg chg="mod">
          <ac:chgData name="John Hansen" userId="4cb6df52-f46b-4a86-9a6e-3c7ce04f8df2" providerId="ADAL" clId="{0C8A2709-E32B-4D29-A8A4-E841E878FA0A}" dt="2021-09-14T18:54:37.333" v="46" actId="255"/>
          <ac:spMkLst>
            <pc:docMk/>
            <pc:sldMk cId="587788378" sldId="426"/>
            <ac:spMk id="4" creationId="{06BDB59B-DF74-4FC4-B61C-BDEBA5A7708B}"/>
          </ac:spMkLst>
        </pc:spChg>
      </pc:sldChg>
      <pc:sldChg chg="addSp delSp modSp new mod">
        <pc:chgData name="John Hansen" userId="4cb6df52-f46b-4a86-9a6e-3c7ce04f8df2" providerId="ADAL" clId="{0C8A2709-E32B-4D29-A8A4-E841E878FA0A}" dt="2021-09-14T19:33:19.250" v="104" actId="1076"/>
        <pc:sldMkLst>
          <pc:docMk/>
          <pc:sldMk cId="1463334457" sldId="427"/>
        </pc:sldMkLst>
        <pc:spChg chg="del">
          <ac:chgData name="John Hansen" userId="4cb6df52-f46b-4a86-9a6e-3c7ce04f8df2" providerId="ADAL" clId="{0C8A2709-E32B-4D29-A8A4-E841E878FA0A}" dt="2021-09-14T19:04:14.103" v="54" actId="478"/>
          <ac:spMkLst>
            <pc:docMk/>
            <pc:sldMk cId="1463334457" sldId="427"/>
            <ac:spMk id="2" creationId="{7A3DF6C8-C977-4EEC-8ACA-0140143CA7B8}"/>
          </ac:spMkLst>
        </pc:spChg>
        <pc:spChg chg="mod">
          <ac:chgData name="John Hansen" userId="4cb6df52-f46b-4a86-9a6e-3c7ce04f8df2" providerId="ADAL" clId="{0C8A2709-E32B-4D29-A8A4-E841E878FA0A}" dt="2021-09-14T19:04:12.845" v="53" actId="14100"/>
          <ac:spMkLst>
            <pc:docMk/>
            <pc:sldMk cId="1463334457" sldId="427"/>
            <ac:spMk id="4" creationId="{1E1042F1-E57B-4668-9D98-B135EC590AD4}"/>
          </ac:spMkLst>
        </pc:spChg>
        <pc:spChg chg="del">
          <ac:chgData name="John Hansen" userId="4cb6df52-f46b-4a86-9a6e-3c7ce04f8df2" providerId="ADAL" clId="{0C8A2709-E32B-4D29-A8A4-E841E878FA0A}" dt="2021-09-14T19:03:40.234" v="49" actId="478"/>
          <ac:spMkLst>
            <pc:docMk/>
            <pc:sldMk cId="1463334457" sldId="427"/>
            <ac:spMk id="5" creationId="{E2377AE8-5257-4E70-9216-1F0280F7B8A8}"/>
          </ac:spMkLst>
        </pc:spChg>
        <pc:picChg chg="add del">
          <ac:chgData name="John Hansen" userId="4cb6df52-f46b-4a86-9a6e-3c7ce04f8df2" providerId="ADAL" clId="{0C8A2709-E32B-4D29-A8A4-E841E878FA0A}" dt="2021-09-14T19:03:40.234" v="49" actId="478"/>
          <ac:picMkLst>
            <pc:docMk/>
            <pc:sldMk cId="1463334457" sldId="427"/>
            <ac:picMk id="1026" creationId="{37D1690A-25E3-4B6B-86E4-D012B0D23482}"/>
          </ac:picMkLst>
        </pc:picChg>
        <pc:picChg chg="add mod">
          <ac:chgData name="John Hansen" userId="4cb6df52-f46b-4a86-9a6e-3c7ce04f8df2" providerId="ADAL" clId="{0C8A2709-E32B-4D29-A8A4-E841E878FA0A}" dt="2021-09-14T19:33:19.250" v="104" actId="1076"/>
          <ac:picMkLst>
            <pc:docMk/>
            <pc:sldMk cId="1463334457" sldId="427"/>
            <ac:picMk id="1028" creationId="{77BA3538-E3EA-4FF0-B997-DBB50D215D72}"/>
          </ac:picMkLst>
        </pc:picChg>
      </pc:sldChg>
      <pc:sldChg chg="addSp delSp modSp new mod modClrScheme chgLayout">
        <pc:chgData name="John Hansen" userId="4cb6df52-f46b-4a86-9a6e-3c7ce04f8df2" providerId="ADAL" clId="{0C8A2709-E32B-4D29-A8A4-E841E878FA0A}" dt="2021-09-14T20:38:54.940" v="208" actId="20577"/>
        <pc:sldMkLst>
          <pc:docMk/>
          <pc:sldMk cId="1010077285" sldId="428"/>
        </pc:sldMkLst>
        <pc:spChg chg="del">
          <ac:chgData name="John Hansen" userId="4cb6df52-f46b-4a86-9a6e-3c7ce04f8df2" providerId="ADAL" clId="{0C8A2709-E32B-4D29-A8A4-E841E878FA0A}" dt="2021-09-14T19:26:12.510" v="61" actId="700"/>
          <ac:spMkLst>
            <pc:docMk/>
            <pc:sldMk cId="1010077285" sldId="428"/>
            <ac:spMk id="2" creationId="{C3F0F674-A743-4AFD-9123-5F1B1FF717A8}"/>
          </ac:spMkLst>
        </pc:spChg>
        <pc:spChg chg="mod ord">
          <ac:chgData name="John Hansen" userId="4cb6df52-f46b-4a86-9a6e-3c7ce04f8df2" providerId="ADAL" clId="{0C8A2709-E32B-4D29-A8A4-E841E878FA0A}" dt="2021-09-14T19:26:12.510" v="61" actId="700"/>
          <ac:spMkLst>
            <pc:docMk/>
            <pc:sldMk cId="1010077285" sldId="428"/>
            <ac:spMk id="3" creationId="{69CE20FF-AA55-4A0B-8AF6-DA10D789F47D}"/>
          </ac:spMkLst>
        </pc:spChg>
        <pc:spChg chg="del mod ord">
          <ac:chgData name="John Hansen" userId="4cb6df52-f46b-4a86-9a6e-3c7ce04f8df2" providerId="ADAL" clId="{0C8A2709-E32B-4D29-A8A4-E841E878FA0A}" dt="2021-09-14T19:26:12.510" v="61" actId="700"/>
          <ac:spMkLst>
            <pc:docMk/>
            <pc:sldMk cId="1010077285" sldId="428"/>
            <ac:spMk id="4" creationId="{6C656EAE-150D-44FB-8EE1-4DE7208127D0}"/>
          </ac:spMkLst>
        </pc:spChg>
        <pc:spChg chg="del mod ord">
          <ac:chgData name="John Hansen" userId="4cb6df52-f46b-4a86-9a6e-3c7ce04f8df2" providerId="ADAL" clId="{0C8A2709-E32B-4D29-A8A4-E841E878FA0A}" dt="2021-09-14T19:26:12.510" v="61" actId="700"/>
          <ac:spMkLst>
            <pc:docMk/>
            <pc:sldMk cId="1010077285" sldId="428"/>
            <ac:spMk id="5" creationId="{8F1594FF-324A-42F0-A6E7-591DCB15DF7C}"/>
          </ac:spMkLst>
        </pc:spChg>
        <pc:spChg chg="add mod ord">
          <ac:chgData name="John Hansen" userId="4cb6df52-f46b-4a86-9a6e-3c7ce04f8df2" providerId="ADAL" clId="{0C8A2709-E32B-4D29-A8A4-E841E878FA0A}" dt="2021-09-14T20:38:54.940" v="208" actId="20577"/>
          <ac:spMkLst>
            <pc:docMk/>
            <pc:sldMk cId="1010077285" sldId="428"/>
            <ac:spMk id="6" creationId="{AF785E2A-DA16-4A8F-8BE6-8CB869E0E6CD}"/>
          </ac:spMkLst>
        </pc:spChg>
        <pc:spChg chg="add mod ord">
          <ac:chgData name="John Hansen" userId="4cb6df52-f46b-4a86-9a6e-3c7ce04f8df2" providerId="ADAL" clId="{0C8A2709-E32B-4D29-A8A4-E841E878FA0A}" dt="2021-09-14T19:26:14.983" v="62"/>
          <ac:spMkLst>
            <pc:docMk/>
            <pc:sldMk cId="1010077285" sldId="428"/>
            <ac:spMk id="7" creationId="{F2B22395-E061-49B7-8622-9C0B113B5E6D}"/>
          </ac:spMkLst>
        </pc:spChg>
        <pc:picChg chg="add mod">
          <ac:chgData name="John Hansen" userId="4cb6df52-f46b-4a86-9a6e-3c7ce04f8df2" providerId="ADAL" clId="{0C8A2709-E32B-4D29-A8A4-E841E878FA0A}" dt="2021-09-14T19:29:47.291" v="102" actId="14100"/>
          <ac:picMkLst>
            <pc:docMk/>
            <pc:sldMk cId="1010077285" sldId="428"/>
            <ac:picMk id="9" creationId="{CC2E8C0B-8B31-4D20-ABD2-0016CF5519D2}"/>
          </ac:picMkLst>
        </pc:picChg>
      </pc:sldChg>
      <pc:sldChg chg="addSp delSp modSp new mod ord modClrScheme chgLayout">
        <pc:chgData name="John Hansen" userId="4cb6df52-f46b-4a86-9a6e-3c7ce04f8df2" providerId="ADAL" clId="{0C8A2709-E32B-4D29-A8A4-E841E878FA0A}" dt="2021-09-14T20:10:11.041" v="202"/>
        <pc:sldMkLst>
          <pc:docMk/>
          <pc:sldMk cId="2950650641" sldId="429"/>
        </pc:sldMkLst>
        <pc:spChg chg="del">
          <ac:chgData name="John Hansen" userId="4cb6df52-f46b-4a86-9a6e-3c7ce04f8df2" providerId="ADAL" clId="{0C8A2709-E32B-4D29-A8A4-E841E878FA0A}" dt="2021-09-14T20:03:11.030" v="107" actId="700"/>
          <ac:spMkLst>
            <pc:docMk/>
            <pc:sldMk cId="2950650641" sldId="429"/>
            <ac:spMk id="2" creationId="{BA6428E1-9566-46A8-9E62-828153B4E21E}"/>
          </ac:spMkLst>
        </pc:spChg>
        <pc:spChg chg="mod ord">
          <ac:chgData name="John Hansen" userId="4cb6df52-f46b-4a86-9a6e-3c7ce04f8df2" providerId="ADAL" clId="{0C8A2709-E32B-4D29-A8A4-E841E878FA0A}" dt="2021-09-14T20:03:11.030" v="107" actId="700"/>
          <ac:spMkLst>
            <pc:docMk/>
            <pc:sldMk cId="2950650641" sldId="429"/>
            <ac:spMk id="3" creationId="{2BA76AFB-D2AA-4FF7-93BC-3A67216F420E}"/>
          </ac:spMkLst>
        </pc:spChg>
        <pc:spChg chg="del mod ord">
          <ac:chgData name="John Hansen" userId="4cb6df52-f46b-4a86-9a6e-3c7ce04f8df2" providerId="ADAL" clId="{0C8A2709-E32B-4D29-A8A4-E841E878FA0A}" dt="2021-09-14T20:03:11.030" v="107" actId="700"/>
          <ac:spMkLst>
            <pc:docMk/>
            <pc:sldMk cId="2950650641" sldId="429"/>
            <ac:spMk id="4" creationId="{35533AEE-3DF3-45E9-866C-1F396509E222}"/>
          </ac:spMkLst>
        </pc:spChg>
        <pc:spChg chg="del mod ord">
          <ac:chgData name="John Hansen" userId="4cb6df52-f46b-4a86-9a6e-3c7ce04f8df2" providerId="ADAL" clId="{0C8A2709-E32B-4D29-A8A4-E841E878FA0A}" dt="2021-09-14T20:03:11.030" v="107" actId="700"/>
          <ac:spMkLst>
            <pc:docMk/>
            <pc:sldMk cId="2950650641" sldId="429"/>
            <ac:spMk id="5" creationId="{A1D96A4B-C57A-4823-85E6-9D844527C8AE}"/>
          </ac:spMkLst>
        </pc:spChg>
        <pc:spChg chg="add mod ord">
          <ac:chgData name="John Hansen" userId="4cb6df52-f46b-4a86-9a6e-3c7ce04f8df2" providerId="ADAL" clId="{0C8A2709-E32B-4D29-A8A4-E841E878FA0A}" dt="2021-09-14T20:09:43.083" v="199" actId="313"/>
          <ac:spMkLst>
            <pc:docMk/>
            <pc:sldMk cId="2950650641" sldId="429"/>
            <ac:spMk id="6" creationId="{2D5C181D-586C-47C9-B59C-E8B481D0C10E}"/>
          </ac:spMkLst>
        </pc:spChg>
        <pc:spChg chg="add del mod ord">
          <ac:chgData name="John Hansen" userId="4cb6df52-f46b-4a86-9a6e-3c7ce04f8df2" providerId="ADAL" clId="{0C8A2709-E32B-4D29-A8A4-E841E878FA0A}" dt="2021-09-14T20:06:59.706" v="143" actId="478"/>
          <ac:spMkLst>
            <pc:docMk/>
            <pc:sldMk cId="2950650641" sldId="429"/>
            <ac:spMk id="7" creationId="{0F0A6E92-0F98-499B-97B5-CDAA9B805387}"/>
          </ac:spMkLst>
        </pc:spChg>
        <pc:picChg chg="add mod">
          <ac:chgData name="John Hansen" userId="4cb6df52-f46b-4a86-9a6e-3c7ce04f8df2" providerId="ADAL" clId="{0C8A2709-E32B-4D29-A8A4-E841E878FA0A}" dt="2021-09-14T20:09:57.655" v="200" actId="1076"/>
          <ac:picMkLst>
            <pc:docMk/>
            <pc:sldMk cId="2950650641" sldId="429"/>
            <ac:picMk id="9" creationId="{182A92F5-1EF3-42EC-9727-0A2F2475A564}"/>
          </ac:picMkLst>
        </pc:picChg>
        <pc:picChg chg="add mod modCrop">
          <ac:chgData name="John Hansen" userId="4cb6df52-f46b-4a86-9a6e-3c7ce04f8df2" providerId="ADAL" clId="{0C8A2709-E32B-4D29-A8A4-E841E878FA0A}" dt="2021-09-14T20:09:05" v="169" actId="1076"/>
          <ac:picMkLst>
            <pc:docMk/>
            <pc:sldMk cId="2950650641" sldId="429"/>
            <ac:picMk id="11" creationId="{CEAC0EC6-6B7F-49EA-8154-7B0DC128137E}"/>
          </ac:picMkLst>
        </pc:picChg>
        <pc:picChg chg="add mod">
          <ac:chgData name="John Hansen" userId="4cb6df52-f46b-4a86-9a6e-3c7ce04f8df2" providerId="ADAL" clId="{0C8A2709-E32B-4D29-A8A4-E841E878FA0A}" dt="2021-09-14T20:09:01.710" v="167" actId="1076"/>
          <ac:picMkLst>
            <pc:docMk/>
            <pc:sldMk cId="2950650641" sldId="429"/>
            <ac:picMk id="13" creationId="{EA8164FF-83E3-42F8-AFE3-7E8A6C21B077}"/>
          </ac:picMkLst>
        </pc:picChg>
      </pc:sldChg>
    </pc:docChg>
  </pc:docChgLst>
  <pc:docChgLst>
    <pc:chgData name="Martin Siemienski Andersen" userId="3e5b9027-db81-4bdb-8ff3-173865797b46" providerId="ADAL" clId="{139F3B93-32E1-49E4-80D0-BA99B11DEAE0}"/>
    <pc:docChg chg="undo custSel addSld delSld modSld sldOrd modSection">
      <pc:chgData name="Martin Siemienski Andersen" userId="3e5b9027-db81-4bdb-8ff3-173865797b46" providerId="ADAL" clId="{139F3B93-32E1-49E4-80D0-BA99B11DEAE0}" dt="2023-08-11T12:21:36.519" v="1947"/>
      <pc:docMkLst>
        <pc:docMk/>
      </pc:docMkLst>
      <pc:sldChg chg="modSp mod">
        <pc:chgData name="Martin Siemienski Andersen" userId="3e5b9027-db81-4bdb-8ff3-173865797b46" providerId="ADAL" clId="{139F3B93-32E1-49E4-80D0-BA99B11DEAE0}" dt="2023-07-14T08:08:59.563" v="6" actId="14100"/>
        <pc:sldMkLst>
          <pc:docMk/>
          <pc:sldMk cId="2290672695" sldId="378"/>
        </pc:sldMkLst>
        <pc:spChg chg="mod">
          <ac:chgData name="Martin Siemienski Andersen" userId="3e5b9027-db81-4bdb-8ff3-173865797b46" providerId="ADAL" clId="{139F3B93-32E1-49E4-80D0-BA99B11DEAE0}" dt="2023-07-14T08:08:59.563" v="6" actId="14100"/>
          <ac:spMkLst>
            <pc:docMk/>
            <pc:sldMk cId="2290672695" sldId="378"/>
            <ac:spMk id="4" creationId="{00000000-0000-0000-0000-000000000000}"/>
          </ac:spMkLst>
        </pc:spChg>
      </pc:sldChg>
      <pc:sldChg chg="ord">
        <pc:chgData name="Martin Siemienski Andersen" userId="3e5b9027-db81-4bdb-8ff3-173865797b46" providerId="ADAL" clId="{139F3B93-32E1-49E4-80D0-BA99B11DEAE0}" dt="2023-08-07T12:11:44.187" v="1394" actId="20578"/>
        <pc:sldMkLst>
          <pc:docMk/>
          <pc:sldMk cId="2205747281" sldId="395"/>
        </pc:sldMkLst>
      </pc:sldChg>
      <pc:sldChg chg="ord">
        <pc:chgData name="Martin Siemienski Andersen" userId="3e5b9027-db81-4bdb-8ff3-173865797b46" providerId="ADAL" clId="{139F3B93-32E1-49E4-80D0-BA99B11DEAE0}" dt="2023-08-11T12:21:36.519" v="1947"/>
        <pc:sldMkLst>
          <pc:docMk/>
          <pc:sldMk cId="4205008890" sldId="396"/>
        </pc:sldMkLst>
      </pc:sldChg>
      <pc:sldChg chg="delSp mod">
        <pc:chgData name="Martin Siemienski Andersen" userId="3e5b9027-db81-4bdb-8ff3-173865797b46" providerId="ADAL" clId="{139F3B93-32E1-49E4-80D0-BA99B11DEAE0}" dt="2023-08-11T09:23:17.055" v="1757" actId="478"/>
        <pc:sldMkLst>
          <pc:docMk/>
          <pc:sldMk cId="1950445056" sldId="398"/>
        </pc:sldMkLst>
        <pc:picChg chg="del">
          <ac:chgData name="Martin Siemienski Andersen" userId="3e5b9027-db81-4bdb-8ff3-173865797b46" providerId="ADAL" clId="{139F3B93-32E1-49E4-80D0-BA99B11DEAE0}" dt="2023-08-11T09:23:15.955" v="1756" actId="478"/>
          <ac:picMkLst>
            <pc:docMk/>
            <pc:sldMk cId="1950445056" sldId="398"/>
            <ac:picMk id="7" creationId="{2492121E-88C4-4DC6-BCD2-F896439B8571}"/>
          </ac:picMkLst>
        </pc:picChg>
        <pc:picChg chg="del">
          <ac:chgData name="Martin Siemienski Andersen" userId="3e5b9027-db81-4bdb-8ff3-173865797b46" providerId="ADAL" clId="{139F3B93-32E1-49E4-80D0-BA99B11DEAE0}" dt="2023-08-11T09:23:17.055" v="1757" actId="478"/>
          <ac:picMkLst>
            <pc:docMk/>
            <pc:sldMk cId="1950445056" sldId="398"/>
            <ac:picMk id="10" creationId="{EC99C3B5-623E-4F7A-B5A1-16627CFEF371}"/>
          </ac:picMkLst>
        </pc:picChg>
      </pc:sldChg>
      <pc:sldChg chg="addSp delSp modSp mod">
        <pc:chgData name="Martin Siemienski Andersen" userId="3e5b9027-db81-4bdb-8ff3-173865797b46" providerId="ADAL" clId="{139F3B93-32E1-49E4-80D0-BA99B11DEAE0}" dt="2023-08-11T09:28:26.235" v="1770" actId="207"/>
        <pc:sldMkLst>
          <pc:docMk/>
          <pc:sldMk cId="3363059078" sldId="410"/>
        </pc:sldMkLst>
        <pc:spChg chg="mod">
          <ac:chgData name="Martin Siemienski Andersen" userId="3e5b9027-db81-4bdb-8ff3-173865797b46" providerId="ADAL" clId="{139F3B93-32E1-49E4-80D0-BA99B11DEAE0}" dt="2023-08-11T09:13:30.908" v="1701" actId="14100"/>
          <ac:spMkLst>
            <pc:docMk/>
            <pc:sldMk cId="3363059078" sldId="410"/>
            <ac:spMk id="4" creationId="{6F92C1FD-4DE7-4E61-B8D9-CE73E10E0B9F}"/>
          </ac:spMkLst>
        </pc:spChg>
        <pc:spChg chg="mod">
          <ac:chgData name="Martin Siemienski Andersen" userId="3e5b9027-db81-4bdb-8ff3-173865797b46" providerId="ADAL" clId="{139F3B93-32E1-49E4-80D0-BA99B11DEAE0}" dt="2023-08-11T09:15:36.266" v="1749" actId="5793"/>
          <ac:spMkLst>
            <pc:docMk/>
            <pc:sldMk cId="3363059078" sldId="410"/>
            <ac:spMk id="5" creationId="{DE5FC5B0-3D2F-4396-A23C-FACBFB06F9A7}"/>
          </ac:spMkLst>
        </pc:spChg>
        <pc:spChg chg="add mod">
          <ac:chgData name="Martin Siemienski Andersen" userId="3e5b9027-db81-4bdb-8ff3-173865797b46" providerId="ADAL" clId="{139F3B93-32E1-49E4-80D0-BA99B11DEAE0}" dt="2023-08-07T11:47:43.065" v="747" actId="14100"/>
          <ac:spMkLst>
            <pc:docMk/>
            <pc:sldMk cId="3363059078" sldId="410"/>
            <ac:spMk id="8" creationId="{96DBE6B9-BCEA-48D5-7F48-DB60E4043F63}"/>
          </ac:spMkLst>
        </pc:spChg>
        <pc:spChg chg="add mod">
          <ac:chgData name="Martin Siemienski Andersen" userId="3e5b9027-db81-4bdb-8ff3-173865797b46" providerId="ADAL" clId="{139F3B93-32E1-49E4-80D0-BA99B11DEAE0}" dt="2023-08-11T09:28:26.235" v="1770" actId="207"/>
          <ac:spMkLst>
            <pc:docMk/>
            <pc:sldMk cId="3363059078" sldId="410"/>
            <ac:spMk id="9" creationId="{9A7605B5-A439-6AA1-0948-86AC2A65B17D}"/>
          </ac:spMkLst>
        </pc:spChg>
        <pc:spChg chg="add mod">
          <ac:chgData name="Martin Siemienski Andersen" userId="3e5b9027-db81-4bdb-8ff3-173865797b46" providerId="ADAL" clId="{139F3B93-32E1-49E4-80D0-BA99B11DEAE0}" dt="2023-08-11T09:28:26.235" v="1770" actId="207"/>
          <ac:spMkLst>
            <pc:docMk/>
            <pc:sldMk cId="3363059078" sldId="410"/>
            <ac:spMk id="10" creationId="{4209906F-5FF8-950C-B21E-ED79BBB34350}"/>
          </ac:spMkLst>
        </pc:spChg>
        <pc:spChg chg="mod">
          <ac:chgData name="Martin Siemienski Andersen" userId="3e5b9027-db81-4bdb-8ff3-173865797b46" providerId="ADAL" clId="{139F3B93-32E1-49E4-80D0-BA99B11DEAE0}" dt="2023-08-11T09:14:18.545" v="1725" actId="404"/>
          <ac:spMkLst>
            <pc:docMk/>
            <pc:sldMk cId="3363059078" sldId="410"/>
            <ac:spMk id="11" creationId="{22EA042B-5484-408D-A481-5A0D6642F830}"/>
          </ac:spMkLst>
        </pc:spChg>
        <pc:picChg chg="del mod">
          <ac:chgData name="Martin Siemienski Andersen" userId="3e5b9027-db81-4bdb-8ff3-173865797b46" providerId="ADAL" clId="{139F3B93-32E1-49E4-80D0-BA99B11DEAE0}" dt="2023-08-11T09:15:02.802" v="1741" actId="478"/>
          <ac:picMkLst>
            <pc:docMk/>
            <pc:sldMk cId="3363059078" sldId="410"/>
            <ac:picMk id="6" creationId="{68359774-17AE-4141-9C72-9CBE179E0CB5}"/>
          </ac:picMkLst>
        </pc:picChg>
        <pc:picChg chg="del mod">
          <ac:chgData name="Martin Siemienski Andersen" userId="3e5b9027-db81-4bdb-8ff3-173865797b46" providerId="ADAL" clId="{139F3B93-32E1-49E4-80D0-BA99B11DEAE0}" dt="2023-08-11T09:14:38.395" v="1730" actId="478"/>
          <ac:picMkLst>
            <pc:docMk/>
            <pc:sldMk cId="3363059078" sldId="410"/>
            <ac:picMk id="7" creationId="{3300F918-F5F9-496F-9ABE-BA798A7906BA}"/>
          </ac:picMkLst>
        </pc:picChg>
      </pc:sldChg>
      <pc:sldChg chg="addSp delSp modSp mod">
        <pc:chgData name="Martin Siemienski Andersen" userId="3e5b9027-db81-4bdb-8ff3-173865797b46" providerId="ADAL" clId="{139F3B93-32E1-49E4-80D0-BA99B11DEAE0}" dt="2023-08-11T12:14:34.189" v="1927" actId="20577"/>
        <pc:sldMkLst>
          <pc:docMk/>
          <pc:sldMk cId="626741155" sldId="411"/>
        </pc:sldMkLst>
        <pc:spChg chg="mod">
          <ac:chgData name="Martin Siemienski Andersen" userId="3e5b9027-db81-4bdb-8ff3-173865797b46" providerId="ADAL" clId="{139F3B93-32E1-49E4-80D0-BA99B11DEAE0}" dt="2023-08-11T12:14:34.189" v="1927" actId="20577"/>
          <ac:spMkLst>
            <pc:docMk/>
            <pc:sldMk cId="626741155" sldId="411"/>
            <ac:spMk id="4" creationId="{6F92C1FD-4DE7-4E61-B8D9-CE73E10E0B9F}"/>
          </ac:spMkLst>
        </pc:spChg>
        <pc:spChg chg="del mod">
          <ac:chgData name="Martin Siemienski Andersen" userId="3e5b9027-db81-4bdb-8ff3-173865797b46" providerId="ADAL" clId="{139F3B93-32E1-49E4-80D0-BA99B11DEAE0}" dt="2023-08-11T09:26:45.333" v="1758" actId="478"/>
          <ac:spMkLst>
            <pc:docMk/>
            <pc:sldMk cId="626741155" sldId="411"/>
            <ac:spMk id="5" creationId="{DE5FC5B0-3D2F-4396-A23C-FACBFB06F9A7}"/>
          </ac:spMkLst>
        </pc:spChg>
        <pc:spChg chg="add mod">
          <ac:chgData name="Martin Siemienski Andersen" userId="3e5b9027-db81-4bdb-8ff3-173865797b46" providerId="ADAL" clId="{139F3B93-32E1-49E4-80D0-BA99B11DEAE0}" dt="2023-08-07T12:07:08.937" v="1222" actId="14100"/>
          <ac:spMkLst>
            <pc:docMk/>
            <pc:sldMk cId="626741155" sldId="411"/>
            <ac:spMk id="7" creationId="{34572C88-BB17-1589-17B9-94D0D619FB7E}"/>
          </ac:spMkLst>
        </pc:spChg>
        <pc:spChg chg="add mod">
          <ac:chgData name="Martin Siemienski Andersen" userId="3e5b9027-db81-4bdb-8ff3-173865797b46" providerId="ADAL" clId="{139F3B93-32E1-49E4-80D0-BA99B11DEAE0}" dt="2023-08-11T09:23:03.379" v="1755" actId="207"/>
          <ac:spMkLst>
            <pc:docMk/>
            <pc:sldMk cId="626741155" sldId="411"/>
            <ac:spMk id="8" creationId="{72B33E9E-3E12-FEFF-CA0D-8330D6E6C4FB}"/>
          </ac:spMkLst>
        </pc:spChg>
        <pc:spChg chg="add mod">
          <ac:chgData name="Martin Siemienski Andersen" userId="3e5b9027-db81-4bdb-8ff3-173865797b46" providerId="ADAL" clId="{139F3B93-32E1-49E4-80D0-BA99B11DEAE0}" dt="2023-08-11T09:26:45.333" v="1758" actId="478"/>
          <ac:spMkLst>
            <pc:docMk/>
            <pc:sldMk cId="626741155" sldId="411"/>
            <ac:spMk id="10" creationId="{BFCCDBFB-BDC8-723E-FE2B-229A48763DB2}"/>
          </ac:spMkLst>
        </pc:spChg>
        <pc:picChg chg="del">
          <ac:chgData name="Martin Siemienski Andersen" userId="3e5b9027-db81-4bdb-8ff3-173865797b46" providerId="ADAL" clId="{139F3B93-32E1-49E4-80D0-BA99B11DEAE0}" dt="2023-08-11T09:22:24.554" v="1750" actId="478"/>
          <ac:picMkLst>
            <pc:docMk/>
            <pc:sldMk cId="626741155" sldId="411"/>
            <ac:picMk id="6" creationId="{BC5D5C02-46B5-467F-A2D4-9A1F8DC73594}"/>
          </ac:picMkLst>
        </pc:picChg>
        <pc:picChg chg="add mod">
          <ac:chgData name="Martin Siemienski Andersen" userId="3e5b9027-db81-4bdb-8ff3-173865797b46" providerId="ADAL" clId="{139F3B93-32E1-49E4-80D0-BA99B11DEAE0}" dt="2023-08-11T09:26:50.676" v="1761" actId="1076"/>
          <ac:picMkLst>
            <pc:docMk/>
            <pc:sldMk cId="626741155" sldId="411"/>
            <ac:picMk id="12" creationId="{945659AC-AEF2-C6C8-BF35-52E3F44CF452}"/>
          </ac:picMkLst>
        </pc:picChg>
      </pc:sldChg>
      <pc:sldChg chg="addSp delSp modSp mod">
        <pc:chgData name="Martin Siemienski Andersen" userId="3e5b9027-db81-4bdb-8ff3-173865797b46" providerId="ADAL" clId="{139F3B93-32E1-49E4-80D0-BA99B11DEAE0}" dt="2023-08-11T12:17:49.898" v="1943" actId="20577"/>
        <pc:sldMkLst>
          <pc:docMk/>
          <pc:sldMk cId="3449050804" sldId="412"/>
        </pc:sldMkLst>
        <pc:spChg chg="mod">
          <ac:chgData name="Martin Siemienski Andersen" userId="3e5b9027-db81-4bdb-8ff3-173865797b46" providerId="ADAL" clId="{139F3B93-32E1-49E4-80D0-BA99B11DEAE0}" dt="2023-08-11T12:17:49.898" v="1943" actId="20577"/>
          <ac:spMkLst>
            <pc:docMk/>
            <pc:sldMk cId="3449050804" sldId="412"/>
            <ac:spMk id="6" creationId="{19124B0F-5E7A-4F6F-B60E-A0AC84BE992B}"/>
          </ac:spMkLst>
        </pc:spChg>
        <pc:picChg chg="mod">
          <ac:chgData name="Martin Siemienski Andersen" userId="3e5b9027-db81-4bdb-8ff3-173865797b46" providerId="ADAL" clId="{139F3B93-32E1-49E4-80D0-BA99B11DEAE0}" dt="2023-08-11T12:14:29.981" v="1924" actId="1076"/>
          <ac:picMkLst>
            <pc:docMk/>
            <pc:sldMk cId="3449050804" sldId="412"/>
            <ac:picMk id="12" creationId="{CF47F438-BD92-4895-AF21-93F338A672B4}"/>
          </ac:picMkLst>
        </pc:picChg>
        <pc:picChg chg="add del">
          <ac:chgData name="Martin Siemienski Andersen" userId="3e5b9027-db81-4bdb-8ff3-173865797b46" providerId="ADAL" clId="{139F3B93-32E1-49E4-80D0-BA99B11DEAE0}" dt="2023-08-11T12:14:31.253" v="1925" actId="478"/>
          <ac:picMkLst>
            <pc:docMk/>
            <pc:sldMk cId="3449050804" sldId="412"/>
            <ac:picMk id="16" creationId="{1544CCD1-F604-40E9-9E74-114D41F93D38}"/>
          </ac:picMkLst>
        </pc:picChg>
      </pc:sldChg>
      <pc:sldChg chg="del">
        <pc:chgData name="Martin Siemienski Andersen" userId="3e5b9027-db81-4bdb-8ff3-173865797b46" providerId="ADAL" clId="{139F3B93-32E1-49E4-80D0-BA99B11DEAE0}" dt="2023-07-14T08:08:24.267" v="3" actId="2696"/>
        <pc:sldMkLst>
          <pc:docMk/>
          <pc:sldMk cId="3264738146" sldId="415"/>
        </pc:sldMkLst>
      </pc:sldChg>
      <pc:sldChg chg="del">
        <pc:chgData name="Martin Siemienski Andersen" userId="3e5b9027-db81-4bdb-8ff3-173865797b46" providerId="ADAL" clId="{139F3B93-32E1-49E4-80D0-BA99B11DEAE0}" dt="2023-07-14T08:08:24.267" v="3" actId="2696"/>
        <pc:sldMkLst>
          <pc:docMk/>
          <pc:sldMk cId="1515633116" sldId="416"/>
        </pc:sldMkLst>
      </pc:sldChg>
      <pc:sldChg chg="addSp modSp mod">
        <pc:chgData name="Martin Siemienski Andersen" userId="3e5b9027-db81-4bdb-8ff3-173865797b46" providerId="ADAL" clId="{139F3B93-32E1-49E4-80D0-BA99B11DEAE0}" dt="2023-08-11T10:48:12.157" v="1881" actId="1076"/>
        <pc:sldMkLst>
          <pc:docMk/>
          <pc:sldMk cId="529632101" sldId="417"/>
        </pc:sldMkLst>
        <pc:spChg chg="mod">
          <ac:chgData name="Martin Siemienski Andersen" userId="3e5b9027-db81-4bdb-8ff3-173865797b46" providerId="ADAL" clId="{139F3B93-32E1-49E4-80D0-BA99B11DEAE0}" dt="2023-08-11T09:43:36.866" v="1846" actId="6549"/>
          <ac:spMkLst>
            <pc:docMk/>
            <pc:sldMk cId="529632101" sldId="417"/>
            <ac:spMk id="4" creationId="{6F92C1FD-4DE7-4E61-B8D9-CE73E10E0B9F}"/>
          </ac:spMkLst>
        </pc:spChg>
        <pc:spChg chg="mod">
          <ac:chgData name="Martin Siemienski Andersen" userId="3e5b9027-db81-4bdb-8ff3-173865797b46" providerId="ADAL" clId="{139F3B93-32E1-49E4-80D0-BA99B11DEAE0}" dt="2023-08-11T09:38:04.658" v="1783" actId="6549"/>
          <ac:spMkLst>
            <pc:docMk/>
            <pc:sldMk cId="529632101" sldId="417"/>
            <ac:spMk id="5" creationId="{DE5FC5B0-3D2F-4396-A23C-FACBFB06F9A7}"/>
          </ac:spMkLst>
        </pc:spChg>
        <pc:spChg chg="mod">
          <ac:chgData name="Martin Siemienski Andersen" userId="3e5b9027-db81-4bdb-8ff3-173865797b46" providerId="ADAL" clId="{139F3B93-32E1-49E4-80D0-BA99B11DEAE0}" dt="2023-08-11T09:40:50.254" v="1787" actId="6549"/>
          <ac:spMkLst>
            <pc:docMk/>
            <pc:sldMk cId="529632101" sldId="417"/>
            <ac:spMk id="8" creationId="{3105D389-1B36-4F5F-8055-3ABEBF6EEA88}"/>
          </ac:spMkLst>
        </pc:spChg>
        <pc:spChg chg="add mod">
          <ac:chgData name="Martin Siemienski Andersen" userId="3e5b9027-db81-4bdb-8ff3-173865797b46" providerId="ADAL" clId="{139F3B93-32E1-49E4-80D0-BA99B11DEAE0}" dt="2023-08-11T09:47:55.678" v="1874" actId="1076"/>
          <ac:spMkLst>
            <pc:docMk/>
            <pc:sldMk cId="529632101" sldId="417"/>
            <ac:spMk id="10" creationId="{3D0AAF83-FE81-6E6A-1462-73361EC35649}"/>
          </ac:spMkLst>
        </pc:spChg>
        <pc:picChg chg="add mod">
          <ac:chgData name="Martin Siemienski Andersen" userId="3e5b9027-db81-4bdb-8ff3-173865797b46" providerId="ADAL" clId="{139F3B93-32E1-49E4-80D0-BA99B11DEAE0}" dt="2023-08-11T10:48:12.157" v="1881" actId="1076"/>
          <ac:picMkLst>
            <pc:docMk/>
            <pc:sldMk cId="529632101" sldId="417"/>
            <ac:picMk id="6" creationId="{C549A4DF-04E5-33D9-69A2-FA46AB1EB83C}"/>
          </ac:picMkLst>
        </pc:picChg>
      </pc:sldChg>
      <pc:sldChg chg="addSp delSp modSp mod">
        <pc:chgData name="Martin Siemienski Andersen" userId="3e5b9027-db81-4bdb-8ff3-173865797b46" providerId="ADAL" clId="{139F3B93-32E1-49E4-80D0-BA99B11DEAE0}" dt="2023-08-11T11:12:10.836" v="1917" actId="1076"/>
        <pc:sldMkLst>
          <pc:docMk/>
          <pc:sldMk cId="2260751202" sldId="418"/>
        </pc:sldMkLst>
        <pc:spChg chg="mod">
          <ac:chgData name="Martin Siemienski Andersen" userId="3e5b9027-db81-4bdb-8ff3-173865797b46" providerId="ADAL" clId="{139F3B93-32E1-49E4-80D0-BA99B11DEAE0}" dt="2023-08-11T10:55:19.990" v="1896" actId="20577"/>
          <ac:spMkLst>
            <pc:docMk/>
            <pc:sldMk cId="2260751202" sldId="418"/>
            <ac:spMk id="4" creationId="{6F92C1FD-4DE7-4E61-B8D9-CE73E10E0B9F}"/>
          </ac:spMkLst>
        </pc:spChg>
        <pc:spChg chg="del mod">
          <ac:chgData name="Martin Siemienski Andersen" userId="3e5b9027-db81-4bdb-8ff3-173865797b46" providerId="ADAL" clId="{139F3B93-32E1-49E4-80D0-BA99B11DEAE0}" dt="2023-08-11T10:55:22.920" v="1897" actId="478"/>
          <ac:spMkLst>
            <pc:docMk/>
            <pc:sldMk cId="2260751202" sldId="418"/>
            <ac:spMk id="5" creationId="{DE5FC5B0-3D2F-4396-A23C-FACBFB06F9A7}"/>
          </ac:spMkLst>
        </pc:spChg>
        <pc:spChg chg="add mod">
          <ac:chgData name="Martin Siemienski Andersen" userId="3e5b9027-db81-4bdb-8ff3-173865797b46" providerId="ADAL" clId="{139F3B93-32E1-49E4-80D0-BA99B11DEAE0}" dt="2023-08-11T10:55:22.920" v="1897" actId="478"/>
          <ac:spMkLst>
            <pc:docMk/>
            <pc:sldMk cId="2260751202" sldId="418"/>
            <ac:spMk id="6" creationId="{F87AFDD6-C870-EFBC-649F-52522B0B6C49}"/>
          </ac:spMkLst>
        </pc:spChg>
        <pc:picChg chg="add mod">
          <ac:chgData name="Martin Siemienski Andersen" userId="3e5b9027-db81-4bdb-8ff3-173865797b46" providerId="ADAL" clId="{139F3B93-32E1-49E4-80D0-BA99B11DEAE0}" dt="2023-08-11T11:02:52.003" v="1912" actId="14100"/>
          <ac:picMkLst>
            <pc:docMk/>
            <pc:sldMk cId="2260751202" sldId="418"/>
            <ac:picMk id="8" creationId="{31B90F0A-9FA2-2379-96BF-D16917584542}"/>
          </ac:picMkLst>
        </pc:picChg>
        <pc:picChg chg="add del mod">
          <ac:chgData name="Martin Siemienski Andersen" userId="3e5b9027-db81-4bdb-8ff3-173865797b46" providerId="ADAL" clId="{139F3B93-32E1-49E4-80D0-BA99B11DEAE0}" dt="2023-08-11T11:02:26.115" v="1904" actId="22"/>
          <ac:picMkLst>
            <pc:docMk/>
            <pc:sldMk cId="2260751202" sldId="418"/>
            <ac:picMk id="10" creationId="{732D30E9-2C35-30B0-8AFB-1928AB1CA0C5}"/>
          </ac:picMkLst>
        </pc:picChg>
        <pc:picChg chg="add del mod">
          <ac:chgData name="Martin Siemienski Andersen" userId="3e5b9027-db81-4bdb-8ff3-173865797b46" providerId="ADAL" clId="{139F3B93-32E1-49E4-80D0-BA99B11DEAE0}" dt="2023-08-11T11:12:02.625" v="1915" actId="478"/>
          <ac:picMkLst>
            <pc:docMk/>
            <pc:sldMk cId="2260751202" sldId="418"/>
            <ac:picMk id="12" creationId="{CBB3A9A2-DCBA-CF04-CB96-4A5E570F3288}"/>
          </ac:picMkLst>
        </pc:picChg>
        <pc:picChg chg="add mod">
          <ac:chgData name="Martin Siemienski Andersen" userId="3e5b9027-db81-4bdb-8ff3-173865797b46" providerId="ADAL" clId="{139F3B93-32E1-49E4-80D0-BA99B11DEAE0}" dt="2023-08-11T11:12:10.836" v="1917" actId="1076"/>
          <ac:picMkLst>
            <pc:docMk/>
            <pc:sldMk cId="2260751202" sldId="418"/>
            <ac:picMk id="14" creationId="{28F39436-1711-66DE-31CE-65EF4DF72673}"/>
          </ac:picMkLst>
        </pc:picChg>
      </pc:sldChg>
      <pc:sldChg chg="add del">
        <pc:chgData name="Martin Siemienski Andersen" userId="3e5b9027-db81-4bdb-8ff3-173865797b46" providerId="ADAL" clId="{139F3B93-32E1-49E4-80D0-BA99B11DEAE0}" dt="2023-07-14T08:07:59.667" v="2" actId="47"/>
        <pc:sldMkLst>
          <pc:docMk/>
          <pc:sldMk cId="587788378" sldId="426"/>
        </pc:sldMkLst>
      </pc:sldChg>
      <pc:sldChg chg="modSp add mod">
        <pc:chgData name="Martin Siemienski Andersen" userId="3e5b9027-db81-4bdb-8ff3-173865797b46" providerId="ADAL" clId="{139F3B93-32E1-49E4-80D0-BA99B11DEAE0}" dt="2023-07-14T08:25:49.793" v="429" actId="20577"/>
        <pc:sldMkLst>
          <pc:docMk/>
          <pc:sldMk cId="4294393476" sldId="434"/>
        </pc:sldMkLst>
        <pc:spChg chg="mod">
          <ac:chgData name="Martin Siemienski Andersen" userId="3e5b9027-db81-4bdb-8ff3-173865797b46" providerId="ADAL" clId="{139F3B93-32E1-49E4-80D0-BA99B11DEAE0}" dt="2023-07-14T08:25:49.793" v="429" actId="20577"/>
          <ac:spMkLst>
            <pc:docMk/>
            <pc:sldMk cId="4294393476" sldId="434"/>
            <ac:spMk id="5" creationId="{B735D18A-0288-6507-0214-0F91B518E50A}"/>
          </ac:spMkLst>
        </pc:spChg>
      </pc:sldChg>
      <pc:sldChg chg="addSp delSp modSp add mod">
        <pc:chgData name="Martin Siemienski Andersen" userId="3e5b9027-db81-4bdb-8ff3-173865797b46" providerId="ADAL" clId="{139F3B93-32E1-49E4-80D0-BA99B11DEAE0}" dt="2023-08-11T10:48:55.068" v="1888" actId="478"/>
        <pc:sldMkLst>
          <pc:docMk/>
          <pc:sldMk cId="1196842481" sldId="435"/>
        </pc:sldMkLst>
        <pc:spChg chg="del mod">
          <ac:chgData name="Martin Siemienski Andersen" userId="3e5b9027-db81-4bdb-8ff3-173865797b46" providerId="ADAL" clId="{139F3B93-32E1-49E4-80D0-BA99B11DEAE0}" dt="2023-08-11T10:48:55.068" v="1888" actId="478"/>
          <ac:spMkLst>
            <pc:docMk/>
            <pc:sldMk cId="1196842481" sldId="435"/>
            <ac:spMk id="5" creationId="{DE5FC5B0-3D2F-4396-A23C-FACBFB06F9A7}"/>
          </ac:spMkLst>
        </pc:spChg>
        <pc:picChg chg="del">
          <ac:chgData name="Martin Siemienski Andersen" userId="3e5b9027-db81-4bdb-8ff3-173865797b46" providerId="ADAL" clId="{139F3B93-32E1-49E4-80D0-BA99B11DEAE0}" dt="2023-08-11T10:04:28.609" v="1876" actId="478"/>
          <ac:picMkLst>
            <pc:docMk/>
            <pc:sldMk cId="1196842481" sldId="435"/>
            <ac:picMk id="6" creationId="{C549A4DF-04E5-33D9-69A2-FA46AB1EB83C}"/>
          </ac:picMkLst>
        </pc:picChg>
        <pc:picChg chg="add mod ord">
          <ac:chgData name="Martin Siemienski Andersen" userId="3e5b9027-db81-4bdb-8ff3-173865797b46" providerId="ADAL" clId="{139F3B93-32E1-49E4-80D0-BA99B11DEAE0}" dt="2023-08-11T10:48:46.872" v="1886" actId="14100"/>
          <ac:picMkLst>
            <pc:docMk/>
            <pc:sldMk cId="1196842481" sldId="435"/>
            <ac:picMk id="9" creationId="{EBD211D7-B540-8E7B-816C-1FCAA1BC8202}"/>
          </ac:picMkLst>
        </pc:picChg>
      </pc:sldChg>
    </pc:docChg>
  </pc:docChgLst>
  <pc:docChgLst>
    <pc:chgData name="Martin Siemienski Andersen" userId="3e5b9027-db81-4bdb-8ff3-173865797b46" providerId="ADAL" clId="{DDD357D5-4004-4D91-909D-8FC52F2BC106}"/>
    <pc:docChg chg="undo custSel addSld delSld modSld sldOrd modSection">
      <pc:chgData name="Martin Siemienski Andersen" userId="3e5b9027-db81-4bdb-8ff3-173865797b46" providerId="ADAL" clId="{DDD357D5-4004-4D91-909D-8FC52F2BC106}" dt="2024-06-17T08:31:29.073" v="295"/>
      <pc:docMkLst>
        <pc:docMk/>
      </pc:docMkLst>
      <pc:sldChg chg="modSp mod">
        <pc:chgData name="Martin Siemienski Andersen" userId="3e5b9027-db81-4bdb-8ff3-173865797b46" providerId="ADAL" clId="{DDD357D5-4004-4D91-909D-8FC52F2BC106}" dt="2024-06-17T08:25:55.199" v="80" actId="20577"/>
        <pc:sldMkLst>
          <pc:docMk/>
          <pc:sldMk cId="3363059078" sldId="410"/>
        </pc:sldMkLst>
        <pc:spChg chg="mod">
          <ac:chgData name="Martin Siemienski Andersen" userId="3e5b9027-db81-4bdb-8ff3-173865797b46" providerId="ADAL" clId="{DDD357D5-4004-4D91-909D-8FC52F2BC106}" dt="2024-06-17T08:25:55.199" v="80" actId="20577"/>
          <ac:spMkLst>
            <pc:docMk/>
            <pc:sldMk cId="3363059078" sldId="410"/>
            <ac:spMk id="4" creationId="{6F92C1FD-4DE7-4E61-B8D9-CE73E10E0B9F}"/>
          </ac:spMkLst>
        </pc:spChg>
      </pc:sldChg>
      <pc:sldChg chg="modSp mod">
        <pc:chgData name="Martin Siemienski Andersen" userId="3e5b9027-db81-4bdb-8ff3-173865797b46" providerId="ADAL" clId="{DDD357D5-4004-4D91-909D-8FC52F2BC106}" dt="2024-06-17T08:26:29.293" v="88" actId="20577"/>
        <pc:sldMkLst>
          <pc:docMk/>
          <pc:sldMk cId="626741155" sldId="411"/>
        </pc:sldMkLst>
        <pc:spChg chg="mod">
          <ac:chgData name="Martin Siemienski Andersen" userId="3e5b9027-db81-4bdb-8ff3-173865797b46" providerId="ADAL" clId="{DDD357D5-4004-4D91-909D-8FC52F2BC106}" dt="2024-06-17T08:26:29.293" v="88" actId="20577"/>
          <ac:spMkLst>
            <pc:docMk/>
            <pc:sldMk cId="626741155" sldId="411"/>
            <ac:spMk id="4" creationId="{6F92C1FD-4DE7-4E61-B8D9-CE73E10E0B9F}"/>
          </ac:spMkLst>
        </pc:spChg>
      </pc:sldChg>
      <pc:sldChg chg="modSp mod setBg">
        <pc:chgData name="Martin Siemienski Andersen" userId="3e5b9027-db81-4bdb-8ff3-173865797b46" providerId="ADAL" clId="{DDD357D5-4004-4D91-909D-8FC52F2BC106}" dt="2024-06-17T08:27:09.058" v="103"/>
        <pc:sldMkLst>
          <pc:docMk/>
          <pc:sldMk cId="3449050804" sldId="412"/>
        </pc:sldMkLst>
        <pc:spChg chg="mod">
          <ac:chgData name="Martin Siemienski Andersen" userId="3e5b9027-db81-4bdb-8ff3-173865797b46" providerId="ADAL" clId="{DDD357D5-4004-4D91-909D-8FC52F2BC106}" dt="2024-06-17T08:26:45.552" v="102" actId="20577"/>
          <ac:spMkLst>
            <pc:docMk/>
            <pc:sldMk cId="3449050804" sldId="412"/>
            <ac:spMk id="6" creationId="{19124B0F-5E7A-4F6F-B60E-A0AC84BE992B}"/>
          </ac:spMkLst>
        </pc:spChg>
      </pc:sldChg>
      <pc:sldChg chg="modSp mod">
        <pc:chgData name="Martin Siemienski Andersen" userId="3e5b9027-db81-4bdb-8ff3-173865797b46" providerId="ADAL" clId="{DDD357D5-4004-4D91-909D-8FC52F2BC106}" dt="2024-06-17T08:28:11.878" v="182" actId="20577"/>
        <pc:sldMkLst>
          <pc:docMk/>
          <pc:sldMk cId="529632101" sldId="417"/>
        </pc:sldMkLst>
        <pc:spChg chg="mod">
          <ac:chgData name="Martin Siemienski Andersen" userId="3e5b9027-db81-4bdb-8ff3-173865797b46" providerId="ADAL" clId="{DDD357D5-4004-4D91-909D-8FC52F2BC106}" dt="2024-06-17T08:27:35.411" v="112" actId="20577"/>
          <ac:spMkLst>
            <pc:docMk/>
            <pc:sldMk cId="529632101" sldId="417"/>
            <ac:spMk id="4" creationId="{6F92C1FD-4DE7-4E61-B8D9-CE73E10E0B9F}"/>
          </ac:spMkLst>
        </pc:spChg>
        <pc:spChg chg="mod">
          <ac:chgData name="Martin Siemienski Andersen" userId="3e5b9027-db81-4bdb-8ff3-173865797b46" providerId="ADAL" clId="{DDD357D5-4004-4D91-909D-8FC52F2BC106}" dt="2024-06-17T08:28:11.878" v="182" actId="20577"/>
          <ac:spMkLst>
            <pc:docMk/>
            <pc:sldMk cId="529632101" sldId="417"/>
            <ac:spMk id="5" creationId="{DE5FC5B0-3D2F-4396-A23C-FACBFB06F9A7}"/>
          </ac:spMkLst>
        </pc:spChg>
      </pc:sldChg>
      <pc:sldChg chg="ord">
        <pc:chgData name="Martin Siemienski Andersen" userId="3e5b9027-db81-4bdb-8ff3-173865797b46" providerId="ADAL" clId="{DDD357D5-4004-4D91-909D-8FC52F2BC106}" dt="2024-06-17T08:31:29.073" v="295"/>
        <pc:sldMkLst>
          <pc:docMk/>
          <pc:sldMk cId="2260751202" sldId="418"/>
        </pc:sldMkLst>
      </pc:sldChg>
      <pc:sldChg chg="addSp delSp modSp mod">
        <pc:chgData name="Martin Siemienski Andersen" userId="3e5b9027-db81-4bdb-8ff3-173865797b46" providerId="ADAL" clId="{DDD357D5-4004-4D91-909D-8FC52F2BC106}" dt="2024-06-17T08:25:26.322" v="58" actId="20577"/>
        <pc:sldMkLst>
          <pc:docMk/>
          <pc:sldMk cId="1060892384" sldId="437"/>
        </pc:sldMkLst>
        <pc:spChg chg="add mod">
          <ac:chgData name="Martin Siemienski Andersen" userId="3e5b9027-db81-4bdb-8ff3-173865797b46" providerId="ADAL" clId="{DDD357D5-4004-4D91-909D-8FC52F2BC106}" dt="2024-06-17T08:24:08.542" v="50" actId="20577"/>
          <ac:spMkLst>
            <pc:docMk/>
            <pc:sldMk cId="1060892384" sldId="437"/>
            <ac:spMk id="2" creationId="{2B275846-957B-E391-BB92-506FCEA01C78}"/>
          </ac:spMkLst>
        </pc:spChg>
        <pc:spChg chg="mod">
          <ac:chgData name="Martin Siemienski Andersen" userId="3e5b9027-db81-4bdb-8ff3-173865797b46" providerId="ADAL" clId="{DDD357D5-4004-4D91-909D-8FC52F2BC106}" dt="2024-06-17T08:25:26.322" v="58" actId="20577"/>
          <ac:spMkLst>
            <pc:docMk/>
            <pc:sldMk cId="1060892384" sldId="437"/>
            <ac:spMk id="4" creationId="{28154BEB-3294-E31D-BB02-53C68BB7E7B3}"/>
          </ac:spMkLst>
        </pc:spChg>
        <pc:spChg chg="del mod">
          <ac:chgData name="Martin Siemienski Andersen" userId="3e5b9027-db81-4bdb-8ff3-173865797b46" providerId="ADAL" clId="{DDD357D5-4004-4D91-909D-8FC52F2BC106}" dt="2024-06-17T08:23:36.118" v="41" actId="478"/>
          <ac:spMkLst>
            <pc:docMk/>
            <pc:sldMk cId="1060892384" sldId="437"/>
            <ac:spMk id="9" creationId="{87FC47A8-566C-4A76-88A1-6FA4863ACD0F}"/>
          </ac:spMkLst>
        </pc:spChg>
      </pc:sldChg>
      <pc:sldChg chg="add">
        <pc:chgData name="Martin Siemienski Andersen" userId="3e5b9027-db81-4bdb-8ff3-173865797b46" providerId="ADAL" clId="{DDD357D5-4004-4D91-909D-8FC52F2BC106}" dt="2024-06-12T12:04:59.074" v="2"/>
        <pc:sldMkLst>
          <pc:docMk/>
          <pc:sldMk cId="227199961" sldId="445"/>
        </pc:sldMkLst>
      </pc:sldChg>
      <pc:sldChg chg="modSp mod ord">
        <pc:chgData name="Martin Siemienski Andersen" userId="3e5b9027-db81-4bdb-8ff3-173865797b46" providerId="ADAL" clId="{DDD357D5-4004-4D91-909D-8FC52F2BC106}" dt="2024-06-17T08:25:41.597" v="71" actId="14100"/>
        <pc:sldMkLst>
          <pc:docMk/>
          <pc:sldMk cId="3277984566" sldId="452"/>
        </pc:sldMkLst>
        <pc:spChg chg="mod">
          <ac:chgData name="Martin Siemienski Andersen" userId="3e5b9027-db81-4bdb-8ff3-173865797b46" providerId="ADAL" clId="{DDD357D5-4004-4D91-909D-8FC52F2BC106}" dt="2024-06-17T08:25:41.597" v="71" actId="14100"/>
          <ac:spMkLst>
            <pc:docMk/>
            <pc:sldMk cId="3277984566" sldId="452"/>
            <ac:spMk id="6" creationId="{6F880B94-909B-F860-1ADE-9D01310854FF}"/>
          </ac:spMkLst>
        </pc:spChg>
        <pc:spChg chg="mod">
          <ac:chgData name="Martin Siemienski Andersen" userId="3e5b9027-db81-4bdb-8ff3-173865797b46" providerId="ADAL" clId="{DDD357D5-4004-4D91-909D-8FC52F2BC106}" dt="2024-06-17T08:21:23.822" v="31" actId="6549"/>
          <ac:spMkLst>
            <pc:docMk/>
            <pc:sldMk cId="3277984566" sldId="452"/>
            <ac:spMk id="7" creationId="{B28FC61F-7177-C009-8CE3-52F13D2A4FF6}"/>
          </ac:spMkLst>
        </pc:spChg>
        <pc:spChg chg="mod">
          <ac:chgData name="Martin Siemienski Andersen" userId="3e5b9027-db81-4bdb-8ff3-173865797b46" providerId="ADAL" clId="{DDD357D5-4004-4D91-909D-8FC52F2BC106}" dt="2024-06-17T08:20:09.822" v="21" actId="1076"/>
          <ac:spMkLst>
            <pc:docMk/>
            <pc:sldMk cId="3277984566" sldId="452"/>
            <ac:spMk id="12" creationId="{76E7311A-A120-08AD-A0BF-99769F5C2FF4}"/>
          </ac:spMkLst>
        </pc:spChg>
      </pc:sldChg>
      <pc:sldChg chg="modSp mod">
        <pc:chgData name="Martin Siemienski Andersen" userId="3e5b9027-db81-4bdb-8ff3-173865797b46" providerId="ADAL" clId="{DDD357D5-4004-4D91-909D-8FC52F2BC106}" dt="2024-06-17T08:20:31.625" v="25" actId="14100"/>
        <pc:sldMkLst>
          <pc:docMk/>
          <pc:sldMk cId="51150599" sldId="453"/>
        </pc:sldMkLst>
        <pc:spChg chg="mod">
          <ac:chgData name="Martin Siemienski Andersen" userId="3e5b9027-db81-4bdb-8ff3-173865797b46" providerId="ADAL" clId="{DDD357D5-4004-4D91-909D-8FC52F2BC106}" dt="2024-06-17T08:20:31.625" v="25" actId="14100"/>
          <ac:spMkLst>
            <pc:docMk/>
            <pc:sldMk cId="51150599" sldId="453"/>
            <ac:spMk id="8" creationId="{BEF0FCC0-ACE0-E431-8D3C-5E22144F6186}"/>
          </ac:spMkLst>
        </pc:spChg>
      </pc:sldChg>
      <pc:sldChg chg="modSp mod">
        <pc:chgData name="Martin Siemienski Andersen" userId="3e5b9027-db81-4bdb-8ff3-173865797b46" providerId="ADAL" clId="{DDD357D5-4004-4D91-909D-8FC52F2BC106}" dt="2024-06-17T08:28:35.644" v="196" actId="20577"/>
        <pc:sldMkLst>
          <pc:docMk/>
          <pc:sldMk cId="3371561081" sldId="456"/>
        </pc:sldMkLst>
        <pc:spChg chg="mod">
          <ac:chgData name="Martin Siemienski Andersen" userId="3e5b9027-db81-4bdb-8ff3-173865797b46" providerId="ADAL" clId="{DDD357D5-4004-4D91-909D-8FC52F2BC106}" dt="2024-06-17T08:28:25.747" v="189" actId="20577"/>
          <ac:spMkLst>
            <pc:docMk/>
            <pc:sldMk cId="3371561081" sldId="456"/>
            <ac:spMk id="4" creationId="{6F92C1FD-4DE7-4E61-B8D9-CE73E10E0B9F}"/>
          </ac:spMkLst>
        </pc:spChg>
        <pc:spChg chg="mod">
          <ac:chgData name="Martin Siemienski Andersen" userId="3e5b9027-db81-4bdb-8ff3-173865797b46" providerId="ADAL" clId="{DDD357D5-4004-4D91-909D-8FC52F2BC106}" dt="2024-06-17T08:28:35.644" v="196" actId="20577"/>
          <ac:spMkLst>
            <pc:docMk/>
            <pc:sldMk cId="3371561081" sldId="456"/>
            <ac:spMk id="5" creationId="{DE5FC5B0-3D2F-4396-A23C-FACBFB06F9A7}"/>
          </ac:spMkLst>
        </pc:spChg>
      </pc:sldChg>
      <pc:sldChg chg="modSp mod">
        <pc:chgData name="Martin Siemienski Andersen" userId="3e5b9027-db81-4bdb-8ff3-173865797b46" providerId="ADAL" clId="{DDD357D5-4004-4D91-909D-8FC52F2BC106}" dt="2024-06-17T08:31:07.812" v="293" actId="20577"/>
        <pc:sldMkLst>
          <pc:docMk/>
          <pc:sldMk cId="3802414924" sldId="457"/>
        </pc:sldMkLst>
        <pc:spChg chg="mod">
          <ac:chgData name="Martin Siemienski Andersen" userId="3e5b9027-db81-4bdb-8ff3-173865797b46" providerId="ADAL" clId="{DDD357D5-4004-4D91-909D-8FC52F2BC106}" dt="2024-06-17T08:28:45.512" v="203" actId="20577"/>
          <ac:spMkLst>
            <pc:docMk/>
            <pc:sldMk cId="3802414924" sldId="457"/>
            <ac:spMk id="4" creationId="{6F92C1FD-4DE7-4E61-B8D9-CE73E10E0B9F}"/>
          </ac:spMkLst>
        </pc:spChg>
        <pc:spChg chg="mod">
          <ac:chgData name="Martin Siemienski Andersen" userId="3e5b9027-db81-4bdb-8ff3-173865797b46" providerId="ADAL" clId="{DDD357D5-4004-4D91-909D-8FC52F2BC106}" dt="2024-06-17T08:31:07.812" v="293" actId="20577"/>
          <ac:spMkLst>
            <pc:docMk/>
            <pc:sldMk cId="3802414924" sldId="457"/>
            <ac:spMk id="5" creationId="{DE5FC5B0-3D2F-4396-A23C-FACBFB06F9A7}"/>
          </ac:spMkLst>
        </pc:spChg>
      </pc:sldChg>
      <pc:sldChg chg="add del">
        <pc:chgData name="Martin Siemienski Andersen" userId="3e5b9027-db81-4bdb-8ff3-173865797b46" providerId="ADAL" clId="{DDD357D5-4004-4D91-909D-8FC52F2BC106}" dt="2024-06-12T12:04:57.277" v="1" actId="47"/>
        <pc:sldMkLst>
          <pc:docMk/>
          <pc:sldMk cId="227199961" sldId="458"/>
        </pc:sldMkLst>
      </pc:sldChg>
    </pc:docChg>
  </pc:docChgLst>
  <pc:docChgLst>
    <pc:chgData name="Martin Siemienski Andersen" userId="3e5b9027-db81-4bdb-8ff3-173865797b46" providerId="ADAL" clId="{AF868CFA-BB7E-4759-992B-DAB81E63E2D4}"/>
    <pc:docChg chg="undo redo custSel addSld delSld modSld sldOrd modMainMaster modSection">
      <pc:chgData name="Martin Siemienski Andersen" userId="3e5b9027-db81-4bdb-8ff3-173865797b46" providerId="ADAL" clId="{AF868CFA-BB7E-4759-992B-DAB81E63E2D4}" dt="2024-06-10T13:06:30.577" v="4845" actId="20577"/>
      <pc:docMkLst>
        <pc:docMk/>
      </pc:docMkLst>
      <pc:sldChg chg="modSp mod">
        <pc:chgData name="Martin Siemienski Andersen" userId="3e5b9027-db81-4bdb-8ff3-173865797b46" providerId="ADAL" clId="{AF868CFA-BB7E-4759-992B-DAB81E63E2D4}" dt="2024-06-10T10:07:04.035" v="824" actId="14100"/>
        <pc:sldMkLst>
          <pc:docMk/>
          <pc:sldMk cId="2153325008" sldId="392"/>
        </pc:sldMkLst>
        <pc:spChg chg="mod">
          <ac:chgData name="Martin Siemienski Andersen" userId="3e5b9027-db81-4bdb-8ff3-173865797b46" providerId="ADAL" clId="{AF868CFA-BB7E-4759-992B-DAB81E63E2D4}" dt="2024-06-10T10:07:04.035" v="824" actId="14100"/>
          <ac:spMkLst>
            <pc:docMk/>
            <pc:sldMk cId="2153325008" sldId="392"/>
            <ac:spMk id="4" creationId="{00000000-0000-0000-0000-000000000000}"/>
          </ac:spMkLst>
        </pc:spChg>
      </pc:sldChg>
      <pc:sldChg chg="modSp mod">
        <pc:chgData name="Martin Siemienski Andersen" userId="3e5b9027-db81-4bdb-8ff3-173865797b46" providerId="ADAL" clId="{AF868CFA-BB7E-4759-992B-DAB81E63E2D4}" dt="2024-06-10T10:32:55.656" v="950" actId="27636"/>
        <pc:sldMkLst>
          <pc:docMk/>
          <pc:sldMk cId="1851326790" sldId="393"/>
        </pc:sldMkLst>
        <pc:spChg chg="mod">
          <ac:chgData name="Martin Siemienski Andersen" userId="3e5b9027-db81-4bdb-8ff3-173865797b46" providerId="ADAL" clId="{AF868CFA-BB7E-4759-992B-DAB81E63E2D4}" dt="2024-06-10T10:32:55.656" v="950" actId="27636"/>
          <ac:spMkLst>
            <pc:docMk/>
            <pc:sldMk cId="1851326790" sldId="393"/>
            <ac:spMk id="5" creationId="{849BF36F-F1AB-4010-92E8-6DA2169D8066}"/>
          </ac:spMkLst>
        </pc:spChg>
      </pc:sldChg>
      <pc:sldChg chg="modSp mod">
        <pc:chgData name="Martin Siemienski Andersen" userId="3e5b9027-db81-4bdb-8ff3-173865797b46" providerId="ADAL" clId="{AF868CFA-BB7E-4759-992B-DAB81E63E2D4}" dt="2024-06-10T07:42:03.157" v="58" actId="27636"/>
        <pc:sldMkLst>
          <pc:docMk/>
          <pc:sldMk cId="2205747281" sldId="395"/>
        </pc:sldMkLst>
        <pc:spChg chg="mod">
          <ac:chgData name="Martin Siemienski Andersen" userId="3e5b9027-db81-4bdb-8ff3-173865797b46" providerId="ADAL" clId="{AF868CFA-BB7E-4759-992B-DAB81E63E2D4}" dt="2024-06-10T07:42:03.157" v="58" actId="27636"/>
          <ac:spMkLst>
            <pc:docMk/>
            <pc:sldMk cId="2205747281" sldId="395"/>
            <ac:spMk id="5" creationId="{62D2424B-64A1-4F2D-A410-3DB5183EDF07}"/>
          </ac:spMkLst>
        </pc:spChg>
      </pc:sldChg>
      <pc:sldChg chg="setBg">
        <pc:chgData name="Martin Siemienski Andersen" userId="3e5b9027-db81-4bdb-8ff3-173865797b46" providerId="ADAL" clId="{AF868CFA-BB7E-4759-992B-DAB81E63E2D4}" dt="2024-06-10T11:44:02.259" v="1222"/>
        <pc:sldMkLst>
          <pc:docMk/>
          <pc:sldMk cId="4205008890" sldId="396"/>
        </pc:sldMkLst>
      </pc:sldChg>
      <pc:sldChg chg="modSp mod">
        <pc:chgData name="Martin Siemienski Andersen" userId="3e5b9027-db81-4bdb-8ff3-173865797b46" providerId="ADAL" clId="{AF868CFA-BB7E-4759-992B-DAB81E63E2D4}" dt="2024-06-10T10:33:51.476" v="959" actId="404"/>
        <pc:sldMkLst>
          <pc:docMk/>
          <pc:sldMk cId="1250057144" sldId="397"/>
        </pc:sldMkLst>
        <pc:spChg chg="mod">
          <ac:chgData name="Martin Siemienski Andersen" userId="3e5b9027-db81-4bdb-8ff3-173865797b46" providerId="ADAL" clId="{AF868CFA-BB7E-4759-992B-DAB81E63E2D4}" dt="2024-06-10T10:33:51.476" v="959" actId="404"/>
          <ac:spMkLst>
            <pc:docMk/>
            <pc:sldMk cId="1250057144" sldId="397"/>
            <ac:spMk id="9" creationId="{B0616019-1053-4644-91F3-2164F895F781}"/>
          </ac:spMkLst>
        </pc:spChg>
      </pc:sldChg>
      <pc:sldChg chg="addSp modSp mod">
        <pc:chgData name="Martin Siemienski Andersen" userId="3e5b9027-db81-4bdb-8ff3-173865797b46" providerId="ADAL" clId="{AF868CFA-BB7E-4759-992B-DAB81E63E2D4}" dt="2024-06-10T11:35:29.304" v="1071" actId="1076"/>
        <pc:sldMkLst>
          <pc:docMk/>
          <pc:sldMk cId="1950445056" sldId="398"/>
        </pc:sldMkLst>
        <pc:spChg chg="add mod">
          <ac:chgData name="Martin Siemienski Andersen" userId="3e5b9027-db81-4bdb-8ff3-173865797b46" providerId="ADAL" clId="{AF868CFA-BB7E-4759-992B-DAB81E63E2D4}" dt="2024-06-10T11:35:29.304" v="1071" actId="1076"/>
          <ac:spMkLst>
            <pc:docMk/>
            <pc:sldMk cId="1950445056" sldId="398"/>
            <ac:spMk id="3" creationId="{34F098F7-D09A-C610-BBF8-740FFA74ECAC}"/>
          </ac:spMkLst>
        </pc:spChg>
      </pc:sldChg>
      <pc:sldChg chg="modSp mod">
        <pc:chgData name="Martin Siemienski Andersen" userId="3e5b9027-db81-4bdb-8ff3-173865797b46" providerId="ADAL" clId="{AF868CFA-BB7E-4759-992B-DAB81E63E2D4}" dt="2024-06-10T11:21:46.795" v="1064" actId="20577"/>
        <pc:sldMkLst>
          <pc:docMk/>
          <pc:sldMk cId="2685926581" sldId="399"/>
        </pc:sldMkLst>
        <pc:spChg chg="mod">
          <ac:chgData name="Martin Siemienski Andersen" userId="3e5b9027-db81-4bdb-8ff3-173865797b46" providerId="ADAL" clId="{AF868CFA-BB7E-4759-992B-DAB81E63E2D4}" dt="2024-06-10T11:21:46.795" v="1064" actId="20577"/>
          <ac:spMkLst>
            <pc:docMk/>
            <pc:sldMk cId="2685926581" sldId="399"/>
            <ac:spMk id="5" creationId="{4784E627-3E31-4B3E-B06F-F878F326BB64}"/>
          </ac:spMkLst>
        </pc:spChg>
      </pc:sldChg>
      <pc:sldChg chg="add setBg">
        <pc:chgData name="Martin Siemienski Andersen" userId="3e5b9027-db81-4bdb-8ff3-173865797b46" providerId="ADAL" clId="{AF868CFA-BB7E-4759-992B-DAB81E63E2D4}" dt="2024-06-10T09:34:36.193" v="506"/>
        <pc:sldMkLst>
          <pc:docMk/>
          <pc:sldMk cId="2010117616" sldId="401"/>
        </pc:sldMkLst>
      </pc:sldChg>
      <pc:sldChg chg="add setBg">
        <pc:chgData name="Martin Siemienski Andersen" userId="3e5b9027-db81-4bdb-8ff3-173865797b46" providerId="ADAL" clId="{AF868CFA-BB7E-4759-992B-DAB81E63E2D4}" dt="2024-06-10T09:34:36.193" v="506"/>
        <pc:sldMkLst>
          <pc:docMk/>
          <pc:sldMk cId="3358902497" sldId="405"/>
        </pc:sldMkLst>
      </pc:sldChg>
      <pc:sldChg chg="modSp mod setBg">
        <pc:chgData name="Martin Siemienski Andersen" userId="3e5b9027-db81-4bdb-8ff3-173865797b46" providerId="ADAL" clId="{AF868CFA-BB7E-4759-992B-DAB81E63E2D4}" dt="2024-06-10T11:39:24.958" v="1186" actId="6549"/>
        <pc:sldMkLst>
          <pc:docMk/>
          <pc:sldMk cId="3363059078" sldId="410"/>
        </pc:sldMkLst>
        <pc:spChg chg="mod">
          <ac:chgData name="Martin Siemienski Andersen" userId="3e5b9027-db81-4bdb-8ff3-173865797b46" providerId="ADAL" clId="{AF868CFA-BB7E-4759-992B-DAB81E63E2D4}" dt="2024-06-10T11:39:13.518" v="1184" actId="20577"/>
          <ac:spMkLst>
            <pc:docMk/>
            <pc:sldMk cId="3363059078" sldId="410"/>
            <ac:spMk id="4" creationId="{6F92C1FD-4DE7-4E61-B8D9-CE73E10E0B9F}"/>
          </ac:spMkLst>
        </pc:spChg>
        <pc:spChg chg="mod">
          <ac:chgData name="Martin Siemienski Andersen" userId="3e5b9027-db81-4bdb-8ff3-173865797b46" providerId="ADAL" clId="{AF868CFA-BB7E-4759-992B-DAB81E63E2D4}" dt="2024-06-10T11:39:24.958" v="1186" actId="6549"/>
          <ac:spMkLst>
            <pc:docMk/>
            <pc:sldMk cId="3363059078" sldId="410"/>
            <ac:spMk id="5" creationId="{DE5FC5B0-3D2F-4396-A23C-FACBFB06F9A7}"/>
          </ac:spMkLst>
        </pc:spChg>
      </pc:sldChg>
      <pc:sldChg chg="modSp mod setBg">
        <pc:chgData name="Martin Siemienski Andersen" userId="3e5b9027-db81-4bdb-8ff3-173865797b46" providerId="ADAL" clId="{AF868CFA-BB7E-4759-992B-DAB81E63E2D4}" dt="2024-06-10T11:38:30.449" v="1172" actId="20577"/>
        <pc:sldMkLst>
          <pc:docMk/>
          <pc:sldMk cId="626741155" sldId="411"/>
        </pc:sldMkLst>
        <pc:spChg chg="mod">
          <ac:chgData name="Martin Siemienski Andersen" userId="3e5b9027-db81-4bdb-8ff3-173865797b46" providerId="ADAL" clId="{AF868CFA-BB7E-4759-992B-DAB81E63E2D4}" dt="2024-06-10T11:38:30.449" v="1172" actId="20577"/>
          <ac:spMkLst>
            <pc:docMk/>
            <pc:sldMk cId="626741155" sldId="411"/>
            <ac:spMk id="4" creationId="{6F92C1FD-4DE7-4E61-B8D9-CE73E10E0B9F}"/>
          </ac:spMkLst>
        </pc:spChg>
      </pc:sldChg>
      <pc:sldChg chg="modSp mod setBg">
        <pc:chgData name="Martin Siemienski Andersen" userId="3e5b9027-db81-4bdb-8ff3-173865797b46" providerId="ADAL" clId="{AF868CFA-BB7E-4759-992B-DAB81E63E2D4}" dt="2024-06-10T11:38:34.574" v="1178" actId="20577"/>
        <pc:sldMkLst>
          <pc:docMk/>
          <pc:sldMk cId="3449050804" sldId="412"/>
        </pc:sldMkLst>
        <pc:spChg chg="mod">
          <ac:chgData name="Martin Siemienski Andersen" userId="3e5b9027-db81-4bdb-8ff3-173865797b46" providerId="ADAL" clId="{AF868CFA-BB7E-4759-992B-DAB81E63E2D4}" dt="2024-06-10T11:38:34.574" v="1178" actId="20577"/>
          <ac:spMkLst>
            <pc:docMk/>
            <pc:sldMk cId="3449050804" sldId="412"/>
            <ac:spMk id="6" creationId="{19124B0F-5E7A-4F6F-B60E-A0AC84BE992B}"/>
          </ac:spMkLst>
        </pc:spChg>
      </pc:sldChg>
      <pc:sldChg chg="addSp modSp mod">
        <pc:chgData name="Martin Siemienski Andersen" userId="3e5b9027-db81-4bdb-8ff3-173865797b46" providerId="ADAL" clId="{AF868CFA-BB7E-4759-992B-DAB81E63E2D4}" dt="2024-06-10T11:14:46.551" v="986" actId="1076"/>
        <pc:sldMkLst>
          <pc:docMk/>
          <pc:sldMk cId="2682756850" sldId="413"/>
        </pc:sldMkLst>
        <pc:spChg chg="add mod">
          <ac:chgData name="Martin Siemienski Andersen" userId="3e5b9027-db81-4bdb-8ff3-173865797b46" providerId="ADAL" clId="{AF868CFA-BB7E-4759-992B-DAB81E63E2D4}" dt="2024-06-10T11:14:46.551" v="986" actId="1076"/>
          <ac:spMkLst>
            <pc:docMk/>
            <pc:sldMk cId="2682756850" sldId="413"/>
            <ac:spMk id="5" creationId="{3DB17ECD-924B-CE89-21E9-3CE80767F2E3}"/>
          </ac:spMkLst>
        </pc:spChg>
      </pc:sldChg>
      <pc:sldChg chg="addSp delSp modSp mod setBg">
        <pc:chgData name="Martin Siemienski Andersen" userId="3e5b9027-db81-4bdb-8ff3-173865797b46" providerId="ADAL" clId="{AF868CFA-BB7E-4759-992B-DAB81E63E2D4}" dt="2024-06-10T12:49:44.010" v="4680" actId="20577"/>
        <pc:sldMkLst>
          <pc:docMk/>
          <pc:sldMk cId="529632101" sldId="417"/>
        </pc:sldMkLst>
        <pc:spChg chg="mod">
          <ac:chgData name="Martin Siemienski Andersen" userId="3e5b9027-db81-4bdb-8ff3-173865797b46" providerId="ADAL" clId="{AF868CFA-BB7E-4759-992B-DAB81E63E2D4}" dt="2024-06-10T12:21:01.600" v="2935" actId="6549"/>
          <ac:spMkLst>
            <pc:docMk/>
            <pc:sldMk cId="529632101" sldId="417"/>
            <ac:spMk id="4" creationId="{6F92C1FD-4DE7-4E61-B8D9-CE73E10E0B9F}"/>
          </ac:spMkLst>
        </pc:spChg>
        <pc:spChg chg="mod">
          <ac:chgData name="Martin Siemienski Andersen" userId="3e5b9027-db81-4bdb-8ff3-173865797b46" providerId="ADAL" clId="{AF868CFA-BB7E-4759-992B-DAB81E63E2D4}" dt="2024-06-10T12:31:53.316" v="3525" actId="20577"/>
          <ac:spMkLst>
            <pc:docMk/>
            <pc:sldMk cId="529632101" sldId="417"/>
            <ac:spMk id="5" creationId="{DE5FC5B0-3D2F-4396-A23C-FACBFB06F9A7}"/>
          </ac:spMkLst>
        </pc:spChg>
        <pc:spChg chg="del">
          <ac:chgData name="Martin Siemienski Andersen" userId="3e5b9027-db81-4bdb-8ff3-173865797b46" providerId="ADAL" clId="{AF868CFA-BB7E-4759-992B-DAB81E63E2D4}" dt="2024-06-10T11:58:44.630" v="1960" actId="478"/>
          <ac:spMkLst>
            <pc:docMk/>
            <pc:sldMk cId="529632101" sldId="417"/>
            <ac:spMk id="7" creationId="{A7ED511F-4198-43D5-B3A0-A24F0A26C2DE}"/>
          </ac:spMkLst>
        </pc:spChg>
        <pc:spChg chg="add mod">
          <ac:chgData name="Martin Siemienski Andersen" userId="3e5b9027-db81-4bdb-8ff3-173865797b46" providerId="ADAL" clId="{AF868CFA-BB7E-4759-992B-DAB81E63E2D4}" dt="2024-06-10T11:57:40.834" v="1826" actId="1076"/>
          <ac:spMkLst>
            <pc:docMk/>
            <pc:sldMk cId="529632101" sldId="417"/>
            <ac:spMk id="9" creationId="{8E3B4581-4682-C275-1698-3681B7C73569}"/>
          </ac:spMkLst>
        </pc:spChg>
        <pc:spChg chg="del mod">
          <ac:chgData name="Martin Siemienski Andersen" userId="3e5b9027-db81-4bdb-8ff3-173865797b46" providerId="ADAL" clId="{AF868CFA-BB7E-4759-992B-DAB81E63E2D4}" dt="2024-06-10T12:48:44.392" v="4670" actId="478"/>
          <ac:spMkLst>
            <pc:docMk/>
            <pc:sldMk cId="529632101" sldId="417"/>
            <ac:spMk id="10" creationId="{3D0AAF83-FE81-6E6A-1462-73361EC35649}"/>
          </ac:spMkLst>
        </pc:spChg>
        <pc:spChg chg="add del mod">
          <ac:chgData name="Martin Siemienski Andersen" userId="3e5b9027-db81-4bdb-8ff3-173865797b46" providerId="ADAL" clId="{AF868CFA-BB7E-4759-992B-DAB81E63E2D4}" dt="2024-06-10T12:10:28.134" v="2596"/>
          <ac:spMkLst>
            <pc:docMk/>
            <pc:sldMk cId="529632101" sldId="417"/>
            <ac:spMk id="12" creationId="{18CC846D-DD38-3EE4-1C62-C3BCC6A90D68}"/>
          </ac:spMkLst>
        </pc:spChg>
        <pc:spChg chg="add mod">
          <ac:chgData name="Martin Siemienski Andersen" userId="3e5b9027-db81-4bdb-8ff3-173865797b46" providerId="ADAL" clId="{AF868CFA-BB7E-4759-992B-DAB81E63E2D4}" dt="2024-06-10T12:49:44.010" v="4680" actId="20577"/>
          <ac:spMkLst>
            <pc:docMk/>
            <pc:sldMk cId="529632101" sldId="417"/>
            <ac:spMk id="14" creationId="{D513320F-1E82-6DD7-85EB-8EF71470F712}"/>
          </ac:spMkLst>
        </pc:spChg>
        <pc:picChg chg="del mod">
          <ac:chgData name="Martin Siemienski Andersen" userId="3e5b9027-db81-4bdb-8ff3-173865797b46" providerId="ADAL" clId="{AF868CFA-BB7E-4759-992B-DAB81E63E2D4}" dt="2024-06-10T11:57:37.040" v="1825" actId="478"/>
          <ac:picMkLst>
            <pc:docMk/>
            <pc:sldMk cId="529632101" sldId="417"/>
            <ac:picMk id="6" creationId="{C549A4DF-04E5-33D9-69A2-FA46AB1EB83C}"/>
          </ac:picMkLst>
        </pc:picChg>
      </pc:sldChg>
      <pc:sldChg chg="modSp add del mod setBg modShow">
        <pc:chgData name="Martin Siemienski Andersen" userId="3e5b9027-db81-4bdb-8ff3-173865797b46" providerId="ADAL" clId="{AF868CFA-BB7E-4759-992B-DAB81E63E2D4}" dt="2024-06-10T12:37:42.878" v="3606" actId="729"/>
        <pc:sldMkLst>
          <pc:docMk/>
          <pc:sldMk cId="2260751202" sldId="418"/>
        </pc:sldMkLst>
        <pc:spChg chg="mod">
          <ac:chgData name="Martin Siemienski Andersen" userId="3e5b9027-db81-4bdb-8ff3-173865797b46" providerId="ADAL" clId="{AF868CFA-BB7E-4759-992B-DAB81E63E2D4}" dt="2024-06-10T11:41:44.826" v="1212" actId="20577"/>
          <ac:spMkLst>
            <pc:docMk/>
            <pc:sldMk cId="2260751202" sldId="418"/>
            <ac:spMk id="4" creationId="{6F92C1FD-4DE7-4E61-B8D9-CE73E10E0B9F}"/>
          </ac:spMkLst>
        </pc:spChg>
      </pc:sldChg>
      <pc:sldChg chg="setBg">
        <pc:chgData name="Martin Siemienski Andersen" userId="3e5b9027-db81-4bdb-8ff3-173865797b46" providerId="ADAL" clId="{AF868CFA-BB7E-4759-992B-DAB81E63E2D4}" dt="2024-06-10T11:43:56.669" v="1221"/>
        <pc:sldMkLst>
          <pc:docMk/>
          <pc:sldMk cId="4131622673" sldId="419"/>
        </pc:sldMkLst>
      </pc:sldChg>
      <pc:sldChg chg="setBg">
        <pc:chgData name="Martin Siemienski Andersen" userId="3e5b9027-db81-4bdb-8ff3-173865797b46" providerId="ADAL" clId="{AF868CFA-BB7E-4759-992B-DAB81E63E2D4}" dt="2024-06-10T12:35:11.322" v="3530"/>
        <pc:sldMkLst>
          <pc:docMk/>
          <pc:sldMk cId="2631091378" sldId="421"/>
        </pc:sldMkLst>
      </pc:sldChg>
      <pc:sldChg chg="addSp modSp mod">
        <pc:chgData name="Martin Siemienski Andersen" userId="3e5b9027-db81-4bdb-8ff3-173865797b46" providerId="ADAL" clId="{AF868CFA-BB7E-4759-992B-DAB81E63E2D4}" dt="2024-06-10T11:17:20.025" v="1052" actId="15"/>
        <pc:sldMkLst>
          <pc:docMk/>
          <pc:sldMk cId="922050962" sldId="422"/>
        </pc:sldMkLst>
        <pc:spChg chg="mod">
          <ac:chgData name="Martin Siemienski Andersen" userId="3e5b9027-db81-4bdb-8ff3-173865797b46" providerId="ADAL" clId="{AF868CFA-BB7E-4759-992B-DAB81E63E2D4}" dt="2024-06-10T10:25:55.802" v="930" actId="14100"/>
          <ac:spMkLst>
            <pc:docMk/>
            <pc:sldMk cId="922050962" sldId="422"/>
            <ac:spMk id="4" creationId="{C6F7492B-E541-4021-8D36-03EBA95F71BA}"/>
          </ac:spMkLst>
        </pc:spChg>
        <pc:spChg chg="mod">
          <ac:chgData name="Martin Siemienski Andersen" userId="3e5b9027-db81-4bdb-8ff3-173865797b46" providerId="ADAL" clId="{AF868CFA-BB7E-4759-992B-DAB81E63E2D4}" dt="2024-06-10T11:17:20.025" v="1052" actId="15"/>
          <ac:spMkLst>
            <pc:docMk/>
            <pc:sldMk cId="922050962" sldId="422"/>
            <ac:spMk id="5" creationId="{C417F205-6F18-4AB5-8549-E7566E60EF9A}"/>
          </ac:spMkLst>
        </pc:spChg>
        <pc:cxnChg chg="add">
          <ac:chgData name="Martin Siemienski Andersen" userId="3e5b9027-db81-4bdb-8ff3-173865797b46" providerId="ADAL" clId="{AF868CFA-BB7E-4759-992B-DAB81E63E2D4}" dt="2024-06-10T11:15:07.131" v="987" actId="11529"/>
          <ac:cxnSpMkLst>
            <pc:docMk/>
            <pc:sldMk cId="922050962" sldId="422"/>
            <ac:cxnSpMk id="6" creationId="{86EEC527-81C6-AB4F-AB12-526813AED069}"/>
          </ac:cxnSpMkLst>
        </pc:cxnChg>
      </pc:sldChg>
      <pc:sldChg chg="setBg">
        <pc:chgData name="Martin Siemienski Andersen" userId="3e5b9027-db81-4bdb-8ff3-173865797b46" providerId="ADAL" clId="{AF868CFA-BB7E-4759-992B-DAB81E63E2D4}" dt="2024-06-10T11:43:52.096" v="1220"/>
        <pc:sldMkLst>
          <pc:docMk/>
          <pc:sldMk cId="4134915699" sldId="425"/>
        </pc:sldMkLst>
      </pc:sldChg>
      <pc:sldChg chg="addSp modSp mod modClrScheme chgLayout">
        <pc:chgData name="Martin Siemienski Andersen" userId="3e5b9027-db81-4bdb-8ff3-173865797b46" providerId="ADAL" clId="{AF868CFA-BB7E-4759-992B-DAB81E63E2D4}" dt="2024-06-10T10:34:43.422" v="962" actId="14100"/>
        <pc:sldMkLst>
          <pc:docMk/>
          <pc:sldMk cId="1463334457" sldId="427"/>
        </pc:sldMkLst>
        <pc:spChg chg="add mod ord">
          <ac:chgData name="Martin Siemienski Andersen" userId="3e5b9027-db81-4bdb-8ff3-173865797b46" providerId="ADAL" clId="{AF868CFA-BB7E-4759-992B-DAB81E63E2D4}" dt="2024-06-10T10:34:39.771" v="961" actId="700"/>
          <ac:spMkLst>
            <pc:docMk/>
            <pc:sldMk cId="1463334457" sldId="427"/>
            <ac:spMk id="2" creationId="{71F10273-C6B7-F635-97F5-4F7D58A2EAC0}"/>
          </ac:spMkLst>
        </pc:spChg>
        <pc:spChg chg="mod ord">
          <ac:chgData name="Martin Siemienski Andersen" userId="3e5b9027-db81-4bdb-8ff3-173865797b46" providerId="ADAL" clId="{AF868CFA-BB7E-4759-992B-DAB81E63E2D4}" dt="2024-06-10T10:34:39.771" v="961" actId="700"/>
          <ac:spMkLst>
            <pc:docMk/>
            <pc:sldMk cId="1463334457" sldId="427"/>
            <ac:spMk id="3" creationId="{59294BCE-7E76-4EDB-B64C-3B1C84E102F3}"/>
          </ac:spMkLst>
        </pc:spChg>
        <pc:spChg chg="mod ord">
          <ac:chgData name="Martin Siemienski Andersen" userId="3e5b9027-db81-4bdb-8ff3-173865797b46" providerId="ADAL" clId="{AF868CFA-BB7E-4759-992B-DAB81E63E2D4}" dt="2024-06-10T10:34:43.422" v="962" actId="14100"/>
          <ac:spMkLst>
            <pc:docMk/>
            <pc:sldMk cId="1463334457" sldId="427"/>
            <ac:spMk id="4" creationId="{1E1042F1-E57B-4668-9D98-B135EC590AD4}"/>
          </ac:spMkLst>
        </pc:spChg>
        <pc:spChg chg="add mod ord">
          <ac:chgData name="Martin Siemienski Andersen" userId="3e5b9027-db81-4bdb-8ff3-173865797b46" providerId="ADAL" clId="{AF868CFA-BB7E-4759-992B-DAB81E63E2D4}" dt="2024-06-10T10:34:39.771" v="961" actId="700"/>
          <ac:spMkLst>
            <pc:docMk/>
            <pc:sldMk cId="1463334457" sldId="427"/>
            <ac:spMk id="5" creationId="{E38B3D91-AD84-BA2A-ACD2-1FFDBA28CAD3}"/>
          </ac:spMkLst>
        </pc:spChg>
        <pc:picChg chg="mod">
          <ac:chgData name="Martin Siemienski Andersen" userId="3e5b9027-db81-4bdb-8ff3-173865797b46" providerId="ADAL" clId="{AF868CFA-BB7E-4759-992B-DAB81E63E2D4}" dt="2024-06-10T10:34:30.668" v="960" actId="1076"/>
          <ac:picMkLst>
            <pc:docMk/>
            <pc:sldMk cId="1463334457" sldId="427"/>
            <ac:picMk id="1028" creationId="{77BA3538-E3EA-4FF0-B997-DBB50D215D72}"/>
          </ac:picMkLst>
        </pc:picChg>
      </pc:sldChg>
      <pc:sldChg chg="addSp delSp modSp mod modClrScheme chgLayout">
        <pc:chgData name="Martin Siemienski Andersen" userId="3e5b9027-db81-4bdb-8ff3-173865797b46" providerId="ADAL" clId="{AF868CFA-BB7E-4759-992B-DAB81E63E2D4}" dt="2024-06-10T11:13:45.153" v="972" actId="700"/>
        <pc:sldMkLst>
          <pc:docMk/>
          <pc:sldMk cId="1010077285" sldId="428"/>
        </pc:sldMkLst>
        <pc:spChg chg="add mod ord">
          <ac:chgData name="Martin Siemienski Andersen" userId="3e5b9027-db81-4bdb-8ff3-173865797b46" providerId="ADAL" clId="{AF868CFA-BB7E-4759-992B-DAB81E63E2D4}" dt="2024-06-10T11:13:45.153" v="972" actId="700"/>
          <ac:spMkLst>
            <pc:docMk/>
            <pc:sldMk cId="1010077285" sldId="428"/>
            <ac:spMk id="2" creationId="{D6501079-3644-F846-D958-392A3E5234CE}"/>
          </ac:spMkLst>
        </pc:spChg>
        <pc:spChg chg="mod ord">
          <ac:chgData name="Martin Siemienski Andersen" userId="3e5b9027-db81-4bdb-8ff3-173865797b46" providerId="ADAL" clId="{AF868CFA-BB7E-4759-992B-DAB81E63E2D4}" dt="2024-06-10T11:13:45.153" v="972" actId="700"/>
          <ac:spMkLst>
            <pc:docMk/>
            <pc:sldMk cId="1010077285" sldId="428"/>
            <ac:spMk id="3" creationId="{69CE20FF-AA55-4A0B-8AF6-DA10D789F47D}"/>
          </ac:spMkLst>
        </pc:spChg>
        <pc:spChg chg="mod ord">
          <ac:chgData name="Martin Siemienski Andersen" userId="3e5b9027-db81-4bdb-8ff3-173865797b46" providerId="ADAL" clId="{AF868CFA-BB7E-4759-992B-DAB81E63E2D4}" dt="2024-06-10T11:13:45.153" v="972" actId="700"/>
          <ac:spMkLst>
            <pc:docMk/>
            <pc:sldMk cId="1010077285" sldId="428"/>
            <ac:spMk id="6" creationId="{AF785E2A-DA16-4A8F-8BE6-8CB869E0E6CD}"/>
          </ac:spMkLst>
        </pc:spChg>
        <pc:spChg chg="mod ord">
          <ac:chgData name="Martin Siemienski Andersen" userId="3e5b9027-db81-4bdb-8ff3-173865797b46" providerId="ADAL" clId="{AF868CFA-BB7E-4759-992B-DAB81E63E2D4}" dt="2024-06-10T11:13:45.153" v="972" actId="700"/>
          <ac:spMkLst>
            <pc:docMk/>
            <pc:sldMk cId="1010077285" sldId="428"/>
            <ac:spMk id="7" creationId="{F2B22395-E061-49B7-8622-9C0B113B5E6D}"/>
          </ac:spMkLst>
        </pc:spChg>
        <pc:spChg chg="add del mod">
          <ac:chgData name="Martin Siemienski Andersen" userId="3e5b9027-db81-4bdb-8ff3-173865797b46" providerId="ADAL" clId="{AF868CFA-BB7E-4759-992B-DAB81E63E2D4}" dt="2024-06-10T11:13:32.171" v="964" actId="26606"/>
          <ac:spMkLst>
            <pc:docMk/>
            <pc:sldMk cId="1010077285" sldId="428"/>
            <ac:spMk id="14" creationId="{0866B247-F95B-0A8D-A323-9CBC116F8DFB}"/>
          </ac:spMkLst>
        </pc:spChg>
        <pc:spChg chg="add del mod">
          <ac:chgData name="Martin Siemienski Andersen" userId="3e5b9027-db81-4bdb-8ff3-173865797b46" providerId="ADAL" clId="{AF868CFA-BB7E-4759-992B-DAB81E63E2D4}" dt="2024-06-10T11:13:33.099" v="966" actId="26606"/>
          <ac:spMkLst>
            <pc:docMk/>
            <pc:sldMk cId="1010077285" sldId="428"/>
            <ac:spMk id="16" creationId="{AE510CAB-478A-C47D-F952-A96E59701EA4}"/>
          </ac:spMkLst>
        </pc:spChg>
        <pc:spChg chg="add del mod">
          <ac:chgData name="Martin Siemienski Andersen" userId="3e5b9027-db81-4bdb-8ff3-173865797b46" providerId="ADAL" clId="{AF868CFA-BB7E-4759-992B-DAB81E63E2D4}" dt="2024-06-10T11:13:33.099" v="966" actId="26606"/>
          <ac:spMkLst>
            <pc:docMk/>
            <pc:sldMk cId="1010077285" sldId="428"/>
            <ac:spMk id="17" creationId="{54EAA382-9C3A-E8F1-8943-CB966262A830}"/>
          </ac:spMkLst>
        </pc:spChg>
        <pc:spChg chg="add del mod">
          <ac:chgData name="Martin Siemienski Andersen" userId="3e5b9027-db81-4bdb-8ff3-173865797b46" providerId="ADAL" clId="{AF868CFA-BB7E-4759-992B-DAB81E63E2D4}" dt="2024-06-10T11:13:37.435" v="968" actId="26606"/>
          <ac:spMkLst>
            <pc:docMk/>
            <pc:sldMk cId="1010077285" sldId="428"/>
            <ac:spMk id="19" creationId="{4BC09503-D020-0884-9962-17E95770B5BA}"/>
          </ac:spMkLst>
        </pc:spChg>
        <pc:spChg chg="add del mod">
          <ac:chgData name="Martin Siemienski Andersen" userId="3e5b9027-db81-4bdb-8ff3-173865797b46" providerId="ADAL" clId="{AF868CFA-BB7E-4759-992B-DAB81E63E2D4}" dt="2024-06-10T11:13:37.435" v="968" actId="26606"/>
          <ac:spMkLst>
            <pc:docMk/>
            <pc:sldMk cId="1010077285" sldId="428"/>
            <ac:spMk id="20" creationId="{7AC72466-E3C6-DF5D-0BCE-353C12F017CA}"/>
          </ac:spMkLst>
        </pc:spChg>
        <pc:spChg chg="add del mod">
          <ac:chgData name="Martin Siemienski Andersen" userId="3e5b9027-db81-4bdb-8ff3-173865797b46" providerId="ADAL" clId="{AF868CFA-BB7E-4759-992B-DAB81E63E2D4}" dt="2024-06-10T11:13:38.596" v="970" actId="26606"/>
          <ac:spMkLst>
            <pc:docMk/>
            <pc:sldMk cId="1010077285" sldId="428"/>
            <ac:spMk id="22" creationId="{54EAA382-9C3A-E8F1-8943-CB966262A830}"/>
          </ac:spMkLst>
        </pc:spChg>
        <pc:spChg chg="add del mod">
          <ac:chgData name="Martin Siemienski Andersen" userId="3e5b9027-db81-4bdb-8ff3-173865797b46" providerId="ADAL" clId="{AF868CFA-BB7E-4759-992B-DAB81E63E2D4}" dt="2024-06-10T11:13:38.596" v="970" actId="26606"/>
          <ac:spMkLst>
            <pc:docMk/>
            <pc:sldMk cId="1010077285" sldId="428"/>
            <ac:spMk id="23" creationId="{AE510CAB-478A-C47D-F952-A96E59701EA4}"/>
          </ac:spMkLst>
        </pc:spChg>
        <pc:picChg chg="mod ord">
          <ac:chgData name="Martin Siemienski Andersen" userId="3e5b9027-db81-4bdb-8ff3-173865797b46" providerId="ADAL" clId="{AF868CFA-BB7E-4759-992B-DAB81E63E2D4}" dt="2024-06-10T11:13:38.603" v="971" actId="26606"/>
          <ac:picMkLst>
            <pc:docMk/>
            <pc:sldMk cId="1010077285" sldId="428"/>
            <ac:picMk id="9" creationId="{CC2E8C0B-8B31-4D20-ABD2-0016CF5519D2}"/>
          </ac:picMkLst>
        </pc:picChg>
      </pc:sldChg>
      <pc:sldChg chg="add setBg">
        <pc:chgData name="Martin Siemienski Andersen" userId="3e5b9027-db81-4bdb-8ff3-173865797b46" providerId="ADAL" clId="{AF868CFA-BB7E-4759-992B-DAB81E63E2D4}" dt="2024-06-10T09:35:32.090" v="512"/>
        <pc:sldMkLst>
          <pc:docMk/>
          <pc:sldMk cId="1077391940" sldId="432"/>
        </pc:sldMkLst>
      </pc:sldChg>
      <pc:sldChg chg="modSp mod ord">
        <pc:chgData name="Martin Siemienski Andersen" userId="3e5b9027-db81-4bdb-8ff3-173865797b46" providerId="ADAL" clId="{AF868CFA-BB7E-4759-992B-DAB81E63E2D4}" dt="2024-06-10T09:16:37.873" v="483"/>
        <pc:sldMkLst>
          <pc:docMk/>
          <pc:sldMk cId="4294393476" sldId="434"/>
        </pc:sldMkLst>
        <pc:spChg chg="mod">
          <ac:chgData name="Martin Siemienski Andersen" userId="3e5b9027-db81-4bdb-8ff3-173865797b46" providerId="ADAL" clId="{AF868CFA-BB7E-4759-992B-DAB81E63E2D4}" dt="2024-06-10T07:42:38.745" v="66" actId="5793"/>
          <ac:spMkLst>
            <pc:docMk/>
            <pc:sldMk cId="4294393476" sldId="434"/>
            <ac:spMk id="5" creationId="{B735D18A-0288-6507-0214-0F91B518E50A}"/>
          </ac:spMkLst>
        </pc:spChg>
      </pc:sldChg>
      <pc:sldChg chg="addSp delSp modSp del mod setBg">
        <pc:chgData name="Martin Siemienski Andersen" userId="3e5b9027-db81-4bdb-8ff3-173865797b46" providerId="ADAL" clId="{AF868CFA-BB7E-4759-992B-DAB81E63E2D4}" dt="2024-06-10T12:12:42.071" v="2619" actId="47"/>
        <pc:sldMkLst>
          <pc:docMk/>
          <pc:sldMk cId="1196842481" sldId="435"/>
        </pc:sldMkLst>
        <pc:spChg chg="add mod">
          <ac:chgData name="Martin Siemienski Andersen" userId="3e5b9027-db81-4bdb-8ff3-173865797b46" providerId="ADAL" clId="{AF868CFA-BB7E-4759-992B-DAB81E63E2D4}" dt="2024-06-10T11:42:18.785" v="1218"/>
          <ac:spMkLst>
            <pc:docMk/>
            <pc:sldMk cId="1196842481" sldId="435"/>
            <ac:spMk id="2" creationId="{D172D204-BFD1-D0F9-CA59-F20F21627FD5}"/>
          </ac:spMkLst>
        </pc:spChg>
        <pc:spChg chg="mod">
          <ac:chgData name="Martin Siemienski Andersen" userId="3e5b9027-db81-4bdb-8ff3-173865797b46" providerId="ADAL" clId="{AF868CFA-BB7E-4759-992B-DAB81E63E2D4}" dt="2024-06-10T11:41:23.261" v="1204" actId="20577"/>
          <ac:spMkLst>
            <pc:docMk/>
            <pc:sldMk cId="1196842481" sldId="435"/>
            <ac:spMk id="4" creationId="{6F92C1FD-4DE7-4E61-B8D9-CE73E10E0B9F}"/>
          </ac:spMkLst>
        </pc:spChg>
        <pc:spChg chg="del mod">
          <ac:chgData name="Martin Siemienski Andersen" userId="3e5b9027-db81-4bdb-8ff3-173865797b46" providerId="ADAL" clId="{AF868CFA-BB7E-4759-992B-DAB81E63E2D4}" dt="2024-06-10T11:42:10.720" v="1216" actId="478"/>
          <ac:spMkLst>
            <pc:docMk/>
            <pc:sldMk cId="1196842481" sldId="435"/>
            <ac:spMk id="10" creationId="{3D0AAF83-FE81-6E6A-1462-73361EC35649}"/>
          </ac:spMkLst>
        </pc:spChg>
        <pc:picChg chg="mod">
          <ac:chgData name="Martin Siemienski Andersen" userId="3e5b9027-db81-4bdb-8ff3-173865797b46" providerId="ADAL" clId="{AF868CFA-BB7E-4759-992B-DAB81E63E2D4}" dt="2024-06-10T11:42:22.070" v="1219" actId="1076"/>
          <ac:picMkLst>
            <pc:docMk/>
            <pc:sldMk cId="1196842481" sldId="435"/>
            <ac:picMk id="9" creationId="{EBD211D7-B540-8E7B-816C-1FCAA1BC8202}"/>
          </ac:picMkLst>
        </pc:picChg>
      </pc:sldChg>
      <pc:sldChg chg="addSp delSp modSp new mod modClrScheme chgLayout">
        <pc:chgData name="Martin Siemienski Andersen" userId="3e5b9027-db81-4bdb-8ff3-173865797b46" providerId="ADAL" clId="{AF868CFA-BB7E-4759-992B-DAB81E63E2D4}" dt="2024-06-10T07:40:30.587" v="56" actId="20577"/>
        <pc:sldMkLst>
          <pc:docMk/>
          <pc:sldMk cId="1212518026" sldId="436"/>
        </pc:sldMkLst>
        <pc:spChg chg="del">
          <ac:chgData name="Martin Siemienski Andersen" userId="3e5b9027-db81-4bdb-8ff3-173865797b46" providerId="ADAL" clId="{AF868CFA-BB7E-4759-992B-DAB81E63E2D4}" dt="2024-06-10T07:40:11.828" v="1" actId="700"/>
          <ac:spMkLst>
            <pc:docMk/>
            <pc:sldMk cId="1212518026" sldId="436"/>
            <ac:spMk id="2" creationId="{1DF2F7E1-D689-2271-11CC-19ED63EE1AB8}"/>
          </ac:spMkLst>
        </pc:spChg>
        <pc:spChg chg="del mod ord">
          <ac:chgData name="Martin Siemienski Andersen" userId="3e5b9027-db81-4bdb-8ff3-173865797b46" providerId="ADAL" clId="{AF868CFA-BB7E-4759-992B-DAB81E63E2D4}" dt="2024-06-10T07:40:11.828" v="1" actId="700"/>
          <ac:spMkLst>
            <pc:docMk/>
            <pc:sldMk cId="1212518026" sldId="436"/>
            <ac:spMk id="3" creationId="{3ADC661A-3B55-0233-0309-0D99E6AEAB38}"/>
          </ac:spMkLst>
        </pc:spChg>
        <pc:spChg chg="del mod ord">
          <ac:chgData name="Martin Siemienski Andersen" userId="3e5b9027-db81-4bdb-8ff3-173865797b46" providerId="ADAL" clId="{AF868CFA-BB7E-4759-992B-DAB81E63E2D4}" dt="2024-06-10T07:40:11.828" v="1" actId="700"/>
          <ac:spMkLst>
            <pc:docMk/>
            <pc:sldMk cId="1212518026" sldId="436"/>
            <ac:spMk id="4" creationId="{35BFA91C-90C0-DF9A-090E-2B6AE28D8D09}"/>
          </ac:spMkLst>
        </pc:spChg>
        <pc:spChg chg="add mod ord">
          <ac:chgData name="Martin Siemienski Andersen" userId="3e5b9027-db81-4bdb-8ff3-173865797b46" providerId="ADAL" clId="{AF868CFA-BB7E-4759-992B-DAB81E63E2D4}" dt="2024-06-10T07:40:18.491" v="24" actId="5793"/>
          <ac:spMkLst>
            <pc:docMk/>
            <pc:sldMk cId="1212518026" sldId="436"/>
            <ac:spMk id="5" creationId="{4FC24222-7B9D-70B3-EFCD-F62FE359A01E}"/>
          </ac:spMkLst>
        </pc:spChg>
        <pc:spChg chg="add mod ord">
          <ac:chgData name="Martin Siemienski Andersen" userId="3e5b9027-db81-4bdb-8ff3-173865797b46" providerId="ADAL" clId="{AF868CFA-BB7E-4759-992B-DAB81E63E2D4}" dt="2024-06-10T07:40:30.587" v="56" actId="20577"/>
          <ac:spMkLst>
            <pc:docMk/>
            <pc:sldMk cId="1212518026" sldId="436"/>
            <ac:spMk id="6" creationId="{3079BED4-CEF4-FAC7-35BC-730882562229}"/>
          </ac:spMkLst>
        </pc:spChg>
      </pc:sldChg>
      <pc:sldChg chg="addSp delSp modSp new mod setBg modAnim">
        <pc:chgData name="Martin Siemienski Andersen" userId="3e5b9027-db81-4bdb-8ff3-173865797b46" providerId="ADAL" clId="{AF868CFA-BB7E-4759-992B-DAB81E63E2D4}" dt="2024-06-10T10:28:54.821" v="938" actId="6549"/>
        <pc:sldMkLst>
          <pc:docMk/>
          <pc:sldMk cId="1060892384" sldId="437"/>
        </pc:sldMkLst>
        <pc:spChg chg="del">
          <ac:chgData name="Martin Siemienski Andersen" userId="3e5b9027-db81-4bdb-8ff3-173865797b46" providerId="ADAL" clId="{AF868CFA-BB7E-4759-992B-DAB81E63E2D4}" dt="2024-06-10T08:00:32.896" v="78" actId="478"/>
          <ac:spMkLst>
            <pc:docMk/>
            <pc:sldMk cId="1060892384" sldId="437"/>
            <ac:spMk id="2" creationId="{21EEBA56-3F8B-5AD7-C2C1-F5E61FFDB0EC}"/>
          </ac:spMkLst>
        </pc:spChg>
        <pc:spChg chg="mod">
          <ac:chgData name="Martin Siemienski Andersen" userId="3e5b9027-db81-4bdb-8ff3-173865797b46" providerId="ADAL" clId="{AF868CFA-BB7E-4759-992B-DAB81E63E2D4}" dt="2024-06-10T08:12:40.676" v="176" actId="20577"/>
          <ac:spMkLst>
            <pc:docMk/>
            <pc:sldMk cId="1060892384" sldId="437"/>
            <ac:spMk id="4" creationId="{28154BEB-3294-E31D-BB02-53C68BB7E7B3}"/>
          </ac:spMkLst>
        </pc:spChg>
        <pc:spChg chg="mod">
          <ac:chgData name="Martin Siemienski Andersen" userId="3e5b9027-db81-4bdb-8ff3-173865797b46" providerId="ADAL" clId="{AF868CFA-BB7E-4759-992B-DAB81E63E2D4}" dt="2024-06-10T10:00:11.686" v="780" actId="27636"/>
          <ac:spMkLst>
            <pc:docMk/>
            <pc:sldMk cId="1060892384" sldId="437"/>
            <ac:spMk id="5" creationId="{7539FD14-0499-FBB4-792B-CB2D18351482}"/>
          </ac:spMkLst>
        </pc:spChg>
        <pc:spChg chg="add del mod">
          <ac:chgData name="Martin Siemienski Andersen" userId="3e5b9027-db81-4bdb-8ff3-173865797b46" providerId="ADAL" clId="{AF868CFA-BB7E-4759-992B-DAB81E63E2D4}" dt="2024-06-10T08:18:06.748" v="369" actId="478"/>
          <ac:spMkLst>
            <pc:docMk/>
            <pc:sldMk cId="1060892384" sldId="437"/>
            <ac:spMk id="7" creationId="{71D3F60F-8F84-DCAA-E65A-522DB100A47F}"/>
          </ac:spMkLst>
        </pc:spChg>
        <pc:spChg chg="add mod">
          <ac:chgData name="Martin Siemienski Andersen" userId="3e5b9027-db81-4bdb-8ff3-173865797b46" providerId="ADAL" clId="{AF868CFA-BB7E-4759-992B-DAB81E63E2D4}" dt="2024-06-10T10:28:54.821" v="938" actId="6549"/>
          <ac:spMkLst>
            <pc:docMk/>
            <pc:sldMk cId="1060892384" sldId="437"/>
            <ac:spMk id="9" creationId="{87FC47A8-566C-4A76-88A1-6FA4863ACD0F}"/>
          </ac:spMkLst>
        </pc:spChg>
      </pc:sldChg>
      <pc:sldChg chg="addSp modSp new mod setBg">
        <pc:chgData name="Martin Siemienski Andersen" userId="3e5b9027-db81-4bdb-8ff3-173865797b46" providerId="ADAL" clId="{AF868CFA-BB7E-4759-992B-DAB81E63E2D4}" dt="2024-06-10T10:25:35.537" v="929" actId="14100"/>
        <pc:sldMkLst>
          <pc:docMk/>
          <pc:sldMk cId="3763903401" sldId="438"/>
        </pc:sldMkLst>
        <pc:spChg chg="mod">
          <ac:chgData name="Martin Siemienski Andersen" userId="3e5b9027-db81-4bdb-8ff3-173865797b46" providerId="ADAL" clId="{AF868CFA-BB7E-4759-992B-DAB81E63E2D4}" dt="2024-06-10T08:22:50.494" v="451" actId="20577"/>
          <ac:spMkLst>
            <pc:docMk/>
            <pc:sldMk cId="3763903401" sldId="438"/>
            <ac:spMk id="3" creationId="{3A814B9B-FEB5-33CB-26A3-D6CFDF6EA927}"/>
          </ac:spMkLst>
        </pc:spChg>
        <pc:spChg chg="mod">
          <ac:chgData name="Martin Siemienski Andersen" userId="3e5b9027-db81-4bdb-8ff3-173865797b46" providerId="ADAL" clId="{AF868CFA-BB7E-4759-992B-DAB81E63E2D4}" dt="2024-06-10T10:25:35.537" v="929" actId="14100"/>
          <ac:spMkLst>
            <pc:docMk/>
            <pc:sldMk cId="3763903401" sldId="438"/>
            <ac:spMk id="4" creationId="{8242F963-01CF-752A-8FC5-724A463891E7}"/>
          </ac:spMkLst>
        </pc:spChg>
        <pc:picChg chg="add mod">
          <ac:chgData name="Martin Siemienski Andersen" userId="3e5b9027-db81-4bdb-8ff3-173865797b46" providerId="ADAL" clId="{AF868CFA-BB7E-4759-992B-DAB81E63E2D4}" dt="2024-06-10T08:20:30.359" v="390" actId="1076"/>
          <ac:picMkLst>
            <pc:docMk/>
            <pc:sldMk cId="3763903401" sldId="438"/>
            <ac:picMk id="6" creationId="{FD616B64-2164-6D61-1876-E833D9B85866}"/>
          </ac:picMkLst>
        </pc:picChg>
      </pc:sldChg>
      <pc:sldChg chg="modSp new del mod">
        <pc:chgData name="Martin Siemienski Andersen" userId="3e5b9027-db81-4bdb-8ff3-173865797b46" providerId="ADAL" clId="{AF868CFA-BB7E-4759-992B-DAB81E63E2D4}" dt="2024-06-10T09:16:53.047" v="485" actId="47"/>
        <pc:sldMkLst>
          <pc:docMk/>
          <pc:sldMk cId="863978643" sldId="439"/>
        </pc:sldMkLst>
        <pc:spChg chg="mod">
          <ac:chgData name="Martin Siemienski Andersen" userId="3e5b9027-db81-4bdb-8ff3-173865797b46" providerId="ADAL" clId="{AF868CFA-BB7E-4759-992B-DAB81E63E2D4}" dt="2024-06-10T09:16:30.385" v="481" actId="20577"/>
          <ac:spMkLst>
            <pc:docMk/>
            <pc:sldMk cId="863978643" sldId="439"/>
            <ac:spMk id="4" creationId="{44F028E1-3420-A615-6CE7-D30CC13FAAAC}"/>
          </ac:spMkLst>
        </pc:spChg>
      </pc:sldChg>
      <pc:sldChg chg="modSp add mod">
        <pc:chgData name="Martin Siemienski Andersen" userId="3e5b9027-db81-4bdb-8ff3-173865797b46" providerId="ADAL" clId="{AF868CFA-BB7E-4759-992B-DAB81E63E2D4}" dt="2024-06-10T09:17:13.245" v="503" actId="20577"/>
        <pc:sldMkLst>
          <pc:docMk/>
          <pc:sldMk cId="2756594161" sldId="440"/>
        </pc:sldMkLst>
        <pc:spChg chg="mod">
          <ac:chgData name="Martin Siemienski Andersen" userId="3e5b9027-db81-4bdb-8ff3-173865797b46" providerId="ADAL" clId="{AF868CFA-BB7E-4759-992B-DAB81E63E2D4}" dt="2024-06-10T09:17:13.245" v="503" actId="20577"/>
          <ac:spMkLst>
            <pc:docMk/>
            <pc:sldMk cId="2756594161" sldId="440"/>
            <ac:spMk id="4" creationId="{59C70F1C-A4DA-997F-51B4-3736B4CD1A39}"/>
          </ac:spMkLst>
        </pc:spChg>
        <pc:spChg chg="mod">
          <ac:chgData name="Martin Siemienski Andersen" userId="3e5b9027-db81-4bdb-8ff3-173865797b46" providerId="ADAL" clId="{AF868CFA-BB7E-4759-992B-DAB81E63E2D4}" dt="2024-06-10T09:17:07.288" v="502" actId="27636"/>
          <ac:spMkLst>
            <pc:docMk/>
            <pc:sldMk cId="2756594161" sldId="440"/>
            <ac:spMk id="5" creationId="{B735D18A-0288-6507-0214-0F91B518E50A}"/>
          </ac:spMkLst>
        </pc:spChg>
      </pc:sldChg>
      <pc:sldChg chg="add ord setBg">
        <pc:chgData name="Martin Siemienski Andersen" userId="3e5b9027-db81-4bdb-8ff3-173865797b46" providerId="ADAL" clId="{AF868CFA-BB7E-4759-992B-DAB81E63E2D4}" dt="2024-06-10T09:35:05.890" v="510"/>
        <pc:sldMkLst>
          <pc:docMk/>
          <pc:sldMk cId="4084934322" sldId="451"/>
        </pc:sldMkLst>
      </pc:sldChg>
      <pc:sldChg chg="addSp delSp modSp new mod setBg modClrScheme chgLayout">
        <pc:chgData name="Martin Siemienski Andersen" userId="3e5b9027-db81-4bdb-8ff3-173865797b46" providerId="ADAL" clId="{AF868CFA-BB7E-4759-992B-DAB81E63E2D4}" dt="2024-06-10T10:29:42.689" v="940" actId="14100"/>
        <pc:sldMkLst>
          <pc:docMk/>
          <pc:sldMk cId="3277984566" sldId="452"/>
        </pc:sldMkLst>
        <pc:spChg chg="del">
          <ac:chgData name="Martin Siemienski Andersen" userId="3e5b9027-db81-4bdb-8ff3-173865797b46" providerId="ADAL" clId="{AF868CFA-BB7E-4759-992B-DAB81E63E2D4}" dt="2024-06-10T09:43:50.038" v="514" actId="700"/>
          <ac:spMkLst>
            <pc:docMk/>
            <pc:sldMk cId="3277984566" sldId="452"/>
            <ac:spMk id="2" creationId="{B08AF4B5-7D02-BF96-CA18-1CA162B6D3CA}"/>
          </ac:spMkLst>
        </pc:spChg>
        <pc:spChg chg="mod ord">
          <ac:chgData name="Martin Siemienski Andersen" userId="3e5b9027-db81-4bdb-8ff3-173865797b46" providerId="ADAL" clId="{AF868CFA-BB7E-4759-992B-DAB81E63E2D4}" dt="2024-06-10T09:43:50.038" v="514" actId="700"/>
          <ac:spMkLst>
            <pc:docMk/>
            <pc:sldMk cId="3277984566" sldId="452"/>
            <ac:spMk id="3" creationId="{C4E7B13B-0029-0E83-F3B9-9628EF09BFA0}"/>
          </ac:spMkLst>
        </pc:spChg>
        <pc:spChg chg="del mod ord">
          <ac:chgData name="Martin Siemienski Andersen" userId="3e5b9027-db81-4bdb-8ff3-173865797b46" providerId="ADAL" clId="{AF868CFA-BB7E-4759-992B-DAB81E63E2D4}" dt="2024-06-10T09:43:50.038" v="514" actId="700"/>
          <ac:spMkLst>
            <pc:docMk/>
            <pc:sldMk cId="3277984566" sldId="452"/>
            <ac:spMk id="4" creationId="{D060C9EB-566F-690A-E5F2-B5D034EFB309}"/>
          </ac:spMkLst>
        </pc:spChg>
        <pc:spChg chg="del mod ord">
          <ac:chgData name="Martin Siemienski Andersen" userId="3e5b9027-db81-4bdb-8ff3-173865797b46" providerId="ADAL" clId="{AF868CFA-BB7E-4759-992B-DAB81E63E2D4}" dt="2024-06-10T09:43:50.038" v="514" actId="700"/>
          <ac:spMkLst>
            <pc:docMk/>
            <pc:sldMk cId="3277984566" sldId="452"/>
            <ac:spMk id="5" creationId="{AEDDA19E-7F75-A64F-B56B-DA0E89669D40}"/>
          </ac:spMkLst>
        </pc:spChg>
        <pc:spChg chg="add mod ord">
          <ac:chgData name="Martin Siemienski Andersen" userId="3e5b9027-db81-4bdb-8ff3-173865797b46" providerId="ADAL" clId="{AF868CFA-BB7E-4759-992B-DAB81E63E2D4}" dt="2024-06-10T09:48:42.312" v="544" actId="20577"/>
          <ac:spMkLst>
            <pc:docMk/>
            <pc:sldMk cId="3277984566" sldId="452"/>
            <ac:spMk id="6" creationId="{6F880B94-909B-F860-1ADE-9D01310854FF}"/>
          </ac:spMkLst>
        </pc:spChg>
        <pc:spChg chg="add mod ord">
          <ac:chgData name="Martin Siemienski Andersen" userId="3e5b9027-db81-4bdb-8ff3-173865797b46" providerId="ADAL" clId="{AF868CFA-BB7E-4759-992B-DAB81E63E2D4}" dt="2024-06-10T09:59:32.879" v="760" actId="20577"/>
          <ac:spMkLst>
            <pc:docMk/>
            <pc:sldMk cId="3277984566" sldId="452"/>
            <ac:spMk id="7" creationId="{B28FC61F-7177-C009-8CE3-52F13D2A4FF6}"/>
          </ac:spMkLst>
        </pc:spChg>
        <pc:spChg chg="add del mod">
          <ac:chgData name="Martin Siemienski Andersen" userId="3e5b9027-db81-4bdb-8ff3-173865797b46" providerId="ADAL" clId="{AF868CFA-BB7E-4759-992B-DAB81E63E2D4}" dt="2024-06-10T09:59:01.656" v="704" actId="478"/>
          <ac:spMkLst>
            <pc:docMk/>
            <pc:sldMk cId="3277984566" sldId="452"/>
            <ac:spMk id="9" creationId="{A8CE189B-D222-03D3-4DF4-11911E0DC347}"/>
          </ac:spMkLst>
        </pc:spChg>
        <pc:spChg chg="add mod">
          <ac:chgData name="Martin Siemienski Andersen" userId="3e5b9027-db81-4bdb-8ff3-173865797b46" providerId="ADAL" clId="{AF868CFA-BB7E-4759-992B-DAB81E63E2D4}" dt="2024-06-10T10:29:42.689" v="940" actId="14100"/>
          <ac:spMkLst>
            <pc:docMk/>
            <pc:sldMk cId="3277984566" sldId="452"/>
            <ac:spMk id="12" creationId="{76E7311A-A120-08AD-A0BF-99769F5C2FF4}"/>
          </ac:spMkLst>
        </pc:spChg>
        <pc:graphicFrameChg chg="add mod modGraphic">
          <ac:chgData name="Martin Siemienski Andersen" userId="3e5b9027-db81-4bdb-8ff3-173865797b46" providerId="ADAL" clId="{AF868CFA-BB7E-4759-992B-DAB81E63E2D4}" dt="2024-06-10T09:57:47.562" v="703" actId="404"/>
          <ac:graphicFrameMkLst>
            <pc:docMk/>
            <pc:sldMk cId="3277984566" sldId="452"/>
            <ac:graphicFrameMk id="10" creationId="{CE3E495C-34EF-99C9-15DE-AF82E164F863}"/>
          </ac:graphicFrameMkLst>
        </pc:graphicFrameChg>
      </pc:sldChg>
      <pc:sldChg chg="addSp delSp modSp add mod setBg">
        <pc:chgData name="Martin Siemienski Andersen" userId="3e5b9027-db81-4bdb-8ff3-173865797b46" providerId="ADAL" clId="{AF868CFA-BB7E-4759-992B-DAB81E63E2D4}" dt="2024-06-10T10:11:07.569" v="863" actId="1076"/>
        <pc:sldMkLst>
          <pc:docMk/>
          <pc:sldMk cId="51150599" sldId="453"/>
        </pc:sldMkLst>
        <pc:spChg chg="add mod">
          <ac:chgData name="Martin Siemienski Andersen" userId="3e5b9027-db81-4bdb-8ff3-173865797b46" providerId="ADAL" clId="{AF868CFA-BB7E-4759-992B-DAB81E63E2D4}" dt="2024-06-10T10:10:11.328" v="845" actId="478"/>
          <ac:spMkLst>
            <pc:docMk/>
            <pc:sldMk cId="51150599" sldId="453"/>
            <ac:spMk id="4" creationId="{E48EA16C-631C-6DC2-5C9B-BB93D2B1048F}"/>
          </ac:spMkLst>
        </pc:spChg>
        <pc:spChg chg="del">
          <ac:chgData name="Martin Siemienski Andersen" userId="3e5b9027-db81-4bdb-8ff3-173865797b46" providerId="ADAL" clId="{AF868CFA-BB7E-4759-992B-DAB81E63E2D4}" dt="2024-06-10T10:10:11.328" v="845" actId="478"/>
          <ac:spMkLst>
            <pc:docMk/>
            <pc:sldMk cId="51150599" sldId="453"/>
            <ac:spMk id="7" creationId="{B28FC61F-7177-C009-8CE3-52F13D2A4FF6}"/>
          </ac:spMkLst>
        </pc:spChg>
        <pc:spChg chg="add mod">
          <ac:chgData name="Martin Siemienski Andersen" userId="3e5b9027-db81-4bdb-8ff3-173865797b46" providerId="ADAL" clId="{AF868CFA-BB7E-4759-992B-DAB81E63E2D4}" dt="2024-06-10T10:11:07.569" v="863" actId="1076"/>
          <ac:spMkLst>
            <pc:docMk/>
            <pc:sldMk cId="51150599" sldId="453"/>
            <ac:spMk id="8" creationId="{BEF0FCC0-ACE0-E431-8D3C-5E22144F6186}"/>
          </ac:spMkLst>
        </pc:spChg>
        <pc:spChg chg="del">
          <ac:chgData name="Martin Siemienski Andersen" userId="3e5b9027-db81-4bdb-8ff3-173865797b46" providerId="ADAL" clId="{AF868CFA-BB7E-4759-992B-DAB81E63E2D4}" dt="2024-06-10T10:10:13.896" v="846" actId="478"/>
          <ac:spMkLst>
            <pc:docMk/>
            <pc:sldMk cId="51150599" sldId="453"/>
            <ac:spMk id="12" creationId="{76E7311A-A120-08AD-A0BF-99769F5C2FF4}"/>
          </ac:spMkLst>
        </pc:spChg>
      </pc:sldChg>
      <pc:sldChg chg="addSp delSp modSp new mod modClrScheme chgLayout">
        <pc:chgData name="Martin Siemienski Andersen" userId="3e5b9027-db81-4bdb-8ff3-173865797b46" providerId="ADAL" clId="{AF868CFA-BB7E-4759-992B-DAB81E63E2D4}" dt="2024-06-10T11:41:08.980" v="1188" actId="700"/>
        <pc:sldMkLst>
          <pc:docMk/>
          <pc:sldMk cId="4221987274" sldId="454"/>
        </pc:sldMkLst>
        <pc:spChg chg="del mod ord">
          <ac:chgData name="Martin Siemienski Andersen" userId="3e5b9027-db81-4bdb-8ff3-173865797b46" providerId="ADAL" clId="{AF868CFA-BB7E-4759-992B-DAB81E63E2D4}" dt="2024-06-10T11:41:08.980" v="1188" actId="700"/>
          <ac:spMkLst>
            <pc:docMk/>
            <pc:sldMk cId="4221987274" sldId="454"/>
            <ac:spMk id="2" creationId="{96FA0204-0167-C5B6-CB32-29BFDD33CF10}"/>
          </ac:spMkLst>
        </pc:spChg>
        <pc:spChg chg="mod ord">
          <ac:chgData name="Martin Siemienski Andersen" userId="3e5b9027-db81-4bdb-8ff3-173865797b46" providerId="ADAL" clId="{AF868CFA-BB7E-4759-992B-DAB81E63E2D4}" dt="2024-06-10T11:41:08.980" v="1188" actId="700"/>
          <ac:spMkLst>
            <pc:docMk/>
            <pc:sldMk cId="4221987274" sldId="454"/>
            <ac:spMk id="3" creationId="{C021E756-1430-F4FB-6314-F0785E627E6A}"/>
          </ac:spMkLst>
        </pc:spChg>
        <pc:spChg chg="mod ord">
          <ac:chgData name="Martin Siemienski Andersen" userId="3e5b9027-db81-4bdb-8ff3-173865797b46" providerId="ADAL" clId="{AF868CFA-BB7E-4759-992B-DAB81E63E2D4}" dt="2024-06-10T11:41:08.980" v="1188" actId="700"/>
          <ac:spMkLst>
            <pc:docMk/>
            <pc:sldMk cId="4221987274" sldId="454"/>
            <ac:spMk id="4" creationId="{C6BA0550-0F20-68DD-0268-FB7AE3B95EE9}"/>
          </ac:spMkLst>
        </pc:spChg>
        <pc:spChg chg="del mod ord">
          <ac:chgData name="Martin Siemienski Andersen" userId="3e5b9027-db81-4bdb-8ff3-173865797b46" providerId="ADAL" clId="{AF868CFA-BB7E-4759-992B-DAB81E63E2D4}" dt="2024-06-10T11:41:08.980" v="1188" actId="700"/>
          <ac:spMkLst>
            <pc:docMk/>
            <pc:sldMk cId="4221987274" sldId="454"/>
            <ac:spMk id="5" creationId="{3AC24C6F-1DAD-3F82-5950-D7E962EFDFF9}"/>
          </ac:spMkLst>
        </pc:spChg>
        <pc:spChg chg="add mod ord">
          <ac:chgData name="Martin Siemienski Andersen" userId="3e5b9027-db81-4bdb-8ff3-173865797b46" providerId="ADAL" clId="{AF868CFA-BB7E-4759-992B-DAB81E63E2D4}" dt="2024-06-10T11:41:08.980" v="1188" actId="700"/>
          <ac:spMkLst>
            <pc:docMk/>
            <pc:sldMk cId="4221987274" sldId="454"/>
            <ac:spMk id="6" creationId="{11F33E90-852C-D154-9CAD-BFBA1EFA4D5E}"/>
          </ac:spMkLst>
        </pc:spChg>
        <pc:spChg chg="add mod ord">
          <ac:chgData name="Martin Siemienski Andersen" userId="3e5b9027-db81-4bdb-8ff3-173865797b46" providerId="ADAL" clId="{AF868CFA-BB7E-4759-992B-DAB81E63E2D4}" dt="2024-06-10T11:41:08.980" v="1188" actId="700"/>
          <ac:spMkLst>
            <pc:docMk/>
            <pc:sldMk cId="4221987274" sldId="454"/>
            <ac:spMk id="7" creationId="{52D81520-74DF-475A-5011-C6F0044C4FCF}"/>
          </ac:spMkLst>
        </pc:spChg>
      </pc:sldChg>
      <pc:sldChg chg="addSp delSp modSp add mod">
        <pc:chgData name="Martin Siemienski Andersen" userId="3e5b9027-db81-4bdb-8ff3-173865797b46" providerId="ADAL" clId="{AF868CFA-BB7E-4759-992B-DAB81E63E2D4}" dt="2024-06-10T11:37:47.668" v="1162" actId="478"/>
        <pc:sldMkLst>
          <pc:docMk/>
          <pc:sldMk cId="362489735" sldId="455"/>
        </pc:sldMkLst>
        <pc:spChg chg="del">
          <ac:chgData name="Martin Siemienski Andersen" userId="3e5b9027-db81-4bdb-8ff3-173865797b46" providerId="ADAL" clId="{AF868CFA-BB7E-4759-992B-DAB81E63E2D4}" dt="2024-06-10T11:36:25.274" v="1073" actId="478"/>
          <ac:spMkLst>
            <pc:docMk/>
            <pc:sldMk cId="362489735" sldId="455"/>
            <ac:spMk id="3" creationId="{34F098F7-D09A-C610-BBF8-740FFA74ECAC}"/>
          </ac:spMkLst>
        </pc:spChg>
        <pc:spChg chg="del">
          <ac:chgData name="Martin Siemienski Andersen" userId="3e5b9027-db81-4bdb-8ff3-173865797b46" providerId="ADAL" clId="{AF868CFA-BB7E-4759-992B-DAB81E63E2D4}" dt="2024-06-10T11:37:47.668" v="1162" actId="478"/>
          <ac:spMkLst>
            <pc:docMk/>
            <pc:sldMk cId="362489735" sldId="455"/>
            <ac:spMk id="5" creationId="{E510237B-B054-4B83-9A2B-545D7CE247BC}"/>
          </ac:spMkLst>
        </pc:spChg>
        <pc:spChg chg="add mod">
          <ac:chgData name="Martin Siemienski Andersen" userId="3e5b9027-db81-4bdb-8ff3-173865797b46" providerId="ADAL" clId="{AF868CFA-BB7E-4759-992B-DAB81E63E2D4}" dt="2024-06-10T11:37:41.232" v="1161" actId="20577"/>
          <ac:spMkLst>
            <pc:docMk/>
            <pc:sldMk cId="362489735" sldId="455"/>
            <ac:spMk id="6" creationId="{3F50FF4F-C564-8376-6D84-073AAF51C7B2}"/>
          </ac:spMkLst>
        </pc:spChg>
        <pc:spChg chg="add mod">
          <ac:chgData name="Martin Siemienski Andersen" userId="3e5b9027-db81-4bdb-8ff3-173865797b46" providerId="ADAL" clId="{AF868CFA-BB7E-4759-992B-DAB81E63E2D4}" dt="2024-06-10T11:37:47.668" v="1162" actId="478"/>
          <ac:spMkLst>
            <pc:docMk/>
            <pc:sldMk cId="362489735" sldId="455"/>
            <ac:spMk id="8" creationId="{1A4BD292-2D34-75EC-33F3-FE3903B34611}"/>
          </ac:spMkLst>
        </pc:spChg>
      </pc:sldChg>
      <pc:sldChg chg="delSp modSp add mod setBg">
        <pc:chgData name="Martin Siemienski Andersen" userId="3e5b9027-db81-4bdb-8ff3-173865797b46" providerId="ADAL" clId="{AF868CFA-BB7E-4759-992B-DAB81E63E2D4}" dt="2024-06-10T12:50:14.025" v="4701" actId="20577"/>
        <pc:sldMkLst>
          <pc:docMk/>
          <pc:sldMk cId="3371561081" sldId="456"/>
        </pc:sldMkLst>
        <pc:spChg chg="mod">
          <ac:chgData name="Martin Siemienski Andersen" userId="3e5b9027-db81-4bdb-8ff3-173865797b46" providerId="ADAL" clId="{AF868CFA-BB7E-4759-992B-DAB81E63E2D4}" dt="2024-06-10T12:50:14.025" v="4701" actId="20577"/>
          <ac:spMkLst>
            <pc:docMk/>
            <pc:sldMk cId="3371561081" sldId="456"/>
            <ac:spMk id="5" creationId="{DE5FC5B0-3D2F-4396-A23C-FACBFB06F9A7}"/>
          </ac:spMkLst>
        </pc:spChg>
        <pc:spChg chg="del">
          <ac:chgData name="Martin Siemienski Andersen" userId="3e5b9027-db81-4bdb-8ff3-173865797b46" providerId="ADAL" clId="{AF868CFA-BB7E-4759-992B-DAB81E63E2D4}" dt="2024-06-10T12:48:46.553" v="4671" actId="478"/>
          <ac:spMkLst>
            <pc:docMk/>
            <pc:sldMk cId="3371561081" sldId="456"/>
            <ac:spMk id="10" creationId="{3D0AAF83-FE81-6E6A-1462-73361EC35649}"/>
          </ac:spMkLst>
        </pc:spChg>
        <pc:spChg chg="mod">
          <ac:chgData name="Martin Siemienski Andersen" userId="3e5b9027-db81-4bdb-8ff3-173865797b46" providerId="ADAL" clId="{AF868CFA-BB7E-4759-992B-DAB81E63E2D4}" dt="2024-06-10T12:49:17.097" v="4674"/>
          <ac:spMkLst>
            <pc:docMk/>
            <pc:sldMk cId="3371561081" sldId="456"/>
            <ac:spMk id="14" creationId="{D513320F-1E82-6DD7-85EB-8EF71470F712}"/>
          </ac:spMkLst>
        </pc:spChg>
      </pc:sldChg>
      <pc:sldChg chg="delSp modSp add mod setBg">
        <pc:chgData name="Martin Siemienski Andersen" userId="3e5b9027-db81-4bdb-8ff3-173865797b46" providerId="ADAL" clId="{AF868CFA-BB7E-4759-992B-DAB81E63E2D4}" dt="2024-06-10T13:06:30.577" v="4845" actId="20577"/>
        <pc:sldMkLst>
          <pc:docMk/>
          <pc:sldMk cId="3802414924" sldId="457"/>
        </pc:sldMkLst>
        <pc:spChg chg="mod">
          <ac:chgData name="Martin Siemienski Andersen" userId="3e5b9027-db81-4bdb-8ff3-173865797b46" providerId="ADAL" clId="{AF868CFA-BB7E-4759-992B-DAB81E63E2D4}" dt="2024-06-10T12:37:47.715" v="3608" actId="20577"/>
          <ac:spMkLst>
            <pc:docMk/>
            <pc:sldMk cId="3802414924" sldId="457"/>
            <ac:spMk id="4" creationId="{6F92C1FD-4DE7-4E61-B8D9-CE73E10E0B9F}"/>
          </ac:spMkLst>
        </pc:spChg>
        <pc:spChg chg="mod">
          <ac:chgData name="Martin Siemienski Andersen" userId="3e5b9027-db81-4bdb-8ff3-173865797b46" providerId="ADAL" clId="{AF868CFA-BB7E-4759-992B-DAB81E63E2D4}" dt="2024-06-10T13:06:30.577" v="4845" actId="20577"/>
          <ac:spMkLst>
            <pc:docMk/>
            <pc:sldMk cId="3802414924" sldId="457"/>
            <ac:spMk id="5" creationId="{DE5FC5B0-3D2F-4396-A23C-FACBFB06F9A7}"/>
          </ac:spMkLst>
        </pc:spChg>
        <pc:spChg chg="del">
          <ac:chgData name="Martin Siemienski Andersen" userId="3e5b9027-db81-4bdb-8ff3-173865797b46" providerId="ADAL" clId="{AF868CFA-BB7E-4759-992B-DAB81E63E2D4}" dt="2024-06-10T12:47:57.115" v="4657" actId="478"/>
          <ac:spMkLst>
            <pc:docMk/>
            <pc:sldMk cId="3802414924" sldId="457"/>
            <ac:spMk id="9" creationId="{8E3B4581-4682-C275-1698-3681B7C73569}"/>
          </ac:spMkLst>
        </pc:spChg>
        <pc:spChg chg="del">
          <ac:chgData name="Martin Siemienski Andersen" userId="3e5b9027-db81-4bdb-8ff3-173865797b46" providerId="ADAL" clId="{AF868CFA-BB7E-4759-992B-DAB81E63E2D4}" dt="2024-06-10T12:48:38.525" v="4669" actId="478"/>
          <ac:spMkLst>
            <pc:docMk/>
            <pc:sldMk cId="3802414924" sldId="457"/>
            <ac:spMk id="10" creationId="{3D0AAF83-FE81-6E6A-1462-73361EC35649}"/>
          </ac:spMkLst>
        </pc:spChg>
        <pc:spChg chg="del mod">
          <ac:chgData name="Martin Siemienski Andersen" userId="3e5b9027-db81-4bdb-8ff3-173865797b46" providerId="ADAL" clId="{AF868CFA-BB7E-4759-992B-DAB81E63E2D4}" dt="2024-06-10T12:47:52.637" v="4656" actId="478"/>
          <ac:spMkLst>
            <pc:docMk/>
            <pc:sldMk cId="3802414924" sldId="457"/>
            <ac:spMk id="14" creationId="{D513320F-1E82-6DD7-85EB-8EF71470F712}"/>
          </ac:spMkLst>
        </pc:spChg>
      </pc:sldChg>
      <pc:sldMasterChg chg="modSp mod modSldLayout">
        <pc:chgData name="Martin Siemienski Andersen" userId="3e5b9027-db81-4bdb-8ff3-173865797b46" providerId="ADAL" clId="{AF868CFA-BB7E-4759-992B-DAB81E63E2D4}" dt="2024-06-10T10:24:47.343" v="928" actId="14100"/>
        <pc:sldMasterMkLst>
          <pc:docMk/>
          <pc:sldMasterMk cId="1377184672" sldId="2147484005"/>
        </pc:sldMasterMkLst>
        <pc:spChg chg="mod">
          <ac:chgData name="Martin Siemienski Andersen" userId="3e5b9027-db81-4bdb-8ff3-173865797b46" providerId="ADAL" clId="{AF868CFA-BB7E-4759-992B-DAB81E63E2D4}" dt="2024-06-10T10:24:47.343" v="928" actId="14100"/>
          <ac:spMkLst>
            <pc:docMk/>
            <pc:sldMasterMk cId="1377184672" sldId="2147484005"/>
            <ac:spMk id="6" creationId="{00000000-0000-0000-0000-000000000000}"/>
          </ac:spMkLst>
        </pc:spChg>
        <pc:sldLayoutChg chg="modSp mod setBg">
          <pc:chgData name="Martin Siemienski Andersen" userId="3e5b9027-db81-4bdb-8ff3-173865797b46" providerId="ADAL" clId="{AF868CFA-BB7E-4759-992B-DAB81E63E2D4}" dt="2024-06-10T10:24:30.799" v="918" actId="20577"/>
          <pc:sldLayoutMkLst>
            <pc:docMk/>
            <pc:sldMasterMk cId="1377184672" sldId="2147484005"/>
            <pc:sldLayoutMk cId="113143049" sldId="2147484056"/>
          </pc:sldLayoutMkLst>
          <pc:spChg chg="mod">
            <ac:chgData name="Martin Siemienski Andersen" userId="3e5b9027-db81-4bdb-8ff3-173865797b46" providerId="ADAL" clId="{AF868CFA-BB7E-4759-992B-DAB81E63E2D4}" dt="2024-06-10T10:21:41.062" v="908" actId="12"/>
            <ac:spMkLst>
              <pc:docMk/>
              <pc:sldMasterMk cId="1377184672" sldId="2147484005"/>
              <pc:sldLayoutMk cId="113143049" sldId="2147484056"/>
              <ac:spMk id="3" creationId="{00000000-0000-0000-0000-000000000000}"/>
            </ac:spMkLst>
          </pc:spChg>
          <pc:spChg chg="mod">
            <ac:chgData name="Martin Siemienski Andersen" userId="3e5b9027-db81-4bdb-8ff3-173865797b46" providerId="ADAL" clId="{AF868CFA-BB7E-4759-992B-DAB81E63E2D4}" dt="2024-06-10T10:24:30.799" v="918" actId="20577"/>
            <ac:spMkLst>
              <pc:docMk/>
              <pc:sldMasterMk cId="1377184672" sldId="2147484005"/>
              <pc:sldLayoutMk cId="113143049" sldId="2147484056"/>
              <ac:spMk id="4" creationId="{00000000-0000-0000-0000-000000000000}"/>
            </ac:spMkLst>
          </pc:spChg>
          <pc:spChg chg="mod">
            <ac:chgData name="Martin Siemienski Andersen" userId="3e5b9027-db81-4bdb-8ff3-173865797b46" providerId="ADAL" clId="{AF868CFA-BB7E-4759-992B-DAB81E63E2D4}" dt="2024-06-10T10:20:11.867" v="901" actId="14100"/>
            <ac:spMkLst>
              <pc:docMk/>
              <pc:sldMasterMk cId="1377184672" sldId="2147484005"/>
              <pc:sldLayoutMk cId="113143049" sldId="2147484056"/>
              <ac:spMk id="5" creationId="{00000000-0000-0000-0000-000000000000}"/>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C44CF8-5592-46A1-B2EA-2306C7A7B9D8}" type="doc">
      <dgm:prSet loTypeId="urn:microsoft.com/office/officeart/2005/8/layout/orgChart1" loCatId="hierarchy" qsTypeId="urn:microsoft.com/office/officeart/2005/8/quickstyle/simple1#3" qsCatId="simple" csTypeId="urn:microsoft.com/office/officeart/2005/8/colors/accent1_2#3" csCatId="accent1" phldr="1"/>
      <dgm:spPr/>
      <dgm:t>
        <a:bodyPr/>
        <a:lstStyle/>
        <a:p>
          <a:endParaRPr lang="en-US"/>
        </a:p>
      </dgm:t>
    </dgm:pt>
    <dgm:pt modelId="{4224F16D-E4C0-4250-9EFA-7C747A39F793}">
      <dgm:prSet phldrT="[Tekst]" custT="1"/>
      <dgm:spPr/>
      <dgm:t>
        <a:bodyPr/>
        <a:lstStyle/>
        <a:p>
          <a:r>
            <a:rPr lang="en-US" sz="1400" noProof="0" dirty="0"/>
            <a:t>Tokens in C</a:t>
          </a:r>
        </a:p>
      </dgm:t>
    </dgm:pt>
    <dgm:pt modelId="{4764781C-0A7E-437D-A5A3-7FE315335671}" type="parTrans" cxnId="{F2DF25CF-E234-4694-9020-0531F3A42D4A}">
      <dgm:prSet/>
      <dgm:spPr/>
      <dgm:t>
        <a:bodyPr/>
        <a:lstStyle/>
        <a:p>
          <a:endParaRPr lang="en-US" sz="1400" noProof="0" dirty="0"/>
        </a:p>
      </dgm:t>
    </dgm:pt>
    <dgm:pt modelId="{2E392CA9-FC57-4CCD-9FAE-221D640476DC}" type="sibTrans" cxnId="{F2DF25CF-E234-4694-9020-0531F3A42D4A}">
      <dgm:prSet/>
      <dgm:spPr/>
      <dgm:t>
        <a:bodyPr/>
        <a:lstStyle/>
        <a:p>
          <a:endParaRPr lang="en-US" sz="1400" noProof="0" dirty="0"/>
        </a:p>
      </dgm:t>
    </dgm:pt>
    <dgm:pt modelId="{633632CF-3971-4DAE-9D7B-30F94F90EF74}">
      <dgm:prSet phldrT="[Tekst]" custT="1"/>
      <dgm:spPr/>
      <dgm:t>
        <a:bodyPr/>
        <a:lstStyle/>
        <a:p>
          <a:r>
            <a:rPr lang="en-US" sz="1400" noProof="0" dirty="0"/>
            <a:t>Keywords</a:t>
          </a:r>
        </a:p>
      </dgm:t>
    </dgm:pt>
    <dgm:pt modelId="{5BA73491-6D8F-4D54-8C22-ED9718E8C773}" type="parTrans" cxnId="{BC8E6780-3FC5-4C5B-B5F0-A3B95D6AD797}">
      <dgm:prSet/>
      <dgm:spPr/>
      <dgm:t>
        <a:bodyPr/>
        <a:lstStyle/>
        <a:p>
          <a:endParaRPr lang="en-US" sz="1400" noProof="0" dirty="0"/>
        </a:p>
      </dgm:t>
    </dgm:pt>
    <dgm:pt modelId="{D3D2AE8F-62FA-4DE6-9400-38E384816E25}" type="sibTrans" cxnId="{BC8E6780-3FC5-4C5B-B5F0-A3B95D6AD797}">
      <dgm:prSet/>
      <dgm:spPr/>
      <dgm:t>
        <a:bodyPr/>
        <a:lstStyle/>
        <a:p>
          <a:endParaRPr lang="en-US" sz="1400" noProof="0" dirty="0"/>
        </a:p>
      </dgm:t>
    </dgm:pt>
    <dgm:pt modelId="{A4AA5E78-2E83-4F60-8055-685BC550D62A}">
      <dgm:prSet phldrT="[Tekst]" custT="1"/>
      <dgm:spPr/>
      <dgm:t>
        <a:bodyPr/>
        <a:lstStyle/>
        <a:p>
          <a:r>
            <a:rPr lang="en-US" sz="1400" noProof="0" dirty="0"/>
            <a:t>Operators</a:t>
          </a:r>
        </a:p>
      </dgm:t>
    </dgm:pt>
    <dgm:pt modelId="{88CF5CEC-22C5-4BBA-8046-80EB3D1D5343}" type="parTrans" cxnId="{278D86BD-DD72-4BE8-B251-CC7ACEE349AC}">
      <dgm:prSet/>
      <dgm:spPr/>
      <dgm:t>
        <a:bodyPr/>
        <a:lstStyle/>
        <a:p>
          <a:endParaRPr lang="en-US" sz="1400" noProof="0" dirty="0"/>
        </a:p>
      </dgm:t>
    </dgm:pt>
    <dgm:pt modelId="{240E04B3-7F9A-4CAC-AA69-24A02A09EAF4}" type="sibTrans" cxnId="{278D86BD-DD72-4BE8-B251-CC7ACEE349AC}">
      <dgm:prSet/>
      <dgm:spPr/>
      <dgm:t>
        <a:bodyPr/>
        <a:lstStyle/>
        <a:p>
          <a:endParaRPr lang="en-US" sz="1400" noProof="0" dirty="0"/>
        </a:p>
      </dgm:t>
    </dgm:pt>
    <dgm:pt modelId="{1E34E429-3B1C-474D-9623-B03C5A0898DC}">
      <dgm:prSet phldrT="[Tekst]" custT="1"/>
      <dgm:spPr/>
      <dgm:t>
        <a:bodyPr/>
        <a:lstStyle/>
        <a:p>
          <a:r>
            <a:rPr lang="en-US" sz="1400" noProof="0" dirty="0"/>
            <a:t>Strings</a:t>
          </a:r>
        </a:p>
      </dgm:t>
    </dgm:pt>
    <dgm:pt modelId="{4F7FBD52-D6A1-4338-9771-F2002E5F6B75}" type="parTrans" cxnId="{807EA633-E7DE-4E18-BA8E-0A3EAA0C411A}">
      <dgm:prSet/>
      <dgm:spPr/>
      <dgm:t>
        <a:bodyPr/>
        <a:lstStyle/>
        <a:p>
          <a:endParaRPr lang="en-US" sz="1400" noProof="0" dirty="0"/>
        </a:p>
      </dgm:t>
    </dgm:pt>
    <dgm:pt modelId="{252ADE1E-C336-44E3-B1D6-1F82450F38D6}" type="sibTrans" cxnId="{807EA633-E7DE-4E18-BA8E-0A3EAA0C411A}">
      <dgm:prSet/>
      <dgm:spPr/>
      <dgm:t>
        <a:bodyPr/>
        <a:lstStyle/>
        <a:p>
          <a:endParaRPr lang="en-US" sz="1400" noProof="0" dirty="0"/>
        </a:p>
      </dgm:t>
    </dgm:pt>
    <dgm:pt modelId="{BC0BE655-0F5F-495D-9A00-DAC06F460A34}">
      <dgm:prSet phldrT="[Tekst]" custT="1"/>
      <dgm:spPr/>
      <dgm:t>
        <a:bodyPr/>
        <a:lstStyle/>
        <a:p>
          <a:r>
            <a:rPr lang="en-US" sz="1400" noProof="0" dirty="0"/>
            <a:t>Constants</a:t>
          </a:r>
        </a:p>
      </dgm:t>
    </dgm:pt>
    <dgm:pt modelId="{334B7B4A-A0EC-4BE3-BD57-2D500CC655D9}" type="parTrans" cxnId="{5874247F-2422-4E47-8E05-B8808B53F5C9}">
      <dgm:prSet/>
      <dgm:spPr/>
      <dgm:t>
        <a:bodyPr/>
        <a:lstStyle/>
        <a:p>
          <a:endParaRPr lang="en-US" sz="1400" noProof="0" dirty="0"/>
        </a:p>
      </dgm:t>
    </dgm:pt>
    <dgm:pt modelId="{B44FBCDD-38D0-4763-9095-FA316015ED4F}" type="sibTrans" cxnId="{5874247F-2422-4E47-8E05-B8808B53F5C9}">
      <dgm:prSet/>
      <dgm:spPr/>
      <dgm:t>
        <a:bodyPr/>
        <a:lstStyle/>
        <a:p>
          <a:endParaRPr lang="en-US" sz="1400" noProof="0" dirty="0"/>
        </a:p>
      </dgm:t>
    </dgm:pt>
    <dgm:pt modelId="{9C26E6AD-47AB-46A2-B2EA-EF1F57DFDC1B}">
      <dgm:prSet phldrT="[Tekst]" custT="1"/>
      <dgm:spPr/>
      <dgm:t>
        <a:bodyPr/>
        <a:lstStyle/>
        <a:p>
          <a:r>
            <a:rPr lang="en-US" sz="1200" noProof="0" dirty="0"/>
            <a:t>void</a:t>
          </a:r>
        </a:p>
      </dgm:t>
    </dgm:pt>
    <dgm:pt modelId="{F77BA94F-5F5A-4244-B671-7D147C089B9A}" type="parTrans" cxnId="{5A22C309-0586-4676-BBD3-0E8848D1186D}">
      <dgm:prSet/>
      <dgm:spPr/>
      <dgm:t>
        <a:bodyPr/>
        <a:lstStyle/>
        <a:p>
          <a:endParaRPr lang="en-US" sz="1400" noProof="0" dirty="0"/>
        </a:p>
      </dgm:t>
    </dgm:pt>
    <dgm:pt modelId="{511E7827-8C48-4812-81C5-1BFB2F3AE3BA}" type="sibTrans" cxnId="{5A22C309-0586-4676-BBD3-0E8848D1186D}">
      <dgm:prSet/>
      <dgm:spPr/>
      <dgm:t>
        <a:bodyPr/>
        <a:lstStyle/>
        <a:p>
          <a:endParaRPr lang="en-US" sz="1400" noProof="0" dirty="0"/>
        </a:p>
      </dgm:t>
    </dgm:pt>
    <dgm:pt modelId="{D125D46D-5803-498C-8210-A47012081385}">
      <dgm:prSet phldrT="[Tekst]" custT="1"/>
      <dgm:spPr/>
      <dgm:t>
        <a:bodyPr/>
        <a:lstStyle/>
        <a:p>
          <a:r>
            <a:rPr lang="en-US" sz="1200" noProof="0" dirty="0" err="1"/>
            <a:t>Arithmatic</a:t>
          </a:r>
          <a:r>
            <a:rPr lang="en-US" sz="1200" noProof="0" dirty="0"/>
            <a:t>: +, -, /, *, %</a:t>
          </a:r>
        </a:p>
      </dgm:t>
    </dgm:pt>
    <dgm:pt modelId="{6C9F876D-C243-48CC-A6C6-3E603B596FCC}" type="sibTrans" cxnId="{2D0F2247-A216-40B8-8D4C-D1B2BE8034F2}">
      <dgm:prSet/>
      <dgm:spPr/>
      <dgm:t>
        <a:bodyPr/>
        <a:lstStyle/>
        <a:p>
          <a:endParaRPr lang="en-US" sz="1400" noProof="0" dirty="0"/>
        </a:p>
      </dgm:t>
    </dgm:pt>
    <dgm:pt modelId="{ECBAC60C-C54E-43D5-B4DD-7D03D17F79BB}" type="parTrans" cxnId="{2D0F2247-A216-40B8-8D4C-D1B2BE8034F2}">
      <dgm:prSet/>
      <dgm:spPr/>
      <dgm:t>
        <a:bodyPr/>
        <a:lstStyle/>
        <a:p>
          <a:endParaRPr lang="en-US" sz="1400" noProof="0" dirty="0"/>
        </a:p>
      </dgm:t>
    </dgm:pt>
    <dgm:pt modelId="{789381F5-38E8-4D18-8E95-BD320E8E1B63}">
      <dgm:prSet phldrT="[Tekst]" custT="1"/>
      <dgm:spPr/>
      <dgm:t>
        <a:bodyPr/>
        <a:lstStyle/>
        <a:p>
          <a:r>
            <a:rPr lang="en-US" sz="1200" noProof="0" dirty="0"/>
            <a:t>Relational: &lt;, &lt;=, &gt;, &gt;=, ==, !=</a:t>
          </a:r>
        </a:p>
      </dgm:t>
    </dgm:pt>
    <dgm:pt modelId="{9A4EFD8F-03F9-4ED5-B373-EE8E6CEF662D}" type="parTrans" cxnId="{876981AD-75BF-4375-8BD3-A0DA1E9791A0}">
      <dgm:prSet/>
      <dgm:spPr/>
      <dgm:t>
        <a:bodyPr/>
        <a:lstStyle/>
        <a:p>
          <a:endParaRPr lang="en-US" sz="1400" noProof="0" dirty="0"/>
        </a:p>
      </dgm:t>
    </dgm:pt>
    <dgm:pt modelId="{3D2EC0CF-B602-45D2-9AD5-1644DD271D0F}" type="sibTrans" cxnId="{876981AD-75BF-4375-8BD3-A0DA1E9791A0}">
      <dgm:prSet/>
      <dgm:spPr/>
      <dgm:t>
        <a:bodyPr/>
        <a:lstStyle/>
        <a:p>
          <a:endParaRPr lang="en-US" sz="1400" noProof="0" dirty="0"/>
        </a:p>
      </dgm:t>
    </dgm:pt>
    <dgm:pt modelId="{F53F0496-01AD-40B1-BEC5-C28B736DB0ED}">
      <dgm:prSet phldrT="[Tekst]" custT="1"/>
      <dgm:spPr/>
      <dgm:t>
        <a:bodyPr/>
        <a:lstStyle/>
        <a:p>
          <a:r>
            <a:rPr lang="en-US" sz="1200" noProof="0" dirty="0"/>
            <a:t>Logical: &amp;&amp;, ||, !</a:t>
          </a:r>
        </a:p>
      </dgm:t>
    </dgm:pt>
    <dgm:pt modelId="{D64FE767-F5E9-4BFB-BD3F-EF4B418AB559}" type="parTrans" cxnId="{19AB12D5-191F-4D42-84DE-4F0B5F501851}">
      <dgm:prSet/>
      <dgm:spPr/>
      <dgm:t>
        <a:bodyPr/>
        <a:lstStyle/>
        <a:p>
          <a:endParaRPr lang="en-US" sz="1400" noProof="0" dirty="0"/>
        </a:p>
      </dgm:t>
    </dgm:pt>
    <dgm:pt modelId="{75047260-0C40-4E21-ACA0-4A586AC16CDB}" type="sibTrans" cxnId="{19AB12D5-191F-4D42-84DE-4F0B5F501851}">
      <dgm:prSet/>
      <dgm:spPr/>
      <dgm:t>
        <a:bodyPr/>
        <a:lstStyle/>
        <a:p>
          <a:endParaRPr lang="en-US" sz="1400" noProof="0" dirty="0"/>
        </a:p>
      </dgm:t>
    </dgm:pt>
    <dgm:pt modelId="{A5734974-0BE2-4CD5-99FC-825F199813B3}">
      <dgm:prSet phldrT="[Tekst]" custT="1"/>
      <dgm:spPr/>
      <dgm:t>
        <a:bodyPr/>
        <a:lstStyle/>
        <a:p>
          <a:r>
            <a:rPr lang="en-US" sz="1200" noProof="0" dirty="0"/>
            <a:t>Bitwise: &amp;, |, &lt;&lt;, &gt;&gt;, ~, ^</a:t>
          </a:r>
        </a:p>
      </dgm:t>
    </dgm:pt>
    <dgm:pt modelId="{8C2BF4B1-B6F2-4A77-97BB-A66B22F99EB5}" type="parTrans" cxnId="{777BBB1E-A092-4BFA-A01E-15F297309BC0}">
      <dgm:prSet/>
      <dgm:spPr/>
      <dgm:t>
        <a:bodyPr/>
        <a:lstStyle/>
        <a:p>
          <a:endParaRPr lang="en-US" sz="1400" noProof="0" dirty="0"/>
        </a:p>
      </dgm:t>
    </dgm:pt>
    <dgm:pt modelId="{EBB34965-3941-495F-8828-2B62F607CF25}" type="sibTrans" cxnId="{777BBB1E-A092-4BFA-A01E-15F297309BC0}">
      <dgm:prSet/>
      <dgm:spPr/>
      <dgm:t>
        <a:bodyPr/>
        <a:lstStyle/>
        <a:p>
          <a:endParaRPr lang="en-US" sz="1400" noProof="0" dirty="0"/>
        </a:p>
      </dgm:t>
    </dgm:pt>
    <dgm:pt modelId="{A14220CC-E46E-4BB5-A14B-0F59CA674199}">
      <dgm:prSet phldrT="[Tekst]" custT="1"/>
      <dgm:spPr/>
      <dgm:t>
        <a:bodyPr/>
        <a:lstStyle/>
        <a:p>
          <a:r>
            <a:rPr lang="en-US" sz="1200" noProof="0" dirty="0"/>
            <a:t>“Hello, World!”</a:t>
          </a:r>
        </a:p>
      </dgm:t>
    </dgm:pt>
    <dgm:pt modelId="{B088BEBF-AE62-4103-8EC7-80EA85259D7F}" type="parTrans" cxnId="{03DFE3FF-FA26-40CC-9B65-624CC6B53608}">
      <dgm:prSet/>
      <dgm:spPr/>
      <dgm:t>
        <a:bodyPr/>
        <a:lstStyle/>
        <a:p>
          <a:endParaRPr lang="en-US" sz="1400" noProof="0" dirty="0"/>
        </a:p>
      </dgm:t>
    </dgm:pt>
    <dgm:pt modelId="{3D14F5B7-8E45-416A-A422-19F15DB604C5}" type="sibTrans" cxnId="{03DFE3FF-FA26-40CC-9B65-624CC6B53608}">
      <dgm:prSet/>
      <dgm:spPr/>
      <dgm:t>
        <a:bodyPr/>
        <a:lstStyle/>
        <a:p>
          <a:endParaRPr lang="en-US" sz="1400" noProof="0" dirty="0"/>
        </a:p>
      </dgm:t>
    </dgm:pt>
    <dgm:pt modelId="{743610C1-9835-4646-A186-61AF59C69A49}">
      <dgm:prSet phldrT="[Tekst]" custT="1"/>
      <dgm:spPr/>
      <dgm:t>
        <a:bodyPr/>
        <a:lstStyle/>
        <a:p>
          <a:r>
            <a:rPr lang="en-US" sz="1200" noProof="0" dirty="0"/>
            <a:t>Integer</a:t>
          </a:r>
        </a:p>
      </dgm:t>
    </dgm:pt>
    <dgm:pt modelId="{6EDA1C38-4764-4423-8060-5ED8CCC0F01A}" type="parTrans" cxnId="{EE8F14E8-23AD-46BF-8DB9-EB490DF860F0}">
      <dgm:prSet/>
      <dgm:spPr/>
      <dgm:t>
        <a:bodyPr/>
        <a:lstStyle/>
        <a:p>
          <a:endParaRPr lang="en-US" sz="1400" noProof="0" dirty="0"/>
        </a:p>
      </dgm:t>
    </dgm:pt>
    <dgm:pt modelId="{13176DFB-8060-426F-95B7-3C1710C0F4B6}" type="sibTrans" cxnId="{EE8F14E8-23AD-46BF-8DB9-EB490DF860F0}">
      <dgm:prSet/>
      <dgm:spPr/>
      <dgm:t>
        <a:bodyPr/>
        <a:lstStyle/>
        <a:p>
          <a:endParaRPr lang="en-US" sz="1400" noProof="0" dirty="0"/>
        </a:p>
      </dgm:t>
    </dgm:pt>
    <dgm:pt modelId="{B6D2EDFE-802F-4E0C-93BF-A0ED98D0E7F6}">
      <dgm:prSet phldrT="[Tekst]" custT="1"/>
      <dgm:spPr/>
      <dgm:t>
        <a:bodyPr/>
        <a:lstStyle/>
        <a:p>
          <a:r>
            <a:rPr lang="en-US" sz="1200" noProof="0" dirty="0"/>
            <a:t>Float</a:t>
          </a:r>
        </a:p>
      </dgm:t>
    </dgm:pt>
    <dgm:pt modelId="{47311D9D-83D8-4ACE-B991-1A0240300974}" type="parTrans" cxnId="{E6006B6D-1FA5-4923-AB45-E77CB3871ADC}">
      <dgm:prSet/>
      <dgm:spPr/>
      <dgm:t>
        <a:bodyPr/>
        <a:lstStyle/>
        <a:p>
          <a:endParaRPr lang="en-US" sz="1400" noProof="0" dirty="0"/>
        </a:p>
      </dgm:t>
    </dgm:pt>
    <dgm:pt modelId="{2B79E227-8857-4522-97AB-48E450018EF2}" type="sibTrans" cxnId="{E6006B6D-1FA5-4923-AB45-E77CB3871ADC}">
      <dgm:prSet/>
      <dgm:spPr/>
      <dgm:t>
        <a:bodyPr/>
        <a:lstStyle/>
        <a:p>
          <a:endParaRPr lang="en-US" sz="1400" noProof="0" dirty="0"/>
        </a:p>
      </dgm:t>
    </dgm:pt>
    <dgm:pt modelId="{F35C074E-D97A-4488-BCC5-DD2EC3E4159B}">
      <dgm:prSet phldrT="[Tekst]" custT="1"/>
      <dgm:spPr/>
      <dgm:t>
        <a:bodyPr/>
        <a:lstStyle/>
        <a:p>
          <a:r>
            <a:rPr lang="en-US" sz="1200" noProof="0" dirty="0"/>
            <a:t>Character</a:t>
          </a:r>
        </a:p>
      </dgm:t>
    </dgm:pt>
    <dgm:pt modelId="{4E44B729-4FD2-400E-8B90-BD1D868B0915}" type="parTrans" cxnId="{50F60C8B-23EB-450B-BD68-60C2AD72238A}">
      <dgm:prSet/>
      <dgm:spPr/>
      <dgm:t>
        <a:bodyPr/>
        <a:lstStyle/>
        <a:p>
          <a:endParaRPr lang="en-US" sz="1400" noProof="0" dirty="0"/>
        </a:p>
      </dgm:t>
    </dgm:pt>
    <dgm:pt modelId="{4BEFC5DD-50E1-4FBC-8871-071A9976849E}" type="sibTrans" cxnId="{50F60C8B-23EB-450B-BD68-60C2AD72238A}">
      <dgm:prSet/>
      <dgm:spPr/>
      <dgm:t>
        <a:bodyPr/>
        <a:lstStyle/>
        <a:p>
          <a:endParaRPr lang="en-US" sz="1400" noProof="0" dirty="0"/>
        </a:p>
      </dgm:t>
    </dgm:pt>
    <dgm:pt modelId="{D379CC98-9369-4B4E-AFF9-DCF4FDEA7672}">
      <dgm:prSet phldrT="[Tekst]" custT="1"/>
      <dgm:spPr/>
      <dgm:t>
        <a:bodyPr/>
        <a:lstStyle/>
        <a:p>
          <a:r>
            <a:rPr lang="en-US" sz="1400" noProof="0" dirty="0"/>
            <a:t>Special Characters</a:t>
          </a:r>
        </a:p>
      </dgm:t>
    </dgm:pt>
    <dgm:pt modelId="{3C498F2D-6E89-4945-84AB-C0166F5E6B66}" type="parTrans" cxnId="{F98607BB-FCE2-4D66-9362-2D3214635102}">
      <dgm:prSet/>
      <dgm:spPr/>
      <dgm:t>
        <a:bodyPr/>
        <a:lstStyle/>
        <a:p>
          <a:endParaRPr lang="en-US" noProof="0" dirty="0"/>
        </a:p>
      </dgm:t>
    </dgm:pt>
    <dgm:pt modelId="{D8D87258-3AAC-4040-AA74-C678A2F6A4B8}" type="sibTrans" cxnId="{F98607BB-FCE2-4D66-9362-2D3214635102}">
      <dgm:prSet/>
      <dgm:spPr/>
      <dgm:t>
        <a:bodyPr/>
        <a:lstStyle/>
        <a:p>
          <a:endParaRPr lang="en-US" noProof="0" dirty="0"/>
        </a:p>
      </dgm:t>
    </dgm:pt>
    <dgm:pt modelId="{35B1A56A-297B-4326-8815-E7CCDD729A8D}">
      <dgm:prSet phldrT="[Tekst]" custT="1"/>
      <dgm:spPr/>
      <dgm:t>
        <a:bodyPr/>
        <a:lstStyle/>
        <a:p>
          <a:r>
            <a:rPr lang="en-US" sz="1400" noProof="0" dirty="0"/>
            <a:t>Identifies</a:t>
          </a:r>
          <a:br>
            <a:rPr lang="en-US" sz="1400" noProof="0" dirty="0"/>
          </a:br>
          <a:r>
            <a:rPr lang="en-US" sz="1400" noProof="0" dirty="0"/>
            <a:t>(user-defined)</a:t>
          </a:r>
        </a:p>
      </dgm:t>
    </dgm:pt>
    <dgm:pt modelId="{4F079034-0A01-4BF7-A6C0-E37F7B442244}" type="parTrans" cxnId="{04C15435-C161-4B89-B68A-766FF58653FF}">
      <dgm:prSet/>
      <dgm:spPr/>
      <dgm:t>
        <a:bodyPr/>
        <a:lstStyle/>
        <a:p>
          <a:endParaRPr lang="en-US" noProof="0" dirty="0"/>
        </a:p>
      </dgm:t>
    </dgm:pt>
    <dgm:pt modelId="{06AE8BEB-D9BA-4651-B908-BB7E024E3256}" type="sibTrans" cxnId="{04C15435-C161-4B89-B68A-766FF58653FF}">
      <dgm:prSet/>
      <dgm:spPr/>
      <dgm:t>
        <a:bodyPr/>
        <a:lstStyle/>
        <a:p>
          <a:endParaRPr lang="en-US" noProof="0" dirty="0"/>
        </a:p>
      </dgm:t>
    </dgm:pt>
    <dgm:pt modelId="{69E7C492-A0CD-449E-9C33-4CAE3655DFB0}">
      <dgm:prSet phldrT="[Tekst]" custT="1"/>
      <dgm:spPr/>
      <dgm:t>
        <a:bodyPr/>
        <a:lstStyle/>
        <a:p>
          <a:r>
            <a:rPr lang="da-DK" sz="1200" noProof="0" dirty="0" err="1"/>
            <a:t>Conditonal</a:t>
          </a:r>
          <a:r>
            <a:rPr lang="da-DK" sz="1200" noProof="0" dirty="0"/>
            <a:t>: ? :</a:t>
          </a:r>
          <a:endParaRPr lang="en-US" sz="1200" noProof="0" dirty="0"/>
        </a:p>
      </dgm:t>
    </dgm:pt>
    <dgm:pt modelId="{E252E372-499C-4A2A-9F73-A5A42CA6D3ED}" type="parTrans" cxnId="{396F8493-FD28-41DB-B26E-EDC61B59B918}">
      <dgm:prSet/>
      <dgm:spPr/>
      <dgm:t>
        <a:bodyPr/>
        <a:lstStyle/>
        <a:p>
          <a:endParaRPr lang="en-US"/>
        </a:p>
      </dgm:t>
    </dgm:pt>
    <dgm:pt modelId="{2900A165-48FB-4ECC-881B-369CF6B53168}" type="sibTrans" cxnId="{396F8493-FD28-41DB-B26E-EDC61B59B918}">
      <dgm:prSet/>
      <dgm:spPr/>
      <dgm:t>
        <a:bodyPr/>
        <a:lstStyle/>
        <a:p>
          <a:endParaRPr lang="en-US"/>
        </a:p>
      </dgm:t>
    </dgm:pt>
    <dgm:pt modelId="{03C281E7-DDB5-49A7-B1F9-898033612503}">
      <dgm:prSet phldrT="[Tekst]" custT="1"/>
      <dgm:spPr/>
      <dgm:t>
        <a:bodyPr/>
        <a:lstStyle/>
        <a:p>
          <a:r>
            <a:rPr lang="da-DK" sz="1200" noProof="0" dirty="0" err="1"/>
            <a:t>Assignment</a:t>
          </a:r>
          <a:r>
            <a:rPr lang="da-DK" sz="1200" noProof="0" dirty="0"/>
            <a:t>: =, +=, -=, *=, /=, %=</a:t>
          </a:r>
          <a:endParaRPr lang="en-US" sz="1200" noProof="0" dirty="0"/>
        </a:p>
      </dgm:t>
    </dgm:pt>
    <dgm:pt modelId="{AD1672D5-A022-4166-B47C-FDADE706D3DF}" type="parTrans" cxnId="{0F9D7608-C575-4A39-B343-A20803F3485F}">
      <dgm:prSet/>
      <dgm:spPr/>
      <dgm:t>
        <a:bodyPr/>
        <a:lstStyle/>
        <a:p>
          <a:endParaRPr lang="en-US"/>
        </a:p>
      </dgm:t>
    </dgm:pt>
    <dgm:pt modelId="{7E4A52EC-6D57-4D82-AA8E-ADC5C6967529}" type="sibTrans" cxnId="{0F9D7608-C575-4A39-B343-A20803F3485F}">
      <dgm:prSet/>
      <dgm:spPr/>
      <dgm:t>
        <a:bodyPr/>
        <a:lstStyle/>
        <a:p>
          <a:endParaRPr lang="en-US"/>
        </a:p>
      </dgm:t>
    </dgm:pt>
    <dgm:pt modelId="{B3FB488A-56A7-4EA8-BCA2-4C93732FA7FC}">
      <dgm:prSet phldrT="[Tekst]" custT="1"/>
      <dgm:spPr/>
      <dgm:t>
        <a:bodyPr/>
        <a:lstStyle/>
        <a:p>
          <a:r>
            <a:rPr lang="da-DK" sz="1200" noProof="0" dirty="0" err="1"/>
            <a:t>while</a:t>
          </a:r>
          <a:endParaRPr lang="en-US" sz="1200" noProof="0" dirty="0"/>
        </a:p>
      </dgm:t>
    </dgm:pt>
    <dgm:pt modelId="{97117355-84E6-4A4D-BFA7-120FDBB4E866}" type="parTrans" cxnId="{7C107DE4-9BF6-4546-92F3-5F2B2D3F9995}">
      <dgm:prSet/>
      <dgm:spPr/>
      <dgm:t>
        <a:bodyPr/>
        <a:lstStyle/>
        <a:p>
          <a:endParaRPr lang="en-US"/>
        </a:p>
      </dgm:t>
    </dgm:pt>
    <dgm:pt modelId="{F6FEBA50-1639-47B5-8AE9-FDCF9C71F566}" type="sibTrans" cxnId="{7C107DE4-9BF6-4546-92F3-5F2B2D3F9995}">
      <dgm:prSet/>
      <dgm:spPr/>
      <dgm:t>
        <a:bodyPr/>
        <a:lstStyle/>
        <a:p>
          <a:endParaRPr lang="en-US"/>
        </a:p>
      </dgm:t>
    </dgm:pt>
    <dgm:pt modelId="{884C1984-A1DE-4153-AEE6-77E310F90212}">
      <dgm:prSet phldrT="[Tekst]" custT="1"/>
      <dgm:spPr/>
      <dgm:t>
        <a:bodyPr/>
        <a:lstStyle/>
        <a:p>
          <a:r>
            <a:rPr lang="da-DK" sz="1200" noProof="0" dirty="0" err="1"/>
            <a:t>if</a:t>
          </a:r>
          <a:endParaRPr lang="en-US" sz="1200" noProof="0" dirty="0"/>
        </a:p>
      </dgm:t>
    </dgm:pt>
    <dgm:pt modelId="{9F45F503-4A73-489C-AE85-E10536341517}" type="parTrans" cxnId="{26EE6089-67EB-4E8F-A947-12A5DC5DFF7C}">
      <dgm:prSet/>
      <dgm:spPr/>
      <dgm:t>
        <a:bodyPr/>
        <a:lstStyle/>
        <a:p>
          <a:endParaRPr lang="en-US"/>
        </a:p>
      </dgm:t>
    </dgm:pt>
    <dgm:pt modelId="{E7AE3888-5294-4112-B3E9-C4445FFEE8F7}" type="sibTrans" cxnId="{26EE6089-67EB-4E8F-A947-12A5DC5DFF7C}">
      <dgm:prSet/>
      <dgm:spPr/>
      <dgm:t>
        <a:bodyPr/>
        <a:lstStyle/>
        <a:p>
          <a:endParaRPr lang="en-US"/>
        </a:p>
      </dgm:t>
    </dgm:pt>
    <dgm:pt modelId="{45C564E4-40E9-40A3-9415-C70F26DC6101}">
      <dgm:prSet phldrT="[Tekst]" custT="1"/>
      <dgm:spPr/>
      <dgm:t>
        <a:bodyPr/>
        <a:lstStyle/>
        <a:p>
          <a:r>
            <a:rPr lang="da-DK" sz="1200" noProof="0" dirty="0" err="1"/>
            <a:t>int</a:t>
          </a:r>
          <a:endParaRPr lang="da-DK" sz="1200" noProof="0" dirty="0"/>
        </a:p>
      </dgm:t>
    </dgm:pt>
    <dgm:pt modelId="{89689489-F1A5-4E95-B0DB-755A3DA4438C}" type="parTrans" cxnId="{5917184B-1580-49C7-85F5-E8AA55ED4AB4}">
      <dgm:prSet/>
      <dgm:spPr/>
      <dgm:t>
        <a:bodyPr/>
        <a:lstStyle/>
        <a:p>
          <a:endParaRPr lang="en-US"/>
        </a:p>
      </dgm:t>
    </dgm:pt>
    <dgm:pt modelId="{1A0A6A6E-A427-48F9-BAB2-EAFB47E7C44D}" type="sibTrans" cxnId="{5917184B-1580-49C7-85F5-E8AA55ED4AB4}">
      <dgm:prSet/>
      <dgm:spPr/>
      <dgm:t>
        <a:bodyPr/>
        <a:lstStyle/>
        <a:p>
          <a:endParaRPr lang="en-US"/>
        </a:p>
      </dgm:t>
    </dgm:pt>
    <dgm:pt modelId="{3FB1CA0A-1F40-4061-847C-0A288031E770}">
      <dgm:prSet phldrT="[Tekst]" custT="1"/>
      <dgm:spPr/>
      <dgm:t>
        <a:bodyPr/>
        <a:lstStyle/>
        <a:p>
          <a:r>
            <a:rPr lang="da-DK" sz="1200" noProof="0" dirty="0"/>
            <a:t>break</a:t>
          </a:r>
        </a:p>
      </dgm:t>
    </dgm:pt>
    <dgm:pt modelId="{F027E8DD-E0AE-4EA9-87D6-E322B12D7AB2}" type="parTrans" cxnId="{25C3FAFB-EF76-4941-9547-4C0F328A9926}">
      <dgm:prSet/>
      <dgm:spPr/>
      <dgm:t>
        <a:bodyPr/>
        <a:lstStyle/>
        <a:p>
          <a:endParaRPr lang="en-US"/>
        </a:p>
      </dgm:t>
    </dgm:pt>
    <dgm:pt modelId="{25DC9335-FEEC-460D-97A6-F2B52236320D}" type="sibTrans" cxnId="{25C3FAFB-EF76-4941-9547-4C0F328A9926}">
      <dgm:prSet/>
      <dgm:spPr/>
      <dgm:t>
        <a:bodyPr/>
        <a:lstStyle/>
        <a:p>
          <a:endParaRPr lang="en-US"/>
        </a:p>
      </dgm:t>
    </dgm:pt>
    <dgm:pt modelId="{8D362794-51A7-4CE6-994A-4BED6DDDD02F}">
      <dgm:prSet phldrT="[Tekst]" custT="1"/>
      <dgm:spPr/>
      <dgm:t>
        <a:bodyPr/>
        <a:lstStyle/>
        <a:p>
          <a:r>
            <a:rPr lang="da-DK" sz="1200" noProof="0" dirty="0"/>
            <a:t>…</a:t>
          </a:r>
        </a:p>
      </dgm:t>
    </dgm:pt>
    <dgm:pt modelId="{0B55604C-08DB-49D8-95D1-C5D051A8B65C}" type="parTrans" cxnId="{2F9AEF9F-ED08-409E-B744-C13805C705AF}">
      <dgm:prSet/>
      <dgm:spPr/>
      <dgm:t>
        <a:bodyPr/>
        <a:lstStyle/>
        <a:p>
          <a:endParaRPr lang="en-US"/>
        </a:p>
      </dgm:t>
    </dgm:pt>
    <dgm:pt modelId="{33492943-4029-4ACD-8885-54F69BC3DBA4}" type="sibTrans" cxnId="{2F9AEF9F-ED08-409E-B744-C13805C705AF}">
      <dgm:prSet/>
      <dgm:spPr/>
      <dgm:t>
        <a:bodyPr/>
        <a:lstStyle/>
        <a:p>
          <a:endParaRPr lang="en-US"/>
        </a:p>
      </dgm:t>
    </dgm:pt>
    <dgm:pt modelId="{C7CCA8F1-3F96-4E96-90F5-ECD1D2FEC15E}">
      <dgm:prSet phldrT="[Tekst]" custT="1"/>
      <dgm:spPr/>
      <dgm:t>
        <a:bodyPr/>
        <a:lstStyle/>
        <a:p>
          <a:r>
            <a:rPr lang="da-DK" sz="1400" noProof="0" dirty="0"/>
            <a:t>{}, [], (), \, /, #, …</a:t>
          </a:r>
          <a:endParaRPr lang="en-US" sz="1400" noProof="0" dirty="0"/>
        </a:p>
      </dgm:t>
    </dgm:pt>
    <dgm:pt modelId="{3878C5AF-3488-462E-B12B-FB7AE2419769}" type="parTrans" cxnId="{7BFF7D9D-BA04-4420-B1F7-E69CC4FD6E93}">
      <dgm:prSet/>
      <dgm:spPr/>
      <dgm:t>
        <a:bodyPr/>
        <a:lstStyle/>
        <a:p>
          <a:endParaRPr lang="en-US"/>
        </a:p>
      </dgm:t>
    </dgm:pt>
    <dgm:pt modelId="{62AECA73-9CA6-4492-A1EF-A28A6C22754E}" type="sibTrans" cxnId="{7BFF7D9D-BA04-4420-B1F7-E69CC4FD6E93}">
      <dgm:prSet/>
      <dgm:spPr/>
      <dgm:t>
        <a:bodyPr/>
        <a:lstStyle/>
        <a:p>
          <a:endParaRPr lang="en-US"/>
        </a:p>
      </dgm:t>
    </dgm:pt>
    <dgm:pt modelId="{192579A5-D0C0-4988-A61F-D700CAF33C1A}">
      <dgm:prSet phldrT="[Tekst]" custT="1"/>
      <dgm:spPr/>
      <dgm:t>
        <a:bodyPr/>
        <a:lstStyle/>
        <a:p>
          <a:r>
            <a:rPr lang="da-DK" sz="1400" noProof="0" dirty="0"/>
            <a:t>Variable </a:t>
          </a:r>
          <a:r>
            <a:rPr lang="da-DK" sz="1400" noProof="0" dirty="0" err="1"/>
            <a:t>names</a:t>
          </a:r>
          <a:endParaRPr lang="en-US" sz="1400" noProof="0" dirty="0"/>
        </a:p>
      </dgm:t>
    </dgm:pt>
    <dgm:pt modelId="{8DC9798A-47C2-4F1F-B828-299329938384}" type="parTrans" cxnId="{C01D3D05-0290-40E1-B6DD-FD6C8EF12043}">
      <dgm:prSet/>
      <dgm:spPr/>
      <dgm:t>
        <a:bodyPr/>
        <a:lstStyle/>
        <a:p>
          <a:endParaRPr lang="en-US"/>
        </a:p>
      </dgm:t>
    </dgm:pt>
    <dgm:pt modelId="{A7E6D7B2-BB6E-4758-A632-1385A3A872FF}" type="sibTrans" cxnId="{C01D3D05-0290-40E1-B6DD-FD6C8EF12043}">
      <dgm:prSet/>
      <dgm:spPr/>
      <dgm:t>
        <a:bodyPr/>
        <a:lstStyle/>
        <a:p>
          <a:endParaRPr lang="en-US"/>
        </a:p>
      </dgm:t>
    </dgm:pt>
    <dgm:pt modelId="{3D084AE4-D05E-494C-B4E3-F39A1D52C591}">
      <dgm:prSet phldrT="[Tekst]" custT="1"/>
      <dgm:spPr/>
      <dgm:t>
        <a:bodyPr/>
        <a:lstStyle/>
        <a:p>
          <a:r>
            <a:rPr lang="da-DK" sz="1400" noProof="0" dirty="0" err="1"/>
            <a:t>Function</a:t>
          </a:r>
          <a:r>
            <a:rPr lang="da-DK" sz="1400" noProof="0" dirty="0"/>
            <a:t> </a:t>
          </a:r>
          <a:r>
            <a:rPr lang="da-DK" sz="1400" noProof="0" dirty="0" err="1"/>
            <a:t>names</a:t>
          </a:r>
          <a:endParaRPr lang="en-US" sz="1400" noProof="0" dirty="0"/>
        </a:p>
      </dgm:t>
    </dgm:pt>
    <dgm:pt modelId="{32518531-7CC5-462C-AFF4-DB44ACB99C69}" type="parTrans" cxnId="{13487F7B-8DC2-4BD8-BBCA-081021E23F87}">
      <dgm:prSet/>
      <dgm:spPr/>
      <dgm:t>
        <a:bodyPr/>
        <a:lstStyle/>
        <a:p>
          <a:endParaRPr lang="en-US"/>
        </a:p>
      </dgm:t>
    </dgm:pt>
    <dgm:pt modelId="{BA990C9E-6FD3-4A41-BBB1-5006A9BE99DF}" type="sibTrans" cxnId="{13487F7B-8DC2-4BD8-BBCA-081021E23F87}">
      <dgm:prSet/>
      <dgm:spPr/>
      <dgm:t>
        <a:bodyPr/>
        <a:lstStyle/>
        <a:p>
          <a:endParaRPr lang="en-US"/>
        </a:p>
      </dgm:t>
    </dgm:pt>
    <dgm:pt modelId="{886D2F41-786F-4318-B212-1E2024B15B92}" type="pres">
      <dgm:prSet presAssocID="{EBC44CF8-5592-46A1-B2EA-2306C7A7B9D8}" presName="hierChild1" presStyleCnt="0">
        <dgm:presLayoutVars>
          <dgm:orgChart val="1"/>
          <dgm:chPref val="1"/>
          <dgm:dir/>
          <dgm:animOne val="branch"/>
          <dgm:animLvl val="lvl"/>
          <dgm:resizeHandles/>
        </dgm:presLayoutVars>
      </dgm:prSet>
      <dgm:spPr/>
    </dgm:pt>
    <dgm:pt modelId="{545F85D4-67AA-47E0-A140-513A42EFBDC6}" type="pres">
      <dgm:prSet presAssocID="{4224F16D-E4C0-4250-9EFA-7C747A39F793}" presName="hierRoot1" presStyleCnt="0">
        <dgm:presLayoutVars>
          <dgm:hierBranch val="init"/>
        </dgm:presLayoutVars>
      </dgm:prSet>
      <dgm:spPr/>
    </dgm:pt>
    <dgm:pt modelId="{D103BD23-C52E-43FB-B1A0-12FE9F1645D2}" type="pres">
      <dgm:prSet presAssocID="{4224F16D-E4C0-4250-9EFA-7C747A39F793}" presName="rootComposite1" presStyleCnt="0"/>
      <dgm:spPr/>
    </dgm:pt>
    <dgm:pt modelId="{241526F4-D093-4E9D-BAED-0695FD37EEE8}" type="pres">
      <dgm:prSet presAssocID="{4224F16D-E4C0-4250-9EFA-7C747A39F793}" presName="rootText1" presStyleLbl="node0" presStyleIdx="0" presStyleCnt="1" custScaleX="142928" custLinFactNeighborX="800" custLinFactNeighborY="-45832">
        <dgm:presLayoutVars>
          <dgm:chPref val="3"/>
        </dgm:presLayoutVars>
      </dgm:prSet>
      <dgm:spPr/>
    </dgm:pt>
    <dgm:pt modelId="{33BDA6D9-DC2C-4318-B5F5-6BC0E90EE1BF}" type="pres">
      <dgm:prSet presAssocID="{4224F16D-E4C0-4250-9EFA-7C747A39F793}" presName="rootConnector1" presStyleLbl="node1" presStyleIdx="0" presStyleCnt="0"/>
      <dgm:spPr/>
    </dgm:pt>
    <dgm:pt modelId="{36F88AE2-1502-4FB0-8D52-E293D086CAD7}" type="pres">
      <dgm:prSet presAssocID="{4224F16D-E4C0-4250-9EFA-7C747A39F793}" presName="hierChild2" presStyleCnt="0"/>
      <dgm:spPr/>
    </dgm:pt>
    <dgm:pt modelId="{00B09104-B5E2-4D1F-9BEE-CACA494E029F}" type="pres">
      <dgm:prSet presAssocID="{5BA73491-6D8F-4D54-8C22-ED9718E8C773}" presName="Name37" presStyleLbl="parChTrans1D2" presStyleIdx="0" presStyleCnt="6"/>
      <dgm:spPr/>
    </dgm:pt>
    <dgm:pt modelId="{BA149A03-F73F-4AA7-AD37-E5698B8F6BFC}" type="pres">
      <dgm:prSet presAssocID="{633632CF-3971-4DAE-9D7B-30F94F90EF74}" presName="hierRoot2" presStyleCnt="0">
        <dgm:presLayoutVars>
          <dgm:hierBranch val="init"/>
        </dgm:presLayoutVars>
      </dgm:prSet>
      <dgm:spPr/>
    </dgm:pt>
    <dgm:pt modelId="{142ABBC2-9ED0-40FD-8E81-AA6A7DD4CF1B}" type="pres">
      <dgm:prSet presAssocID="{633632CF-3971-4DAE-9D7B-30F94F90EF74}" presName="rootComposite" presStyleCnt="0"/>
      <dgm:spPr/>
    </dgm:pt>
    <dgm:pt modelId="{316149DD-4A20-479B-BCF0-4A4887F9049D}" type="pres">
      <dgm:prSet presAssocID="{633632CF-3971-4DAE-9D7B-30F94F90EF74}" presName="rootText" presStyleLbl="node2" presStyleIdx="0" presStyleCnt="6" custScaleX="96031" custLinFactNeighborX="-85056">
        <dgm:presLayoutVars>
          <dgm:chPref val="3"/>
        </dgm:presLayoutVars>
      </dgm:prSet>
      <dgm:spPr/>
    </dgm:pt>
    <dgm:pt modelId="{6F32CBB0-2A11-45F0-8023-5D2196D052D7}" type="pres">
      <dgm:prSet presAssocID="{633632CF-3971-4DAE-9D7B-30F94F90EF74}" presName="rootConnector" presStyleLbl="node2" presStyleIdx="0" presStyleCnt="6"/>
      <dgm:spPr/>
    </dgm:pt>
    <dgm:pt modelId="{D6C33E95-60B8-4147-92BB-08CEBB19D089}" type="pres">
      <dgm:prSet presAssocID="{633632CF-3971-4DAE-9D7B-30F94F90EF74}" presName="hierChild4" presStyleCnt="0"/>
      <dgm:spPr/>
    </dgm:pt>
    <dgm:pt modelId="{712FB5CE-CA05-43F6-82C8-E8310F63E86A}" type="pres">
      <dgm:prSet presAssocID="{F77BA94F-5F5A-4244-B671-7D147C089B9A}" presName="Name37" presStyleLbl="parChTrans1D3" presStyleIdx="0" presStyleCnt="19"/>
      <dgm:spPr/>
    </dgm:pt>
    <dgm:pt modelId="{CCC6A562-BD99-40AF-BD66-C86AE2C38048}" type="pres">
      <dgm:prSet presAssocID="{9C26E6AD-47AB-46A2-B2EA-EF1F57DFDC1B}" presName="hierRoot2" presStyleCnt="0">
        <dgm:presLayoutVars>
          <dgm:hierBranch val="init"/>
        </dgm:presLayoutVars>
      </dgm:prSet>
      <dgm:spPr/>
    </dgm:pt>
    <dgm:pt modelId="{E767134E-7638-4900-A177-CD9D77276893}" type="pres">
      <dgm:prSet presAssocID="{9C26E6AD-47AB-46A2-B2EA-EF1F57DFDC1B}" presName="rootComposite" presStyleCnt="0"/>
      <dgm:spPr/>
    </dgm:pt>
    <dgm:pt modelId="{B7050186-4FB5-4A46-BFA1-81A4CAF3AC74}" type="pres">
      <dgm:prSet presAssocID="{9C26E6AD-47AB-46A2-B2EA-EF1F57DFDC1B}" presName="rootText" presStyleLbl="node3" presStyleIdx="0" presStyleCnt="19" custScaleX="103176" custScaleY="56948" custLinFactNeighborX="-65073" custLinFactNeighborY="513">
        <dgm:presLayoutVars>
          <dgm:chPref val="3"/>
        </dgm:presLayoutVars>
      </dgm:prSet>
      <dgm:spPr/>
    </dgm:pt>
    <dgm:pt modelId="{62F09096-4F77-4DE7-A555-8295D0B932D8}" type="pres">
      <dgm:prSet presAssocID="{9C26E6AD-47AB-46A2-B2EA-EF1F57DFDC1B}" presName="rootConnector" presStyleLbl="node3" presStyleIdx="0" presStyleCnt="19"/>
      <dgm:spPr/>
    </dgm:pt>
    <dgm:pt modelId="{057E8616-57D7-4D07-9870-92B2E038A22C}" type="pres">
      <dgm:prSet presAssocID="{9C26E6AD-47AB-46A2-B2EA-EF1F57DFDC1B}" presName="hierChild4" presStyleCnt="0"/>
      <dgm:spPr/>
    </dgm:pt>
    <dgm:pt modelId="{6A27063C-A5A4-4D82-A750-A8CE64CE715F}" type="pres">
      <dgm:prSet presAssocID="{9C26E6AD-47AB-46A2-B2EA-EF1F57DFDC1B}" presName="hierChild5" presStyleCnt="0"/>
      <dgm:spPr/>
    </dgm:pt>
    <dgm:pt modelId="{1626811E-630B-4776-B269-D80AA91087E5}" type="pres">
      <dgm:prSet presAssocID="{97117355-84E6-4A4D-BFA7-120FDBB4E866}" presName="Name37" presStyleLbl="parChTrans1D3" presStyleIdx="1" presStyleCnt="19"/>
      <dgm:spPr/>
    </dgm:pt>
    <dgm:pt modelId="{6988A93A-7A65-402A-9BB0-4F4FEFF6F2D8}" type="pres">
      <dgm:prSet presAssocID="{B3FB488A-56A7-4EA8-BCA2-4C93732FA7FC}" presName="hierRoot2" presStyleCnt="0">
        <dgm:presLayoutVars>
          <dgm:hierBranch val="init"/>
        </dgm:presLayoutVars>
      </dgm:prSet>
      <dgm:spPr/>
    </dgm:pt>
    <dgm:pt modelId="{1C3E9D2E-450E-49C9-BCFF-BC3366FBC979}" type="pres">
      <dgm:prSet presAssocID="{B3FB488A-56A7-4EA8-BCA2-4C93732FA7FC}" presName="rootComposite" presStyleCnt="0"/>
      <dgm:spPr/>
    </dgm:pt>
    <dgm:pt modelId="{FE72D7D6-90BC-428A-9F13-437DFEDD1E5A}" type="pres">
      <dgm:prSet presAssocID="{B3FB488A-56A7-4EA8-BCA2-4C93732FA7FC}" presName="rootText" presStyleLbl="node3" presStyleIdx="1" presStyleCnt="19" custScaleX="100000" custScaleY="56948" custLinFactNeighborX="-65073" custLinFactNeighborY="513">
        <dgm:presLayoutVars>
          <dgm:chPref val="3"/>
        </dgm:presLayoutVars>
      </dgm:prSet>
      <dgm:spPr/>
    </dgm:pt>
    <dgm:pt modelId="{C993D4B0-B573-42C4-A863-AB15C8D0AC83}" type="pres">
      <dgm:prSet presAssocID="{B3FB488A-56A7-4EA8-BCA2-4C93732FA7FC}" presName="rootConnector" presStyleLbl="node3" presStyleIdx="1" presStyleCnt="19"/>
      <dgm:spPr/>
    </dgm:pt>
    <dgm:pt modelId="{574B50B6-E3B9-4EE9-9516-77ECD21F9D31}" type="pres">
      <dgm:prSet presAssocID="{B3FB488A-56A7-4EA8-BCA2-4C93732FA7FC}" presName="hierChild4" presStyleCnt="0"/>
      <dgm:spPr/>
    </dgm:pt>
    <dgm:pt modelId="{6153F0B6-C50A-4547-AC09-E3CBFB7A2BDF}" type="pres">
      <dgm:prSet presAssocID="{B3FB488A-56A7-4EA8-BCA2-4C93732FA7FC}" presName="hierChild5" presStyleCnt="0"/>
      <dgm:spPr/>
    </dgm:pt>
    <dgm:pt modelId="{3F2FD686-4B96-4E90-961D-3F8578F8C453}" type="pres">
      <dgm:prSet presAssocID="{9F45F503-4A73-489C-AE85-E10536341517}" presName="Name37" presStyleLbl="parChTrans1D3" presStyleIdx="2" presStyleCnt="19"/>
      <dgm:spPr/>
    </dgm:pt>
    <dgm:pt modelId="{2629BAC9-F6ED-467F-B9B8-1B7E73790AE7}" type="pres">
      <dgm:prSet presAssocID="{884C1984-A1DE-4153-AEE6-77E310F90212}" presName="hierRoot2" presStyleCnt="0">
        <dgm:presLayoutVars>
          <dgm:hierBranch val="init"/>
        </dgm:presLayoutVars>
      </dgm:prSet>
      <dgm:spPr/>
    </dgm:pt>
    <dgm:pt modelId="{40FF5F0A-9183-4FA0-875D-3BD26C6F799A}" type="pres">
      <dgm:prSet presAssocID="{884C1984-A1DE-4153-AEE6-77E310F90212}" presName="rootComposite" presStyleCnt="0"/>
      <dgm:spPr/>
    </dgm:pt>
    <dgm:pt modelId="{C2BE18C1-5CCE-47C6-8255-2BEA16B15BB7}" type="pres">
      <dgm:prSet presAssocID="{884C1984-A1DE-4153-AEE6-77E310F90212}" presName="rootText" presStyleLbl="node3" presStyleIdx="2" presStyleCnt="19" custScaleX="100000" custScaleY="56948" custLinFactNeighborX="-65073" custLinFactNeighborY="513">
        <dgm:presLayoutVars>
          <dgm:chPref val="3"/>
        </dgm:presLayoutVars>
      </dgm:prSet>
      <dgm:spPr/>
    </dgm:pt>
    <dgm:pt modelId="{D52878E3-FA6D-4AC3-9526-36C011807DD0}" type="pres">
      <dgm:prSet presAssocID="{884C1984-A1DE-4153-AEE6-77E310F90212}" presName="rootConnector" presStyleLbl="node3" presStyleIdx="2" presStyleCnt="19"/>
      <dgm:spPr/>
    </dgm:pt>
    <dgm:pt modelId="{6AAB0A4C-337A-42E8-B2BF-21D1F52E866A}" type="pres">
      <dgm:prSet presAssocID="{884C1984-A1DE-4153-AEE6-77E310F90212}" presName="hierChild4" presStyleCnt="0"/>
      <dgm:spPr/>
    </dgm:pt>
    <dgm:pt modelId="{684E193C-3C22-4DDC-ABCE-C9B354706FCA}" type="pres">
      <dgm:prSet presAssocID="{884C1984-A1DE-4153-AEE6-77E310F90212}" presName="hierChild5" presStyleCnt="0"/>
      <dgm:spPr/>
    </dgm:pt>
    <dgm:pt modelId="{A4BB7E4F-FCC3-4EC9-BAE8-703F3D86DC4F}" type="pres">
      <dgm:prSet presAssocID="{89689489-F1A5-4E95-B0DB-755A3DA4438C}" presName="Name37" presStyleLbl="parChTrans1D3" presStyleIdx="3" presStyleCnt="19"/>
      <dgm:spPr/>
    </dgm:pt>
    <dgm:pt modelId="{2E9F167E-FC3E-459B-98D3-58B4CD79579B}" type="pres">
      <dgm:prSet presAssocID="{45C564E4-40E9-40A3-9415-C70F26DC6101}" presName="hierRoot2" presStyleCnt="0">
        <dgm:presLayoutVars>
          <dgm:hierBranch val="init"/>
        </dgm:presLayoutVars>
      </dgm:prSet>
      <dgm:spPr/>
    </dgm:pt>
    <dgm:pt modelId="{B610BC92-51E2-4790-BFF4-DAD22FE0E36B}" type="pres">
      <dgm:prSet presAssocID="{45C564E4-40E9-40A3-9415-C70F26DC6101}" presName="rootComposite" presStyleCnt="0"/>
      <dgm:spPr/>
    </dgm:pt>
    <dgm:pt modelId="{1E9329F2-5F8B-411F-AFB1-645736719AD2}" type="pres">
      <dgm:prSet presAssocID="{45C564E4-40E9-40A3-9415-C70F26DC6101}" presName="rootText" presStyleLbl="node3" presStyleIdx="3" presStyleCnt="19" custScaleX="100000" custScaleY="56948" custLinFactNeighborX="-65073" custLinFactNeighborY="513">
        <dgm:presLayoutVars>
          <dgm:chPref val="3"/>
        </dgm:presLayoutVars>
      </dgm:prSet>
      <dgm:spPr/>
    </dgm:pt>
    <dgm:pt modelId="{586060CF-C56A-4A3B-A3B5-612A425EBD0A}" type="pres">
      <dgm:prSet presAssocID="{45C564E4-40E9-40A3-9415-C70F26DC6101}" presName="rootConnector" presStyleLbl="node3" presStyleIdx="3" presStyleCnt="19"/>
      <dgm:spPr/>
    </dgm:pt>
    <dgm:pt modelId="{25079CDD-5BCB-4887-8BAC-E011F3069C21}" type="pres">
      <dgm:prSet presAssocID="{45C564E4-40E9-40A3-9415-C70F26DC6101}" presName="hierChild4" presStyleCnt="0"/>
      <dgm:spPr/>
    </dgm:pt>
    <dgm:pt modelId="{EA75E9B8-0B50-4E6F-9B9D-625A746D3AE1}" type="pres">
      <dgm:prSet presAssocID="{45C564E4-40E9-40A3-9415-C70F26DC6101}" presName="hierChild5" presStyleCnt="0"/>
      <dgm:spPr/>
    </dgm:pt>
    <dgm:pt modelId="{C35B8903-3443-499B-86F0-E2540D049C8F}" type="pres">
      <dgm:prSet presAssocID="{F027E8DD-E0AE-4EA9-87D6-E322B12D7AB2}" presName="Name37" presStyleLbl="parChTrans1D3" presStyleIdx="4" presStyleCnt="19"/>
      <dgm:spPr/>
    </dgm:pt>
    <dgm:pt modelId="{B9480CD7-9D77-4292-B560-A604BD6BE50D}" type="pres">
      <dgm:prSet presAssocID="{3FB1CA0A-1F40-4061-847C-0A288031E770}" presName="hierRoot2" presStyleCnt="0">
        <dgm:presLayoutVars>
          <dgm:hierBranch val="init"/>
        </dgm:presLayoutVars>
      </dgm:prSet>
      <dgm:spPr/>
    </dgm:pt>
    <dgm:pt modelId="{AF5A5B11-EE00-4E1F-B759-2DF8F16C7FE3}" type="pres">
      <dgm:prSet presAssocID="{3FB1CA0A-1F40-4061-847C-0A288031E770}" presName="rootComposite" presStyleCnt="0"/>
      <dgm:spPr/>
    </dgm:pt>
    <dgm:pt modelId="{55DA1A5A-12A0-4BB0-A1B2-14D807FF6FD8}" type="pres">
      <dgm:prSet presAssocID="{3FB1CA0A-1F40-4061-847C-0A288031E770}" presName="rootText" presStyleLbl="node3" presStyleIdx="4" presStyleCnt="19" custScaleX="100000" custScaleY="56948" custLinFactNeighborX="-65073" custLinFactNeighborY="513">
        <dgm:presLayoutVars>
          <dgm:chPref val="3"/>
        </dgm:presLayoutVars>
      </dgm:prSet>
      <dgm:spPr/>
    </dgm:pt>
    <dgm:pt modelId="{22E848BE-DFC7-4FA1-AC09-B7BDD0E2921C}" type="pres">
      <dgm:prSet presAssocID="{3FB1CA0A-1F40-4061-847C-0A288031E770}" presName="rootConnector" presStyleLbl="node3" presStyleIdx="4" presStyleCnt="19"/>
      <dgm:spPr/>
    </dgm:pt>
    <dgm:pt modelId="{04DCB569-540C-4489-965D-C7796C9C7387}" type="pres">
      <dgm:prSet presAssocID="{3FB1CA0A-1F40-4061-847C-0A288031E770}" presName="hierChild4" presStyleCnt="0"/>
      <dgm:spPr/>
    </dgm:pt>
    <dgm:pt modelId="{E664EE40-1907-4A03-A439-1D8F9D7F069C}" type="pres">
      <dgm:prSet presAssocID="{3FB1CA0A-1F40-4061-847C-0A288031E770}" presName="hierChild5" presStyleCnt="0"/>
      <dgm:spPr/>
    </dgm:pt>
    <dgm:pt modelId="{9FBDAC58-D7BD-46EE-BAED-22A50B73501E}" type="pres">
      <dgm:prSet presAssocID="{0B55604C-08DB-49D8-95D1-C5D051A8B65C}" presName="Name37" presStyleLbl="parChTrans1D3" presStyleIdx="5" presStyleCnt="19"/>
      <dgm:spPr/>
    </dgm:pt>
    <dgm:pt modelId="{F526F095-F815-41D6-A6E0-F1C22373C15E}" type="pres">
      <dgm:prSet presAssocID="{8D362794-51A7-4CE6-994A-4BED6DDDD02F}" presName="hierRoot2" presStyleCnt="0">
        <dgm:presLayoutVars>
          <dgm:hierBranch val="init"/>
        </dgm:presLayoutVars>
      </dgm:prSet>
      <dgm:spPr/>
    </dgm:pt>
    <dgm:pt modelId="{15A9166B-9263-4485-8E95-A25B210DC870}" type="pres">
      <dgm:prSet presAssocID="{8D362794-51A7-4CE6-994A-4BED6DDDD02F}" presName="rootComposite" presStyleCnt="0"/>
      <dgm:spPr/>
    </dgm:pt>
    <dgm:pt modelId="{9793A294-0BA3-43F6-851A-3E2D432D442C}" type="pres">
      <dgm:prSet presAssocID="{8D362794-51A7-4CE6-994A-4BED6DDDD02F}" presName="rootText" presStyleLbl="node3" presStyleIdx="5" presStyleCnt="19" custScaleX="100000" custScaleY="56948" custLinFactNeighborX="-65073" custLinFactNeighborY="513">
        <dgm:presLayoutVars>
          <dgm:chPref val="3"/>
        </dgm:presLayoutVars>
      </dgm:prSet>
      <dgm:spPr/>
    </dgm:pt>
    <dgm:pt modelId="{81296338-A6D9-4B44-A1AD-46A27B3F01A8}" type="pres">
      <dgm:prSet presAssocID="{8D362794-51A7-4CE6-994A-4BED6DDDD02F}" presName="rootConnector" presStyleLbl="node3" presStyleIdx="5" presStyleCnt="19"/>
      <dgm:spPr/>
    </dgm:pt>
    <dgm:pt modelId="{8C830CA5-1112-452D-950F-3A99D34D804A}" type="pres">
      <dgm:prSet presAssocID="{8D362794-51A7-4CE6-994A-4BED6DDDD02F}" presName="hierChild4" presStyleCnt="0"/>
      <dgm:spPr/>
    </dgm:pt>
    <dgm:pt modelId="{7AEB6F44-2DA3-4732-94C8-AFFB2F6EC24E}" type="pres">
      <dgm:prSet presAssocID="{8D362794-51A7-4CE6-994A-4BED6DDDD02F}" presName="hierChild5" presStyleCnt="0"/>
      <dgm:spPr/>
    </dgm:pt>
    <dgm:pt modelId="{6E8B8620-2A3B-4D87-8B07-FB53DEB32338}" type="pres">
      <dgm:prSet presAssocID="{633632CF-3971-4DAE-9D7B-30F94F90EF74}" presName="hierChild5" presStyleCnt="0"/>
      <dgm:spPr/>
    </dgm:pt>
    <dgm:pt modelId="{1FFDA1A9-194B-48AB-A17E-DD23F9DA92B1}" type="pres">
      <dgm:prSet presAssocID="{88CF5CEC-22C5-4BBA-8046-80EB3D1D5343}" presName="Name37" presStyleLbl="parChTrans1D2" presStyleIdx="1" presStyleCnt="6"/>
      <dgm:spPr/>
    </dgm:pt>
    <dgm:pt modelId="{4A30E2F1-8662-4786-BC0A-E6FFD0AFF8E7}" type="pres">
      <dgm:prSet presAssocID="{A4AA5E78-2E83-4F60-8055-685BC550D62A}" presName="hierRoot2" presStyleCnt="0">
        <dgm:presLayoutVars>
          <dgm:hierBranch val="init"/>
        </dgm:presLayoutVars>
      </dgm:prSet>
      <dgm:spPr/>
    </dgm:pt>
    <dgm:pt modelId="{C41BA63F-D8FB-4822-B0F7-DA52BE6ABB47}" type="pres">
      <dgm:prSet presAssocID="{A4AA5E78-2E83-4F60-8055-685BC550D62A}" presName="rootComposite" presStyleCnt="0"/>
      <dgm:spPr/>
    </dgm:pt>
    <dgm:pt modelId="{AD6FCBA5-107F-4E39-9D14-0F9C209CE42B}" type="pres">
      <dgm:prSet presAssocID="{A4AA5E78-2E83-4F60-8055-685BC550D62A}" presName="rootText" presStyleLbl="node2" presStyleIdx="1" presStyleCnt="6" custScaleX="99266" custLinFactNeighborX="-26650" custLinFactNeighborY="513">
        <dgm:presLayoutVars>
          <dgm:chPref val="3"/>
        </dgm:presLayoutVars>
      </dgm:prSet>
      <dgm:spPr/>
    </dgm:pt>
    <dgm:pt modelId="{583C3239-7A9A-4405-808D-357500F0A444}" type="pres">
      <dgm:prSet presAssocID="{A4AA5E78-2E83-4F60-8055-685BC550D62A}" presName="rootConnector" presStyleLbl="node2" presStyleIdx="1" presStyleCnt="6"/>
      <dgm:spPr/>
    </dgm:pt>
    <dgm:pt modelId="{38452564-D35D-4B4A-A1DE-52CBDB677910}" type="pres">
      <dgm:prSet presAssocID="{A4AA5E78-2E83-4F60-8055-685BC550D62A}" presName="hierChild4" presStyleCnt="0"/>
      <dgm:spPr/>
    </dgm:pt>
    <dgm:pt modelId="{6A2A5E04-0027-4083-A33C-78B5179ABE16}" type="pres">
      <dgm:prSet presAssocID="{ECBAC60C-C54E-43D5-B4DD-7D03D17F79BB}" presName="Name37" presStyleLbl="parChTrans1D3" presStyleIdx="6" presStyleCnt="19"/>
      <dgm:spPr/>
    </dgm:pt>
    <dgm:pt modelId="{F544D54A-A848-44BC-A056-CC5AF6AC70AA}" type="pres">
      <dgm:prSet presAssocID="{D125D46D-5803-498C-8210-A47012081385}" presName="hierRoot2" presStyleCnt="0">
        <dgm:presLayoutVars>
          <dgm:hierBranch val="init"/>
        </dgm:presLayoutVars>
      </dgm:prSet>
      <dgm:spPr/>
    </dgm:pt>
    <dgm:pt modelId="{FEA49C32-7152-49AA-AB95-9AE15FDDB9A3}" type="pres">
      <dgm:prSet presAssocID="{D125D46D-5803-498C-8210-A47012081385}" presName="rootComposite" presStyleCnt="0"/>
      <dgm:spPr/>
    </dgm:pt>
    <dgm:pt modelId="{F0CECF85-B5C3-4F33-9B57-BF760E7F8936}" type="pres">
      <dgm:prSet presAssocID="{D125D46D-5803-498C-8210-A47012081385}" presName="rootText" presStyleLbl="node3" presStyleIdx="6" presStyleCnt="19" custScaleX="237141" custScaleY="56948" custLinFactNeighborX="-29594" custLinFactNeighborY="513">
        <dgm:presLayoutVars>
          <dgm:chPref val="3"/>
        </dgm:presLayoutVars>
      </dgm:prSet>
      <dgm:spPr/>
    </dgm:pt>
    <dgm:pt modelId="{3DD7B17A-EF6B-4271-8D1D-F6F44750BF7A}" type="pres">
      <dgm:prSet presAssocID="{D125D46D-5803-498C-8210-A47012081385}" presName="rootConnector" presStyleLbl="node3" presStyleIdx="6" presStyleCnt="19"/>
      <dgm:spPr/>
    </dgm:pt>
    <dgm:pt modelId="{8B4CF692-2190-41E6-89E5-9E65FA69AE84}" type="pres">
      <dgm:prSet presAssocID="{D125D46D-5803-498C-8210-A47012081385}" presName="hierChild4" presStyleCnt="0"/>
      <dgm:spPr/>
    </dgm:pt>
    <dgm:pt modelId="{7492B679-451C-4491-9E5E-BDEC595CB6AF}" type="pres">
      <dgm:prSet presAssocID="{D125D46D-5803-498C-8210-A47012081385}" presName="hierChild5" presStyleCnt="0"/>
      <dgm:spPr/>
    </dgm:pt>
    <dgm:pt modelId="{51AD8570-E912-4D3B-AC56-457AA1D5E4F8}" type="pres">
      <dgm:prSet presAssocID="{9A4EFD8F-03F9-4ED5-B373-EE8E6CEF662D}" presName="Name37" presStyleLbl="parChTrans1D3" presStyleIdx="7" presStyleCnt="19"/>
      <dgm:spPr/>
    </dgm:pt>
    <dgm:pt modelId="{97E7DB2C-100F-4C48-ABD5-90143D8AA4BC}" type="pres">
      <dgm:prSet presAssocID="{789381F5-38E8-4D18-8E95-BD320E8E1B63}" presName="hierRoot2" presStyleCnt="0">
        <dgm:presLayoutVars>
          <dgm:hierBranch val="init"/>
        </dgm:presLayoutVars>
      </dgm:prSet>
      <dgm:spPr/>
    </dgm:pt>
    <dgm:pt modelId="{CB6645B0-F671-4F42-A111-AFA28E492B6B}" type="pres">
      <dgm:prSet presAssocID="{789381F5-38E8-4D18-8E95-BD320E8E1B63}" presName="rootComposite" presStyleCnt="0"/>
      <dgm:spPr/>
    </dgm:pt>
    <dgm:pt modelId="{AFDD2A41-0AC4-4DD3-BF5A-FAA889D200B5}" type="pres">
      <dgm:prSet presAssocID="{789381F5-38E8-4D18-8E95-BD320E8E1B63}" presName="rootText" presStyleLbl="node3" presStyleIdx="7" presStyleCnt="19" custScaleX="237141" custScaleY="56948" custLinFactNeighborX="-29594" custLinFactNeighborY="513">
        <dgm:presLayoutVars>
          <dgm:chPref val="3"/>
        </dgm:presLayoutVars>
      </dgm:prSet>
      <dgm:spPr/>
    </dgm:pt>
    <dgm:pt modelId="{69E5F15F-E15A-4801-AF72-822CCCE9AB1F}" type="pres">
      <dgm:prSet presAssocID="{789381F5-38E8-4D18-8E95-BD320E8E1B63}" presName="rootConnector" presStyleLbl="node3" presStyleIdx="7" presStyleCnt="19"/>
      <dgm:spPr/>
    </dgm:pt>
    <dgm:pt modelId="{E03F5181-A7CC-4546-A12F-6C15FF61AA32}" type="pres">
      <dgm:prSet presAssocID="{789381F5-38E8-4D18-8E95-BD320E8E1B63}" presName="hierChild4" presStyleCnt="0"/>
      <dgm:spPr/>
    </dgm:pt>
    <dgm:pt modelId="{09C9D295-32AB-4DCB-B388-D399EE326E22}" type="pres">
      <dgm:prSet presAssocID="{789381F5-38E8-4D18-8E95-BD320E8E1B63}" presName="hierChild5" presStyleCnt="0"/>
      <dgm:spPr/>
    </dgm:pt>
    <dgm:pt modelId="{2CEE59DD-550B-4A18-A1AD-9EB62E296F19}" type="pres">
      <dgm:prSet presAssocID="{D64FE767-F5E9-4BFB-BD3F-EF4B418AB559}" presName="Name37" presStyleLbl="parChTrans1D3" presStyleIdx="8" presStyleCnt="19"/>
      <dgm:spPr/>
    </dgm:pt>
    <dgm:pt modelId="{0EFA87C0-BC83-4372-9C24-75C614EBE8CD}" type="pres">
      <dgm:prSet presAssocID="{F53F0496-01AD-40B1-BEC5-C28B736DB0ED}" presName="hierRoot2" presStyleCnt="0">
        <dgm:presLayoutVars>
          <dgm:hierBranch val="init"/>
        </dgm:presLayoutVars>
      </dgm:prSet>
      <dgm:spPr/>
    </dgm:pt>
    <dgm:pt modelId="{89D9B32A-DF8D-4410-9569-31BBC1215EF5}" type="pres">
      <dgm:prSet presAssocID="{F53F0496-01AD-40B1-BEC5-C28B736DB0ED}" presName="rootComposite" presStyleCnt="0"/>
      <dgm:spPr/>
    </dgm:pt>
    <dgm:pt modelId="{C588F604-4C71-459E-9996-F4A026851A65}" type="pres">
      <dgm:prSet presAssocID="{F53F0496-01AD-40B1-BEC5-C28B736DB0ED}" presName="rootText" presStyleLbl="node3" presStyleIdx="8" presStyleCnt="19" custScaleX="237141" custScaleY="56948" custLinFactNeighborX="-29594" custLinFactNeighborY="513">
        <dgm:presLayoutVars>
          <dgm:chPref val="3"/>
        </dgm:presLayoutVars>
      </dgm:prSet>
      <dgm:spPr/>
    </dgm:pt>
    <dgm:pt modelId="{CB856E3A-DE53-4164-B59D-0EDECD8DA8C4}" type="pres">
      <dgm:prSet presAssocID="{F53F0496-01AD-40B1-BEC5-C28B736DB0ED}" presName="rootConnector" presStyleLbl="node3" presStyleIdx="8" presStyleCnt="19"/>
      <dgm:spPr/>
    </dgm:pt>
    <dgm:pt modelId="{FF5650FE-87EF-486B-A73C-E2F415A1EE1B}" type="pres">
      <dgm:prSet presAssocID="{F53F0496-01AD-40B1-BEC5-C28B736DB0ED}" presName="hierChild4" presStyleCnt="0"/>
      <dgm:spPr/>
    </dgm:pt>
    <dgm:pt modelId="{53FF7BCE-550C-4302-8118-931D556F7C3A}" type="pres">
      <dgm:prSet presAssocID="{F53F0496-01AD-40B1-BEC5-C28B736DB0ED}" presName="hierChild5" presStyleCnt="0"/>
      <dgm:spPr/>
    </dgm:pt>
    <dgm:pt modelId="{83EBAFE2-1374-43BD-84BD-A23B5ABD6892}" type="pres">
      <dgm:prSet presAssocID="{8C2BF4B1-B6F2-4A77-97BB-A66B22F99EB5}" presName="Name37" presStyleLbl="parChTrans1D3" presStyleIdx="9" presStyleCnt="19"/>
      <dgm:spPr/>
    </dgm:pt>
    <dgm:pt modelId="{E7924EDD-4E6D-4A20-9BA3-963D5A50D728}" type="pres">
      <dgm:prSet presAssocID="{A5734974-0BE2-4CD5-99FC-825F199813B3}" presName="hierRoot2" presStyleCnt="0">
        <dgm:presLayoutVars>
          <dgm:hierBranch val="init"/>
        </dgm:presLayoutVars>
      </dgm:prSet>
      <dgm:spPr/>
    </dgm:pt>
    <dgm:pt modelId="{9F7765E6-A0EC-4B43-BB95-28C6B271FFE4}" type="pres">
      <dgm:prSet presAssocID="{A5734974-0BE2-4CD5-99FC-825F199813B3}" presName="rootComposite" presStyleCnt="0"/>
      <dgm:spPr/>
    </dgm:pt>
    <dgm:pt modelId="{7A48EC60-51F3-4E67-AB7D-07B29B70C60D}" type="pres">
      <dgm:prSet presAssocID="{A5734974-0BE2-4CD5-99FC-825F199813B3}" presName="rootText" presStyleLbl="node3" presStyleIdx="9" presStyleCnt="19" custScaleX="237141" custScaleY="56948" custLinFactNeighborX="-29594" custLinFactNeighborY="513">
        <dgm:presLayoutVars>
          <dgm:chPref val="3"/>
        </dgm:presLayoutVars>
      </dgm:prSet>
      <dgm:spPr/>
    </dgm:pt>
    <dgm:pt modelId="{2A67B270-8617-4E10-A375-0BE24D42FCDD}" type="pres">
      <dgm:prSet presAssocID="{A5734974-0BE2-4CD5-99FC-825F199813B3}" presName="rootConnector" presStyleLbl="node3" presStyleIdx="9" presStyleCnt="19"/>
      <dgm:spPr/>
    </dgm:pt>
    <dgm:pt modelId="{F08F0E5B-C8E0-41F5-88C8-D5CB7FF425BE}" type="pres">
      <dgm:prSet presAssocID="{A5734974-0BE2-4CD5-99FC-825F199813B3}" presName="hierChild4" presStyleCnt="0"/>
      <dgm:spPr/>
    </dgm:pt>
    <dgm:pt modelId="{74DD0DA6-19F4-4867-99DD-3D036298A548}" type="pres">
      <dgm:prSet presAssocID="{A5734974-0BE2-4CD5-99FC-825F199813B3}" presName="hierChild5" presStyleCnt="0"/>
      <dgm:spPr/>
    </dgm:pt>
    <dgm:pt modelId="{16F40902-B653-4C40-B079-EF437F4745FD}" type="pres">
      <dgm:prSet presAssocID="{E252E372-499C-4A2A-9F73-A5A42CA6D3ED}" presName="Name37" presStyleLbl="parChTrans1D3" presStyleIdx="10" presStyleCnt="19"/>
      <dgm:spPr/>
    </dgm:pt>
    <dgm:pt modelId="{7100E03C-4918-4785-9044-A390A44EC2D2}" type="pres">
      <dgm:prSet presAssocID="{69E7C492-A0CD-449E-9C33-4CAE3655DFB0}" presName="hierRoot2" presStyleCnt="0">
        <dgm:presLayoutVars>
          <dgm:hierBranch val="init"/>
        </dgm:presLayoutVars>
      </dgm:prSet>
      <dgm:spPr/>
    </dgm:pt>
    <dgm:pt modelId="{1F78FD8E-A1F0-4B5C-9C50-26CA3020631D}" type="pres">
      <dgm:prSet presAssocID="{69E7C492-A0CD-449E-9C33-4CAE3655DFB0}" presName="rootComposite" presStyleCnt="0"/>
      <dgm:spPr/>
    </dgm:pt>
    <dgm:pt modelId="{C25DE249-8875-4463-85D3-99FDECF1277F}" type="pres">
      <dgm:prSet presAssocID="{69E7C492-A0CD-449E-9C33-4CAE3655DFB0}" presName="rootText" presStyleLbl="node3" presStyleIdx="10" presStyleCnt="19" custScaleX="237141" custScaleY="56948" custLinFactNeighborX="-29594" custLinFactNeighborY="513">
        <dgm:presLayoutVars>
          <dgm:chPref val="3"/>
        </dgm:presLayoutVars>
      </dgm:prSet>
      <dgm:spPr/>
    </dgm:pt>
    <dgm:pt modelId="{3FFAADE9-1B70-4295-83E7-8D1E478522F6}" type="pres">
      <dgm:prSet presAssocID="{69E7C492-A0CD-449E-9C33-4CAE3655DFB0}" presName="rootConnector" presStyleLbl="node3" presStyleIdx="10" presStyleCnt="19"/>
      <dgm:spPr/>
    </dgm:pt>
    <dgm:pt modelId="{10221AAC-1D5B-4EBF-8A48-B9D3D168E49D}" type="pres">
      <dgm:prSet presAssocID="{69E7C492-A0CD-449E-9C33-4CAE3655DFB0}" presName="hierChild4" presStyleCnt="0"/>
      <dgm:spPr/>
    </dgm:pt>
    <dgm:pt modelId="{BF8A7216-F408-4927-9521-0A8C9DDE6C13}" type="pres">
      <dgm:prSet presAssocID="{69E7C492-A0CD-449E-9C33-4CAE3655DFB0}" presName="hierChild5" presStyleCnt="0"/>
      <dgm:spPr/>
    </dgm:pt>
    <dgm:pt modelId="{DB7F34E6-B5A3-4846-A04C-EBACBE647391}" type="pres">
      <dgm:prSet presAssocID="{AD1672D5-A022-4166-B47C-FDADE706D3DF}" presName="Name37" presStyleLbl="parChTrans1D3" presStyleIdx="11" presStyleCnt="19"/>
      <dgm:spPr/>
    </dgm:pt>
    <dgm:pt modelId="{DE4EB339-58B2-4B3E-ABA6-827194F99F74}" type="pres">
      <dgm:prSet presAssocID="{03C281E7-DDB5-49A7-B1F9-898033612503}" presName="hierRoot2" presStyleCnt="0">
        <dgm:presLayoutVars>
          <dgm:hierBranch val="init"/>
        </dgm:presLayoutVars>
      </dgm:prSet>
      <dgm:spPr/>
    </dgm:pt>
    <dgm:pt modelId="{DE91C667-1EDB-4723-80A8-F85DD6ED2406}" type="pres">
      <dgm:prSet presAssocID="{03C281E7-DDB5-49A7-B1F9-898033612503}" presName="rootComposite" presStyleCnt="0"/>
      <dgm:spPr/>
    </dgm:pt>
    <dgm:pt modelId="{284AAC9C-A343-418C-96D3-0EC938A08886}" type="pres">
      <dgm:prSet presAssocID="{03C281E7-DDB5-49A7-B1F9-898033612503}" presName="rootText" presStyleLbl="node3" presStyleIdx="11" presStyleCnt="19" custScaleX="237141" custScaleY="56948" custLinFactNeighborX="-29594" custLinFactNeighborY="513">
        <dgm:presLayoutVars>
          <dgm:chPref val="3"/>
        </dgm:presLayoutVars>
      </dgm:prSet>
      <dgm:spPr/>
    </dgm:pt>
    <dgm:pt modelId="{4163C214-E3A8-408D-B910-AB7E3A3BCE64}" type="pres">
      <dgm:prSet presAssocID="{03C281E7-DDB5-49A7-B1F9-898033612503}" presName="rootConnector" presStyleLbl="node3" presStyleIdx="11" presStyleCnt="19"/>
      <dgm:spPr/>
    </dgm:pt>
    <dgm:pt modelId="{BB2A9940-355A-4D99-8372-B9AD298EEF09}" type="pres">
      <dgm:prSet presAssocID="{03C281E7-DDB5-49A7-B1F9-898033612503}" presName="hierChild4" presStyleCnt="0"/>
      <dgm:spPr/>
    </dgm:pt>
    <dgm:pt modelId="{BED6AAC5-C0C0-4C11-B4AB-D54063408A74}" type="pres">
      <dgm:prSet presAssocID="{03C281E7-DDB5-49A7-B1F9-898033612503}" presName="hierChild5" presStyleCnt="0"/>
      <dgm:spPr/>
    </dgm:pt>
    <dgm:pt modelId="{EBF61DE1-0F6D-45CE-A263-6AB14AA4E1E8}" type="pres">
      <dgm:prSet presAssocID="{A4AA5E78-2E83-4F60-8055-685BC550D62A}" presName="hierChild5" presStyleCnt="0"/>
      <dgm:spPr/>
    </dgm:pt>
    <dgm:pt modelId="{76F73F54-7CB1-4ACE-9038-DE46166D4079}" type="pres">
      <dgm:prSet presAssocID="{4F7FBD52-D6A1-4338-9771-F2002E5F6B75}" presName="Name37" presStyleLbl="parChTrans1D2" presStyleIdx="2" presStyleCnt="6"/>
      <dgm:spPr/>
    </dgm:pt>
    <dgm:pt modelId="{99383A52-9AB1-4F92-ABEA-F03CA30EA2F2}" type="pres">
      <dgm:prSet presAssocID="{1E34E429-3B1C-474D-9623-B03C5A0898DC}" presName="hierRoot2" presStyleCnt="0">
        <dgm:presLayoutVars>
          <dgm:hierBranch val="init"/>
        </dgm:presLayoutVars>
      </dgm:prSet>
      <dgm:spPr/>
    </dgm:pt>
    <dgm:pt modelId="{700BDA7A-ABE4-49C4-8A68-B80BB307BA4A}" type="pres">
      <dgm:prSet presAssocID="{1E34E429-3B1C-474D-9623-B03C5A0898DC}" presName="rootComposite" presStyleCnt="0"/>
      <dgm:spPr/>
    </dgm:pt>
    <dgm:pt modelId="{ECF10C6A-7C39-40A8-BEE0-63935E4B7D7A}" type="pres">
      <dgm:prSet presAssocID="{1E34E429-3B1C-474D-9623-B03C5A0898DC}" presName="rootText" presStyleLbl="node2" presStyleIdx="2" presStyleCnt="6" custScaleX="84493" custLinFactNeighborX="-21539" custLinFactNeighborY="-1">
        <dgm:presLayoutVars>
          <dgm:chPref val="3"/>
        </dgm:presLayoutVars>
      </dgm:prSet>
      <dgm:spPr/>
    </dgm:pt>
    <dgm:pt modelId="{A4AD4397-C90E-45FC-8C14-4EBF84B8DC03}" type="pres">
      <dgm:prSet presAssocID="{1E34E429-3B1C-474D-9623-B03C5A0898DC}" presName="rootConnector" presStyleLbl="node2" presStyleIdx="2" presStyleCnt="6"/>
      <dgm:spPr/>
    </dgm:pt>
    <dgm:pt modelId="{AB8C4CF8-4D03-49DB-B3A8-5ABD24D6D5EC}" type="pres">
      <dgm:prSet presAssocID="{1E34E429-3B1C-474D-9623-B03C5A0898DC}" presName="hierChild4" presStyleCnt="0"/>
      <dgm:spPr/>
    </dgm:pt>
    <dgm:pt modelId="{5EC49BDC-1198-492C-A48D-927DDAE0DB7E}" type="pres">
      <dgm:prSet presAssocID="{B088BEBF-AE62-4103-8EC7-80EA85259D7F}" presName="Name37" presStyleLbl="parChTrans1D3" presStyleIdx="12" presStyleCnt="19"/>
      <dgm:spPr/>
    </dgm:pt>
    <dgm:pt modelId="{FB0456DE-DCA6-46D0-9036-94FB756CCAFF}" type="pres">
      <dgm:prSet presAssocID="{A14220CC-E46E-4BB5-A14B-0F59CA674199}" presName="hierRoot2" presStyleCnt="0">
        <dgm:presLayoutVars>
          <dgm:hierBranch val="init"/>
        </dgm:presLayoutVars>
      </dgm:prSet>
      <dgm:spPr/>
    </dgm:pt>
    <dgm:pt modelId="{FA88357A-9A11-4531-ADB4-A141CBC9965C}" type="pres">
      <dgm:prSet presAssocID="{A14220CC-E46E-4BB5-A14B-0F59CA674199}" presName="rootComposite" presStyleCnt="0"/>
      <dgm:spPr/>
    </dgm:pt>
    <dgm:pt modelId="{0B44B6FA-92BD-4B30-B532-624F03EFA2BF}" type="pres">
      <dgm:prSet presAssocID="{A14220CC-E46E-4BB5-A14B-0F59CA674199}" presName="rootText" presStyleLbl="node3" presStyleIdx="12" presStyleCnt="19" custScaleX="103176" custScaleY="55711" custLinFactNeighborX="-21539" custLinFactNeighborY="-1601">
        <dgm:presLayoutVars>
          <dgm:chPref val="3"/>
        </dgm:presLayoutVars>
      </dgm:prSet>
      <dgm:spPr/>
    </dgm:pt>
    <dgm:pt modelId="{D78ABB9C-53B2-4EF8-A526-5BCB628E7D39}" type="pres">
      <dgm:prSet presAssocID="{A14220CC-E46E-4BB5-A14B-0F59CA674199}" presName="rootConnector" presStyleLbl="node3" presStyleIdx="12" presStyleCnt="19"/>
      <dgm:spPr/>
    </dgm:pt>
    <dgm:pt modelId="{02871712-484F-4BC7-8C6D-3EC886B5AF35}" type="pres">
      <dgm:prSet presAssocID="{A14220CC-E46E-4BB5-A14B-0F59CA674199}" presName="hierChild4" presStyleCnt="0"/>
      <dgm:spPr/>
    </dgm:pt>
    <dgm:pt modelId="{546C9F8B-6DA5-4AB9-9197-2A46EA4E9922}" type="pres">
      <dgm:prSet presAssocID="{A14220CC-E46E-4BB5-A14B-0F59CA674199}" presName="hierChild5" presStyleCnt="0"/>
      <dgm:spPr/>
    </dgm:pt>
    <dgm:pt modelId="{6829F625-52FD-4A27-983B-23F1A2EF7B61}" type="pres">
      <dgm:prSet presAssocID="{1E34E429-3B1C-474D-9623-B03C5A0898DC}" presName="hierChild5" presStyleCnt="0"/>
      <dgm:spPr/>
    </dgm:pt>
    <dgm:pt modelId="{C30796C7-D7C4-4878-AB65-50CA96A8AD01}" type="pres">
      <dgm:prSet presAssocID="{334B7B4A-A0EC-4BE3-BD57-2D500CC655D9}" presName="Name37" presStyleLbl="parChTrans1D2" presStyleIdx="3" presStyleCnt="6"/>
      <dgm:spPr/>
    </dgm:pt>
    <dgm:pt modelId="{F916A926-B076-484A-B58D-273DEC6B40F5}" type="pres">
      <dgm:prSet presAssocID="{BC0BE655-0F5F-495D-9A00-DAC06F460A34}" presName="hierRoot2" presStyleCnt="0">
        <dgm:presLayoutVars>
          <dgm:hierBranch val="init"/>
        </dgm:presLayoutVars>
      </dgm:prSet>
      <dgm:spPr/>
    </dgm:pt>
    <dgm:pt modelId="{6F9958CC-BC89-4365-8699-3AD7D9159D97}" type="pres">
      <dgm:prSet presAssocID="{BC0BE655-0F5F-495D-9A00-DAC06F460A34}" presName="rootComposite" presStyleCnt="0"/>
      <dgm:spPr/>
    </dgm:pt>
    <dgm:pt modelId="{4EA816CB-6AB7-4D30-91D2-E19223664521}" type="pres">
      <dgm:prSet presAssocID="{BC0BE655-0F5F-495D-9A00-DAC06F460A34}" presName="rootText" presStyleLbl="node2" presStyleIdx="3" presStyleCnt="6" custScaleX="96819">
        <dgm:presLayoutVars>
          <dgm:chPref val="3"/>
        </dgm:presLayoutVars>
      </dgm:prSet>
      <dgm:spPr/>
    </dgm:pt>
    <dgm:pt modelId="{09C6F1B5-B497-4EED-B053-BB14AB305045}" type="pres">
      <dgm:prSet presAssocID="{BC0BE655-0F5F-495D-9A00-DAC06F460A34}" presName="rootConnector" presStyleLbl="node2" presStyleIdx="3" presStyleCnt="6"/>
      <dgm:spPr/>
    </dgm:pt>
    <dgm:pt modelId="{C1BA8958-8495-4827-B5A9-6B1096CD1905}" type="pres">
      <dgm:prSet presAssocID="{BC0BE655-0F5F-495D-9A00-DAC06F460A34}" presName="hierChild4" presStyleCnt="0"/>
      <dgm:spPr/>
    </dgm:pt>
    <dgm:pt modelId="{4A297940-E560-43F1-B899-D90CAFEFF9F9}" type="pres">
      <dgm:prSet presAssocID="{6EDA1C38-4764-4423-8060-5ED8CCC0F01A}" presName="Name37" presStyleLbl="parChTrans1D3" presStyleIdx="13" presStyleCnt="19"/>
      <dgm:spPr/>
    </dgm:pt>
    <dgm:pt modelId="{58AFF325-7802-426B-9BF6-208D702CB128}" type="pres">
      <dgm:prSet presAssocID="{743610C1-9835-4646-A186-61AF59C69A49}" presName="hierRoot2" presStyleCnt="0">
        <dgm:presLayoutVars>
          <dgm:hierBranch val="init"/>
        </dgm:presLayoutVars>
      </dgm:prSet>
      <dgm:spPr/>
    </dgm:pt>
    <dgm:pt modelId="{77F82E10-48DC-49DC-BC5E-65A4287BE15A}" type="pres">
      <dgm:prSet presAssocID="{743610C1-9835-4646-A186-61AF59C69A49}" presName="rootComposite" presStyleCnt="0"/>
      <dgm:spPr/>
    </dgm:pt>
    <dgm:pt modelId="{70190753-20EF-468A-AF58-9CECB07CAC07}" type="pres">
      <dgm:prSet presAssocID="{743610C1-9835-4646-A186-61AF59C69A49}" presName="rootText" presStyleLbl="node3" presStyleIdx="13" presStyleCnt="19" custScaleX="110054" custScaleY="55711">
        <dgm:presLayoutVars>
          <dgm:chPref val="3"/>
        </dgm:presLayoutVars>
      </dgm:prSet>
      <dgm:spPr/>
    </dgm:pt>
    <dgm:pt modelId="{8E822BBC-7809-41B0-93E1-6B60FE855730}" type="pres">
      <dgm:prSet presAssocID="{743610C1-9835-4646-A186-61AF59C69A49}" presName="rootConnector" presStyleLbl="node3" presStyleIdx="13" presStyleCnt="19"/>
      <dgm:spPr/>
    </dgm:pt>
    <dgm:pt modelId="{25E92C3B-C2F3-40C3-9D18-F79BC0A145D3}" type="pres">
      <dgm:prSet presAssocID="{743610C1-9835-4646-A186-61AF59C69A49}" presName="hierChild4" presStyleCnt="0"/>
      <dgm:spPr/>
    </dgm:pt>
    <dgm:pt modelId="{F66023ED-7D5F-4346-8C2D-C8682426D59D}" type="pres">
      <dgm:prSet presAssocID="{743610C1-9835-4646-A186-61AF59C69A49}" presName="hierChild5" presStyleCnt="0"/>
      <dgm:spPr/>
    </dgm:pt>
    <dgm:pt modelId="{42CC8CFF-2ACE-4287-8A38-FE0B19AB0E8A}" type="pres">
      <dgm:prSet presAssocID="{47311D9D-83D8-4ACE-B991-1A0240300974}" presName="Name37" presStyleLbl="parChTrans1D3" presStyleIdx="14" presStyleCnt="19"/>
      <dgm:spPr/>
    </dgm:pt>
    <dgm:pt modelId="{86D86365-603A-4783-AC2D-E60FDC38C582}" type="pres">
      <dgm:prSet presAssocID="{B6D2EDFE-802F-4E0C-93BF-A0ED98D0E7F6}" presName="hierRoot2" presStyleCnt="0">
        <dgm:presLayoutVars>
          <dgm:hierBranch val="init"/>
        </dgm:presLayoutVars>
      </dgm:prSet>
      <dgm:spPr/>
    </dgm:pt>
    <dgm:pt modelId="{272CA3A7-9335-48BE-AE9A-E637B042E271}" type="pres">
      <dgm:prSet presAssocID="{B6D2EDFE-802F-4E0C-93BF-A0ED98D0E7F6}" presName="rootComposite" presStyleCnt="0"/>
      <dgm:spPr/>
    </dgm:pt>
    <dgm:pt modelId="{66591EBC-DAA4-4B50-99CE-1E8801ECC50E}" type="pres">
      <dgm:prSet presAssocID="{B6D2EDFE-802F-4E0C-93BF-A0ED98D0E7F6}" presName="rootText" presStyleLbl="node3" presStyleIdx="14" presStyleCnt="19" custScaleX="110054" custScaleY="55711">
        <dgm:presLayoutVars>
          <dgm:chPref val="3"/>
        </dgm:presLayoutVars>
      </dgm:prSet>
      <dgm:spPr/>
    </dgm:pt>
    <dgm:pt modelId="{32FF7B22-6423-4937-B02E-A59789120BA9}" type="pres">
      <dgm:prSet presAssocID="{B6D2EDFE-802F-4E0C-93BF-A0ED98D0E7F6}" presName="rootConnector" presStyleLbl="node3" presStyleIdx="14" presStyleCnt="19"/>
      <dgm:spPr/>
    </dgm:pt>
    <dgm:pt modelId="{6E43B992-AE0E-4AF9-8926-B4CF444F8DE9}" type="pres">
      <dgm:prSet presAssocID="{B6D2EDFE-802F-4E0C-93BF-A0ED98D0E7F6}" presName="hierChild4" presStyleCnt="0"/>
      <dgm:spPr/>
    </dgm:pt>
    <dgm:pt modelId="{EDD009A6-934B-46FD-81D8-C9099D8FD38C}" type="pres">
      <dgm:prSet presAssocID="{B6D2EDFE-802F-4E0C-93BF-A0ED98D0E7F6}" presName="hierChild5" presStyleCnt="0"/>
      <dgm:spPr/>
    </dgm:pt>
    <dgm:pt modelId="{B02A68B2-BD1F-469F-95C3-E963CE3879AA}" type="pres">
      <dgm:prSet presAssocID="{4E44B729-4FD2-400E-8B90-BD1D868B0915}" presName="Name37" presStyleLbl="parChTrans1D3" presStyleIdx="15" presStyleCnt="19"/>
      <dgm:spPr/>
    </dgm:pt>
    <dgm:pt modelId="{C6767614-A614-41C9-8842-01ED0477FC7A}" type="pres">
      <dgm:prSet presAssocID="{F35C074E-D97A-4488-BCC5-DD2EC3E4159B}" presName="hierRoot2" presStyleCnt="0">
        <dgm:presLayoutVars>
          <dgm:hierBranch val="init"/>
        </dgm:presLayoutVars>
      </dgm:prSet>
      <dgm:spPr/>
    </dgm:pt>
    <dgm:pt modelId="{0542CC96-E471-4E1F-845B-088CAD3A40B0}" type="pres">
      <dgm:prSet presAssocID="{F35C074E-D97A-4488-BCC5-DD2EC3E4159B}" presName="rootComposite" presStyleCnt="0"/>
      <dgm:spPr/>
    </dgm:pt>
    <dgm:pt modelId="{2560D3C0-49B9-4733-B1A3-1F04E90C7D41}" type="pres">
      <dgm:prSet presAssocID="{F35C074E-D97A-4488-BCC5-DD2EC3E4159B}" presName="rootText" presStyleLbl="node3" presStyleIdx="15" presStyleCnt="19" custScaleX="110054" custScaleY="55711">
        <dgm:presLayoutVars>
          <dgm:chPref val="3"/>
        </dgm:presLayoutVars>
      </dgm:prSet>
      <dgm:spPr/>
    </dgm:pt>
    <dgm:pt modelId="{26D402BA-D5F0-485D-A419-0325DD84E60A}" type="pres">
      <dgm:prSet presAssocID="{F35C074E-D97A-4488-BCC5-DD2EC3E4159B}" presName="rootConnector" presStyleLbl="node3" presStyleIdx="15" presStyleCnt="19"/>
      <dgm:spPr/>
    </dgm:pt>
    <dgm:pt modelId="{F925E2A5-4682-41D7-BA28-F4DB21388B02}" type="pres">
      <dgm:prSet presAssocID="{F35C074E-D97A-4488-BCC5-DD2EC3E4159B}" presName="hierChild4" presStyleCnt="0"/>
      <dgm:spPr/>
    </dgm:pt>
    <dgm:pt modelId="{8B74D4C1-1E7C-46EE-9C03-140498DFE852}" type="pres">
      <dgm:prSet presAssocID="{F35C074E-D97A-4488-BCC5-DD2EC3E4159B}" presName="hierChild5" presStyleCnt="0"/>
      <dgm:spPr/>
    </dgm:pt>
    <dgm:pt modelId="{382F202C-55A1-461E-991A-D4DE37D7E4A7}" type="pres">
      <dgm:prSet presAssocID="{BC0BE655-0F5F-495D-9A00-DAC06F460A34}" presName="hierChild5" presStyleCnt="0"/>
      <dgm:spPr/>
    </dgm:pt>
    <dgm:pt modelId="{C0B8E8F5-5261-4BB8-8351-F41EEE304B89}" type="pres">
      <dgm:prSet presAssocID="{3C498F2D-6E89-4945-84AB-C0166F5E6B66}" presName="Name37" presStyleLbl="parChTrans1D2" presStyleIdx="4" presStyleCnt="6"/>
      <dgm:spPr/>
    </dgm:pt>
    <dgm:pt modelId="{236F92CB-D31E-4F28-81C2-76128CF1F566}" type="pres">
      <dgm:prSet presAssocID="{D379CC98-9369-4B4E-AFF9-DCF4FDEA7672}" presName="hierRoot2" presStyleCnt="0">
        <dgm:presLayoutVars>
          <dgm:hierBranch val="init"/>
        </dgm:presLayoutVars>
      </dgm:prSet>
      <dgm:spPr/>
    </dgm:pt>
    <dgm:pt modelId="{56342D74-3305-4F2B-ADFA-0BEE07A3656A}" type="pres">
      <dgm:prSet presAssocID="{D379CC98-9369-4B4E-AFF9-DCF4FDEA7672}" presName="rootComposite" presStyleCnt="0"/>
      <dgm:spPr/>
    </dgm:pt>
    <dgm:pt modelId="{6E874E0E-CD39-4B8F-8BB1-758447ADE981}" type="pres">
      <dgm:prSet presAssocID="{D379CC98-9369-4B4E-AFF9-DCF4FDEA7672}" presName="rootText" presStyleLbl="node2" presStyleIdx="4" presStyleCnt="6" custLinFactNeighborX="20000">
        <dgm:presLayoutVars>
          <dgm:chPref val="3"/>
        </dgm:presLayoutVars>
      </dgm:prSet>
      <dgm:spPr/>
    </dgm:pt>
    <dgm:pt modelId="{95E33629-8A2C-4CAF-81CE-282569EE9D0C}" type="pres">
      <dgm:prSet presAssocID="{D379CC98-9369-4B4E-AFF9-DCF4FDEA7672}" presName="rootConnector" presStyleLbl="node2" presStyleIdx="4" presStyleCnt="6"/>
      <dgm:spPr/>
    </dgm:pt>
    <dgm:pt modelId="{B196C684-3D59-440C-8B60-A53FA93F2757}" type="pres">
      <dgm:prSet presAssocID="{D379CC98-9369-4B4E-AFF9-DCF4FDEA7672}" presName="hierChild4" presStyleCnt="0"/>
      <dgm:spPr/>
    </dgm:pt>
    <dgm:pt modelId="{17F2FE89-923D-4F3C-99B5-26302345BAA2}" type="pres">
      <dgm:prSet presAssocID="{3878C5AF-3488-462E-B12B-FB7AE2419769}" presName="Name37" presStyleLbl="parChTrans1D3" presStyleIdx="16" presStyleCnt="19"/>
      <dgm:spPr/>
    </dgm:pt>
    <dgm:pt modelId="{D16FD5DF-7BA5-49A0-B0A4-C1F7C069EB47}" type="pres">
      <dgm:prSet presAssocID="{C7CCA8F1-3F96-4E96-90F5-ECD1D2FEC15E}" presName="hierRoot2" presStyleCnt="0">
        <dgm:presLayoutVars>
          <dgm:hierBranch val="init"/>
        </dgm:presLayoutVars>
      </dgm:prSet>
      <dgm:spPr/>
    </dgm:pt>
    <dgm:pt modelId="{AF27F899-9B0D-4ABE-974F-E6E18258E1B5}" type="pres">
      <dgm:prSet presAssocID="{C7CCA8F1-3F96-4E96-90F5-ECD1D2FEC15E}" presName="rootComposite" presStyleCnt="0"/>
      <dgm:spPr/>
    </dgm:pt>
    <dgm:pt modelId="{12560C36-BCE1-4E78-ABEE-409BD084B9EA}" type="pres">
      <dgm:prSet presAssocID="{C7CCA8F1-3F96-4E96-90F5-ECD1D2FEC15E}" presName="rootText" presStyleLbl="node3" presStyleIdx="16" presStyleCnt="19" custScaleX="143000" custScaleY="56291" custLinFactNeighborX="20000">
        <dgm:presLayoutVars>
          <dgm:chPref val="3"/>
        </dgm:presLayoutVars>
      </dgm:prSet>
      <dgm:spPr/>
    </dgm:pt>
    <dgm:pt modelId="{4C531565-A2C7-41DC-87BC-5057A3499B96}" type="pres">
      <dgm:prSet presAssocID="{C7CCA8F1-3F96-4E96-90F5-ECD1D2FEC15E}" presName="rootConnector" presStyleLbl="node3" presStyleIdx="16" presStyleCnt="19"/>
      <dgm:spPr/>
    </dgm:pt>
    <dgm:pt modelId="{0DA4C9FB-CCC5-4A89-85F0-2DDA7F6DD190}" type="pres">
      <dgm:prSet presAssocID="{C7CCA8F1-3F96-4E96-90F5-ECD1D2FEC15E}" presName="hierChild4" presStyleCnt="0"/>
      <dgm:spPr/>
    </dgm:pt>
    <dgm:pt modelId="{405F07E1-D709-418A-A90E-2284D9C3B2A0}" type="pres">
      <dgm:prSet presAssocID="{C7CCA8F1-3F96-4E96-90F5-ECD1D2FEC15E}" presName="hierChild5" presStyleCnt="0"/>
      <dgm:spPr/>
    </dgm:pt>
    <dgm:pt modelId="{6E2DF728-2406-4D4A-B12B-3DCA45DC5000}" type="pres">
      <dgm:prSet presAssocID="{D379CC98-9369-4B4E-AFF9-DCF4FDEA7672}" presName="hierChild5" presStyleCnt="0"/>
      <dgm:spPr/>
    </dgm:pt>
    <dgm:pt modelId="{A34E8E39-F97B-4FAC-A009-AC9A2E8FD6EA}" type="pres">
      <dgm:prSet presAssocID="{4F079034-0A01-4BF7-A6C0-E37F7B442244}" presName="Name37" presStyleLbl="parChTrans1D2" presStyleIdx="5" presStyleCnt="6"/>
      <dgm:spPr/>
    </dgm:pt>
    <dgm:pt modelId="{4D4935E0-470B-454A-A087-85E63B7D9A3D}" type="pres">
      <dgm:prSet presAssocID="{35B1A56A-297B-4326-8815-E7CCDD729A8D}" presName="hierRoot2" presStyleCnt="0">
        <dgm:presLayoutVars>
          <dgm:hierBranch val="init"/>
        </dgm:presLayoutVars>
      </dgm:prSet>
      <dgm:spPr/>
    </dgm:pt>
    <dgm:pt modelId="{8841BE60-D5A5-4602-992C-6A2EFEA8B6E9}" type="pres">
      <dgm:prSet presAssocID="{35B1A56A-297B-4326-8815-E7CCDD729A8D}" presName="rootComposite" presStyleCnt="0"/>
      <dgm:spPr/>
    </dgm:pt>
    <dgm:pt modelId="{4DD3E079-E659-4CAA-8BD1-A49E007B995A}" type="pres">
      <dgm:prSet presAssocID="{35B1A56A-297B-4326-8815-E7CCDD729A8D}" presName="rootText" presStyleLbl="node2" presStyleIdx="5" presStyleCnt="6" custScaleX="131869" custLinFactNeighborX="51990">
        <dgm:presLayoutVars>
          <dgm:chPref val="3"/>
        </dgm:presLayoutVars>
      </dgm:prSet>
      <dgm:spPr/>
    </dgm:pt>
    <dgm:pt modelId="{D9E03D1D-3156-453F-9BB7-DA2043496990}" type="pres">
      <dgm:prSet presAssocID="{35B1A56A-297B-4326-8815-E7CCDD729A8D}" presName="rootConnector" presStyleLbl="node2" presStyleIdx="5" presStyleCnt="6"/>
      <dgm:spPr/>
    </dgm:pt>
    <dgm:pt modelId="{F347771F-D50D-412C-8DDA-267B4155D226}" type="pres">
      <dgm:prSet presAssocID="{35B1A56A-297B-4326-8815-E7CCDD729A8D}" presName="hierChild4" presStyleCnt="0"/>
      <dgm:spPr/>
    </dgm:pt>
    <dgm:pt modelId="{E0B4E239-EA6D-4AB8-BFBD-3C844A00FCCC}" type="pres">
      <dgm:prSet presAssocID="{8DC9798A-47C2-4F1F-B828-299329938384}" presName="Name37" presStyleLbl="parChTrans1D3" presStyleIdx="17" presStyleCnt="19"/>
      <dgm:spPr/>
    </dgm:pt>
    <dgm:pt modelId="{547F3F0F-C869-452C-AC0B-ACDEEE90C3D8}" type="pres">
      <dgm:prSet presAssocID="{192579A5-D0C0-4988-A61F-D700CAF33C1A}" presName="hierRoot2" presStyleCnt="0">
        <dgm:presLayoutVars>
          <dgm:hierBranch val="init"/>
        </dgm:presLayoutVars>
      </dgm:prSet>
      <dgm:spPr/>
    </dgm:pt>
    <dgm:pt modelId="{389E7A89-D3C7-4639-8DBD-685CDE7FE2B7}" type="pres">
      <dgm:prSet presAssocID="{192579A5-D0C0-4988-A61F-D700CAF33C1A}" presName="rootComposite" presStyleCnt="0"/>
      <dgm:spPr/>
    </dgm:pt>
    <dgm:pt modelId="{A0A5AC44-05D8-4ED1-B764-B9483CFC86FD}" type="pres">
      <dgm:prSet presAssocID="{192579A5-D0C0-4988-A61F-D700CAF33C1A}" presName="rootText" presStyleLbl="node3" presStyleIdx="17" presStyleCnt="19" custLinFactNeighborX="51990">
        <dgm:presLayoutVars>
          <dgm:chPref val="3"/>
        </dgm:presLayoutVars>
      </dgm:prSet>
      <dgm:spPr/>
    </dgm:pt>
    <dgm:pt modelId="{F761C7CE-19C7-4BC6-8BE6-623B1A9A9A85}" type="pres">
      <dgm:prSet presAssocID="{192579A5-D0C0-4988-A61F-D700CAF33C1A}" presName="rootConnector" presStyleLbl="node3" presStyleIdx="17" presStyleCnt="19"/>
      <dgm:spPr/>
    </dgm:pt>
    <dgm:pt modelId="{E66A1A22-D86F-4874-B8FC-4CF8FA5CD49C}" type="pres">
      <dgm:prSet presAssocID="{192579A5-D0C0-4988-A61F-D700CAF33C1A}" presName="hierChild4" presStyleCnt="0"/>
      <dgm:spPr/>
    </dgm:pt>
    <dgm:pt modelId="{AB496B2D-69D2-4157-BA6A-0F8CC3ED1178}" type="pres">
      <dgm:prSet presAssocID="{192579A5-D0C0-4988-A61F-D700CAF33C1A}" presName="hierChild5" presStyleCnt="0"/>
      <dgm:spPr/>
    </dgm:pt>
    <dgm:pt modelId="{0B257208-B03D-4873-BD72-64C0BFE7BB80}" type="pres">
      <dgm:prSet presAssocID="{32518531-7CC5-462C-AFF4-DB44ACB99C69}" presName="Name37" presStyleLbl="parChTrans1D3" presStyleIdx="18" presStyleCnt="19"/>
      <dgm:spPr/>
    </dgm:pt>
    <dgm:pt modelId="{C74AA743-F5B5-429A-BD28-6C9F37B7255E}" type="pres">
      <dgm:prSet presAssocID="{3D084AE4-D05E-494C-B4E3-F39A1D52C591}" presName="hierRoot2" presStyleCnt="0">
        <dgm:presLayoutVars>
          <dgm:hierBranch val="init"/>
        </dgm:presLayoutVars>
      </dgm:prSet>
      <dgm:spPr/>
    </dgm:pt>
    <dgm:pt modelId="{1A4E0DEC-2790-4A23-A0EE-5FB93136B028}" type="pres">
      <dgm:prSet presAssocID="{3D084AE4-D05E-494C-B4E3-F39A1D52C591}" presName="rootComposite" presStyleCnt="0"/>
      <dgm:spPr/>
    </dgm:pt>
    <dgm:pt modelId="{D822EDDF-D7BE-4830-8BE1-464128AA5270}" type="pres">
      <dgm:prSet presAssocID="{3D084AE4-D05E-494C-B4E3-F39A1D52C591}" presName="rootText" presStyleLbl="node3" presStyleIdx="18" presStyleCnt="19" custLinFactNeighborX="51990">
        <dgm:presLayoutVars>
          <dgm:chPref val="3"/>
        </dgm:presLayoutVars>
      </dgm:prSet>
      <dgm:spPr/>
    </dgm:pt>
    <dgm:pt modelId="{73027393-6A6F-4408-9F37-DF56B6C1A56F}" type="pres">
      <dgm:prSet presAssocID="{3D084AE4-D05E-494C-B4E3-F39A1D52C591}" presName="rootConnector" presStyleLbl="node3" presStyleIdx="18" presStyleCnt="19"/>
      <dgm:spPr/>
    </dgm:pt>
    <dgm:pt modelId="{0FAFB2FA-1E3D-4680-9983-9A714AC23D13}" type="pres">
      <dgm:prSet presAssocID="{3D084AE4-D05E-494C-B4E3-F39A1D52C591}" presName="hierChild4" presStyleCnt="0"/>
      <dgm:spPr/>
    </dgm:pt>
    <dgm:pt modelId="{044CC11F-4EF7-46C2-8458-8D6B630BEF9F}" type="pres">
      <dgm:prSet presAssocID="{3D084AE4-D05E-494C-B4E3-F39A1D52C591}" presName="hierChild5" presStyleCnt="0"/>
      <dgm:spPr/>
    </dgm:pt>
    <dgm:pt modelId="{C4D73A07-34F5-42CA-9616-6CDA7ECFA37F}" type="pres">
      <dgm:prSet presAssocID="{35B1A56A-297B-4326-8815-E7CCDD729A8D}" presName="hierChild5" presStyleCnt="0"/>
      <dgm:spPr/>
    </dgm:pt>
    <dgm:pt modelId="{B4C903CE-321E-4209-B68E-F21CA6A88E37}" type="pres">
      <dgm:prSet presAssocID="{4224F16D-E4C0-4250-9EFA-7C747A39F793}" presName="hierChild3" presStyleCnt="0"/>
      <dgm:spPr/>
    </dgm:pt>
  </dgm:ptLst>
  <dgm:cxnLst>
    <dgm:cxn modelId="{09A5E601-A666-40F3-8388-CEA0D4F2B5A1}" type="presOf" srcId="{192579A5-D0C0-4988-A61F-D700CAF33C1A}" destId="{F761C7CE-19C7-4BC6-8BE6-623B1A9A9A85}" srcOrd="1" destOrd="0" presId="urn:microsoft.com/office/officeart/2005/8/layout/orgChart1"/>
    <dgm:cxn modelId="{26E6C904-B0E8-42BA-BECC-F0EBAD93C00F}" type="presOf" srcId="{F53F0496-01AD-40B1-BEC5-C28B736DB0ED}" destId="{C588F604-4C71-459E-9996-F4A026851A65}" srcOrd="0" destOrd="0" presId="urn:microsoft.com/office/officeart/2005/8/layout/orgChart1"/>
    <dgm:cxn modelId="{C01D3D05-0290-40E1-B6DD-FD6C8EF12043}" srcId="{35B1A56A-297B-4326-8815-E7CCDD729A8D}" destId="{192579A5-D0C0-4988-A61F-D700CAF33C1A}" srcOrd="0" destOrd="0" parTransId="{8DC9798A-47C2-4F1F-B828-299329938384}" sibTransId="{A7E6D7B2-BB6E-4758-A632-1385A3A872FF}"/>
    <dgm:cxn modelId="{26941406-0D38-47F7-B9FC-6133027B49EF}" type="presOf" srcId="{3D084AE4-D05E-494C-B4E3-F39A1D52C591}" destId="{73027393-6A6F-4408-9F37-DF56B6C1A56F}" srcOrd="1" destOrd="0" presId="urn:microsoft.com/office/officeart/2005/8/layout/orgChart1"/>
    <dgm:cxn modelId="{0F9D7608-C575-4A39-B343-A20803F3485F}" srcId="{A4AA5E78-2E83-4F60-8055-685BC550D62A}" destId="{03C281E7-DDB5-49A7-B1F9-898033612503}" srcOrd="5" destOrd="0" parTransId="{AD1672D5-A022-4166-B47C-FDADE706D3DF}" sibTransId="{7E4A52EC-6D57-4D82-AA8E-ADC5C6967529}"/>
    <dgm:cxn modelId="{5A22C309-0586-4676-BBD3-0E8848D1186D}" srcId="{633632CF-3971-4DAE-9D7B-30F94F90EF74}" destId="{9C26E6AD-47AB-46A2-B2EA-EF1F57DFDC1B}" srcOrd="0" destOrd="0" parTransId="{F77BA94F-5F5A-4244-B671-7D147C089B9A}" sibTransId="{511E7827-8C48-4812-81C5-1BFB2F3AE3BA}"/>
    <dgm:cxn modelId="{F353F209-C4B0-4766-A6E1-1C7762CC4FDB}" type="presOf" srcId="{D379CC98-9369-4B4E-AFF9-DCF4FDEA7672}" destId="{6E874E0E-CD39-4B8F-8BB1-758447ADE981}" srcOrd="0" destOrd="0" presId="urn:microsoft.com/office/officeart/2005/8/layout/orgChart1"/>
    <dgm:cxn modelId="{AABB930D-DC23-4E82-ABF4-3D4B2E8F5433}" type="presOf" srcId="{A14220CC-E46E-4BB5-A14B-0F59CA674199}" destId="{D78ABB9C-53B2-4EF8-A526-5BCB628E7D39}" srcOrd="1" destOrd="0" presId="urn:microsoft.com/office/officeart/2005/8/layout/orgChart1"/>
    <dgm:cxn modelId="{8A946119-3312-4101-BB56-3CFA545996DF}" type="presOf" srcId="{4224F16D-E4C0-4250-9EFA-7C747A39F793}" destId="{241526F4-D093-4E9D-BAED-0695FD37EEE8}" srcOrd="0" destOrd="0" presId="urn:microsoft.com/office/officeart/2005/8/layout/orgChart1"/>
    <dgm:cxn modelId="{73FDD51A-3DA9-4A11-9DD9-6B5AF8DD1E32}" type="presOf" srcId="{B6D2EDFE-802F-4E0C-93BF-A0ED98D0E7F6}" destId="{32FF7B22-6423-4937-B02E-A59789120BA9}" srcOrd="1" destOrd="0" presId="urn:microsoft.com/office/officeart/2005/8/layout/orgChart1"/>
    <dgm:cxn modelId="{777BBB1E-A092-4BFA-A01E-15F297309BC0}" srcId="{A4AA5E78-2E83-4F60-8055-685BC550D62A}" destId="{A5734974-0BE2-4CD5-99FC-825F199813B3}" srcOrd="3" destOrd="0" parTransId="{8C2BF4B1-B6F2-4A77-97BB-A66B22F99EB5}" sibTransId="{EBB34965-3941-495F-8828-2B62F607CF25}"/>
    <dgm:cxn modelId="{75EEB51F-688A-4101-8FD7-61870043EC21}" type="presOf" srcId="{4224F16D-E4C0-4250-9EFA-7C747A39F793}" destId="{33BDA6D9-DC2C-4318-B5F5-6BC0E90EE1BF}" srcOrd="1" destOrd="0" presId="urn:microsoft.com/office/officeart/2005/8/layout/orgChart1"/>
    <dgm:cxn modelId="{672DF41F-2485-47C2-AC6A-429D6B742CA4}" type="presOf" srcId="{A4AA5E78-2E83-4F60-8055-685BC550D62A}" destId="{AD6FCBA5-107F-4E39-9D14-0F9C209CE42B}" srcOrd="0" destOrd="0" presId="urn:microsoft.com/office/officeart/2005/8/layout/orgChart1"/>
    <dgm:cxn modelId="{B36B9622-12BA-4A66-A592-25CFB7BAB026}" type="presOf" srcId="{8D362794-51A7-4CE6-994A-4BED6DDDD02F}" destId="{81296338-A6D9-4B44-A1AD-46A27B3F01A8}" srcOrd="1" destOrd="0" presId="urn:microsoft.com/office/officeart/2005/8/layout/orgChart1"/>
    <dgm:cxn modelId="{6A36E522-6199-4A24-85CB-7F85AA422640}" type="presOf" srcId="{C7CCA8F1-3F96-4E96-90F5-ECD1D2FEC15E}" destId="{4C531565-A2C7-41DC-87BC-5057A3499B96}" srcOrd="1" destOrd="0" presId="urn:microsoft.com/office/officeart/2005/8/layout/orgChart1"/>
    <dgm:cxn modelId="{A3248124-22D2-4180-8F9B-6FF9FBDD7450}" type="presOf" srcId="{334B7B4A-A0EC-4BE3-BD57-2D500CC655D9}" destId="{C30796C7-D7C4-4878-AB65-50CA96A8AD01}" srcOrd="0" destOrd="0" presId="urn:microsoft.com/office/officeart/2005/8/layout/orgChart1"/>
    <dgm:cxn modelId="{3CF74433-890B-428F-B358-5BCF09AC00AE}" type="presOf" srcId="{192579A5-D0C0-4988-A61F-D700CAF33C1A}" destId="{A0A5AC44-05D8-4ED1-B764-B9483CFC86FD}" srcOrd="0" destOrd="0" presId="urn:microsoft.com/office/officeart/2005/8/layout/orgChart1"/>
    <dgm:cxn modelId="{807EA633-E7DE-4E18-BA8E-0A3EAA0C411A}" srcId="{4224F16D-E4C0-4250-9EFA-7C747A39F793}" destId="{1E34E429-3B1C-474D-9623-B03C5A0898DC}" srcOrd="2" destOrd="0" parTransId="{4F7FBD52-D6A1-4338-9771-F2002E5F6B75}" sibTransId="{252ADE1E-C336-44E3-B1D6-1F82450F38D6}"/>
    <dgm:cxn modelId="{04C15435-C161-4B89-B68A-766FF58653FF}" srcId="{4224F16D-E4C0-4250-9EFA-7C747A39F793}" destId="{35B1A56A-297B-4326-8815-E7CCDD729A8D}" srcOrd="5" destOrd="0" parTransId="{4F079034-0A01-4BF7-A6C0-E37F7B442244}" sibTransId="{06AE8BEB-D9BA-4651-B908-BB7E024E3256}"/>
    <dgm:cxn modelId="{B318DE36-AADE-4ADE-8223-B4AD14724491}" type="presOf" srcId="{A5734974-0BE2-4CD5-99FC-825F199813B3}" destId="{2A67B270-8617-4E10-A375-0BE24D42FCDD}" srcOrd="1" destOrd="0" presId="urn:microsoft.com/office/officeart/2005/8/layout/orgChart1"/>
    <dgm:cxn modelId="{D9305C38-4639-4BF5-AD26-520BD71520CD}" type="presOf" srcId="{B6D2EDFE-802F-4E0C-93BF-A0ED98D0E7F6}" destId="{66591EBC-DAA4-4B50-99CE-1E8801ECC50E}" srcOrd="0" destOrd="0" presId="urn:microsoft.com/office/officeart/2005/8/layout/orgChart1"/>
    <dgm:cxn modelId="{BD463C39-1F2E-4A7D-A184-B07D199C6F4D}" type="presOf" srcId="{EBC44CF8-5592-46A1-B2EA-2306C7A7B9D8}" destId="{886D2F41-786F-4318-B212-1E2024B15B92}" srcOrd="0" destOrd="0" presId="urn:microsoft.com/office/officeart/2005/8/layout/orgChart1"/>
    <dgm:cxn modelId="{4C33633D-C9B9-4DF1-82C6-4779F205472A}" type="presOf" srcId="{9F45F503-4A73-489C-AE85-E10536341517}" destId="{3F2FD686-4B96-4E90-961D-3F8578F8C453}" srcOrd="0" destOrd="0" presId="urn:microsoft.com/office/officeart/2005/8/layout/orgChart1"/>
    <dgm:cxn modelId="{A2AC595E-6767-4D5D-BF63-62D7F25B2826}" type="presOf" srcId="{D125D46D-5803-498C-8210-A47012081385}" destId="{F0CECF85-B5C3-4F33-9B57-BF760E7F8936}" srcOrd="0" destOrd="0" presId="urn:microsoft.com/office/officeart/2005/8/layout/orgChart1"/>
    <dgm:cxn modelId="{A57D3A66-4A01-446F-871F-6B4D3AE133BC}" type="presOf" srcId="{3878C5AF-3488-462E-B12B-FB7AE2419769}" destId="{17F2FE89-923D-4F3C-99B5-26302345BAA2}" srcOrd="0" destOrd="0" presId="urn:microsoft.com/office/officeart/2005/8/layout/orgChart1"/>
    <dgm:cxn modelId="{60855966-EDB6-45D8-BCAB-0B8F216614F3}" type="presOf" srcId="{884C1984-A1DE-4153-AEE6-77E310F90212}" destId="{D52878E3-FA6D-4AC3-9526-36C011807DD0}" srcOrd="1" destOrd="0" presId="urn:microsoft.com/office/officeart/2005/8/layout/orgChart1"/>
    <dgm:cxn modelId="{2D83E846-9459-4F08-A643-3926E1150A30}" type="presOf" srcId="{789381F5-38E8-4D18-8E95-BD320E8E1B63}" destId="{69E5F15F-E15A-4801-AF72-822CCCE9AB1F}" srcOrd="1" destOrd="0" presId="urn:microsoft.com/office/officeart/2005/8/layout/orgChart1"/>
    <dgm:cxn modelId="{2D0F2247-A216-40B8-8D4C-D1B2BE8034F2}" srcId="{A4AA5E78-2E83-4F60-8055-685BC550D62A}" destId="{D125D46D-5803-498C-8210-A47012081385}" srcOrd="0" destOrd="0" parTransId="{ECBAC60C-C54E-43D5-B4DD-7D03D17F79BB}" sibTransId="{6C9F876D-C243-48CC-A6C6-3E603B596FCC}"/>
    <dgm:cxn modelId="{4914EA47-4013-421C-B000-D16DB0329E7F}" type="presOf" srcId="{03C281E7-DDB5-49A7-B1F9-898033612503}" destId="{284AAC9C-A343-418C-96D3-0EC938A08886}" srcOrd="0" destOrd="0" presId="urn:microsoft.com/office/officeart/2005/8/layout/orgChart1"/>
    <dgm:cxn modelId="{8BF51748-A769-4FB2-BEB1-D7DFBEC4E213}" type="presOf" srcId="{D379CC98-9369-4B4E-AFF9-DCF4FDEA7672}" destId="{95E33629-8A2C-4CAF-81CE-282569EE9D0C}" srcOrd="1" destOrd="0" presId="urn:microsoft.com/office/officeart/2005/8/layout/orgChart1"/>
    <dgm:cxn modelId="{0396DC69-4A34-4D03-ACB1-74F7AD813FC3}" type="presOf" srcId="{ECBAC60C-C54E-43D5-B4DD-7D03D17F79BB}" destId="{6A2A5E04-0027-4083-A33C-78B5179ABE16}" srcOrd="0" destOrd="0" presId="urn:microsoft.com/office/officeart/2005/8/layout/orgChart1"/>
    <dgm:cxn modelId="{5917184B-1580-49C7-85F5-E8AA55ED4AB4}" srcId="{633632CF-3971-4DAE-9D7B-30F94F90EF74}" destId="{45C564E4-40E9-40A3-9415-C70F26DC6101}" srcOrd="3" destOrd="0" parTransId="{89689489-F1A5-4E95-B0DB-755A3DA4438C}" sibTransId="{1A0A6A6E-A427-48F9-BAB2-EAFB47E7C44D}"/>
    <dgm:cxn modelId="{1DA8904C-8FB4-437B-A7D7-4035A1F013A3}" type="presOf" srcId="{D125D46D-5803-498C-8210-A47012081385}" destId="{3DD7B17A-EF6B-4271-8D1D-F6F44750BF7A}" srcOrd="1" destOrd="0" presId="urn:microsoft.com/office/officeart/2005/8/layout/orgChart1"/>
    <dgm:cxn modelId="{E6006B6D-1FA5-4923-AB45-E77CB3871ADC}" srcId="{BC0BE655-0F5F-495D-9A00-DAC06F460A34}" destId="{B6D2EDFE-802F-4E0C-93BF-A0ED98D0E7F6}" srcOrd="1" destOrd="0" parTransId="{47311D9D-83D8-4ACE-B991-1A0240300974}" sibTransId="{2B79E227-8857-4522-97AB-48E450018EF2}"/>
    <dgm:cxn modelId="{1207E84E-CE64-4D3E-97F5-94CC31972A16}" type="presOf" srcId="{9A4EFD8F-03F9-4ED5-B373-EE8E6CEF662D}" destId="{51AD8570-E912-4D3B-AC56-457AA1D5E4F8}" srcOrd="0" destOrd="0" presId="urn:microsoft.com/office/officeart/2005/8/layout/orgChart1"/>
    <dgm:cxn modelId="{1E357270-00A7-4E2E-A647-3AD775402E92}" type="presOf" srcId="{BC0BE655-0F5F-495D-9A00-DAC06F460A34}" destId="{09C6F1B5-B497-4EED-B053-BB14AB305045}" srcOrd="1" destOrd="0" presId="urn:microsoft.com/office/officeart/2005/8/layout/orgChart1"/>
    <dgm:cxn modelId="{A1B68570-27D6-4204-B03A-681D0761A9AC}" type="presOf" srcId="{1E34E429-3B1C-474D-9623-B03C5A0898DC}" destId="{A4AD4397-C90E-45FC-8C14-4EBF84B8DC03}" srcOrd="1" destOrd="0" presId="urn:microsoft.com/office/officeart/2005/8/layout/orgChart1"/>
    <dgm:cxn modelId="{817DC551-98AD-436F-B781-370CC2AD67CE}" type="presOf" srcId="{88CF5CEC-22C5-4BBA-8046-80EB3D1D5343}" destId="{1FFDA1A9-194B-48AB-A17E-DD23F9DA92B1}" srcOrd="0" destOrd="0" presId="urn:microsoft.com/office/officeart/2005/8/layout/orgChart1"/>
    <dgm:cxn modelId="{160EEC72-9932-4590-BF7C-9F4BA6F3FBBC}" type="presOf" srcId="{4E44B729-4FD2-400E-8B90-BD1D868B0915}" destId="{B02A68B2-BD1F-469F-95C3-E963CE3879AA}" srcOrd="0" destOrd="0" presId="urn:microsoft.com/office/officeart/2005/8/layout/orgChart1"/>
    <dgm:cxn modelId="{CF805953-0FE1-4999-A79B-CB786F007E14}" type="presOf" srcId="{D64FE767-F5E9-4BFB-BD3F-EF4B418AB559}" destId="{2CEE59DD-550B-4A18-A1AD-9EB62E296F19}" srcOrd="0" destOrd="0" presId="urn:microsoft.com/office/officeart/2005/8/layout/orgChart1"/>
    <dgm:cxn modelId="{AD9FC974-0CB8-484C-ADD0-1966CE922054}" type="presOf" srcId="{3C498F2D-6E89-4945-84AB-C0166F5E6B66}" destId="{C0B8E8F5-5261-4BB8-8351-F41EEE304B89}" srcOrd="0" destOrd="0" presId="urn:microsoft.com/office/officeart/2005/8/layout/orgChart1"/>
    <dgm:cxn modelId="{D17EF076-3D86-4052-BA2A-AEE023ACA767}" type="presOf" srcId="{45C564E4-40E9-40A3-9415-C70F26DC6101}" destId="{1E9329F2-5F8B-411F-AFB1-645736719AD2}" srcOrd="0" destOrd="0" presId="urn:microsoft.com/office/officeart/2005/8/layout/orgChart1"/>
    <dgm:cxn modelId="{41816977-1DA4-433B-9F43-6E2D4831C40D}" type="presOf" srcId="{B3FB488A-56A7-4EA8-BCA2-4C93732FA7FC}" destId="{C993D4B0-B573-42C4-A863-AB15C8D0AC83}" srcOrd="1" destOrd="0" presId="urn:microsoft.com/office/officeart/2005/8/layout/orgChart1"/>
    <dgm:cxn modelId="{318CF477-C115-4634-B15C-31A2DD787EBE}" type="presOf" srcId="{4F7FBD52-D6A1-4338-9771-F2002E5F6B75}" destId="{76F73F54-7CB1-4ACE-9038-DE46166D4079}" srcOrd="0" destOrd="0" presId="urn:microsoft.com/office/officeart/2005/8/layout/orgChart1"/>
    <dgm:cxn modelId="{19E88178-331F-4528-A981-DAB5A86F8459}" type="presOf" srcId="{3D084AE4-D05E-494C-B4E3-F39A1D52C591}" destId="{D822EDDF-D7BE-4830-8BE1-464128AA5270}" srcOrd="0" destOrd="0" presId="urn:microsoft.com/office/officeart/2005/8/layout/orgChart1"/>
    <dgm:cxn modelId="{233FDA79-2652-40B2-9A95-3363CF9CC73F}" type="presOf" srcId="{F35C074E-D97A-4488-BCC5-DD2EC3E4159B}" destId="{2560D3C0-49B9-4733-B1A3-1F04E90C7D41}" srcOrd="0" destOrd="0" presId="urn:microsoft.com/office/officeart/2005/8/layout/orgChart1"/>
    <dgm:cxn modelId="{7BA4C67A-1DBC-42FC-96E4-2397C651A84A}" type="presOf" srcId="{B088BEBF-AE62-4103-8EC7-80EA85259D7F}" destId="{5EC49BDC-1198-492C-A48D-927DDAE0DB7E}" srcOrd="0" destOrd="0" presId="urn:microsoft.com/office/officeart/2005/8/layout/orgChart1"/>
    <dgm:cxn modelId="{13487F7B-8DC2-4BD8-BBCA-081021E23F87}" srcId="{35B1A56A-297B-4326-8815-E7CCDD729A8D}" destId="{3D084AE4-D05E-494C-B4E3-F39A1D52C591}" srcOrd="1" destOrd="0" parTransId="{32518531-7CC5-462C-AFF4-DB44ACB99C69}" sibTransId="{BA990C9E-6FD3-4A41-BBB1-5006A9BE99DF}"/>
    <dgm:cxn modelId="{5874247F-2422-4E47-8E05-B8808B53F5C9}" srcId="{4224F16D-E4C0-4250-9EFA-7C747A39F793}" destId="{BC0BE655-0F5F-495D-9A00-DAC06F460A34}" srcOrd="3" destOrd="0" parTransId="{334B7B4A-A0EC-4BE3-BD57-2D500CC655D9}" sibTransId="{B44FBCDD-38D0-4763-9095-FA316015ED4F}"/>
    <dgm:cxn modelId="{EB8E2C80-26ED-4FD7-B160-063A61A8DBC3}" type="presOf" srcId="{6EDA1C38-4764-4423-8060-5ED8CCC0F01A}" destId="{4A297940-E560-43F1-B899-D90CAFEFF9F9}" srcOrd="0" destOrd="0" presId="urn:microsoft.com/office/officeart/2005/8/layout/orgChart1"/>
    <dgm:cxn modelId="{BC8E6780-3FC5-4C5B-B5F0-A3B95D6AD797}" srcId="{4224F16D-E4C0-4250-9EFA-7C747A39F793}" destId="{633632CF-3971-4DAE-9D7B-30F94F90EF74}" srcOrd="0" destOrd="0" parTransId="{5BA73491-6D8F-4D54-8C22-ED9718E8C773}" sibTransId="{D3D2AE8F-62FA-4DE6-9400-38E384816E25}"/>
    <dgm:cxn modelId="{6AB21581-8711-4AFC-BD3C-90B4265962DD}" type="presOf" srcId="{E252E372-499C-4A2A-9F73-A5A42CA6D3ED}" destId="{16F40902-B653-4C40-B079-EF437F4745FD}" srcOrd="0" destOrd="0" presId="urn:microsoft.com/office/officeart/2005/8/layout/orgChart1"/>
    <dgm:cxn modelId="{C5C49083-7E1B-4BBE-8832-1F0D617DCC14}" type="presOf" srcId="{8D362794-51A7-4CE6-994A-4BED6DDDD02F}" destId="{9793A294-0BA3-43F6-851A-3E2D432D442C}" srcOrd="0" destOrd="0" presId="urn:microsoft.com/office/officeart/2005/8/layout/orgChart1"/>
    <dgm:cxn modelId="{FBCEA085-B1F7-418B-B0ED-F6B868134CEF}" type="presOf" srcId="{F35C074E-D97A-4488-BCC5-DD2EC3E4159B}" destId="{26D402BA-D5F0-485D-A419-0325DD84E60A}" srcOrd="1" destOrd="0" presId="urn:microsoft.com/office/officeart/2005/8/layout/orgChart1"/>
    <dgm:cxn modelId="{008BB388-954D-4637-9093-4092B7A316C1}" type="presOf" srcId="{B3FB488A-56A7-4EA8-BCA2-4C93732FA7FC}" destId="{FE72D7D6-90BC-428A-9F13-437DFEDD1E5A}" srcOrd="0" destOrd="0" presId="urn:microsoft.com/office/officeart/2005/8/layout/orgChart1"/>
    <dgm:cxn modelId="{26EE6089-67EB-4E8F-A947-12A5DC5DFF7C}" srcId="{633632CF-3971-4DAE-9D7B-30F94F90EF74}" destId="{884C1984-A1DE-4153-AEE6-77E310F90212}" srcOrd="2" destOrd="0" parTransId="{9F45F503-4A73-489C-AE85-E10536341517}" sibTransId="{E7AE3888-5294-4112-B3E9-C4445FFEE8F7}"/>
    <dgm:cxn modelId="{50F60C8B-23EB-450B-BD68-60C2AD72238A}" srcId="{BC0BE655-0F5F-495D-9A00-DAC06F460A34}" destId="{F35C074E-D97A-4488-BCC5-DD2EC3E4159B}" srcOrd="2" destOrd="0" parTransId="{4E44B729-4FD2-400E-8B90-BD1D868B0915}" sibTransId="{4BEFC5DD-50E1-4FBC-8871-071A9976849E}"/>
    <dgm:cxn modelId="{315CDB8C-47F4-4F3F-A86C-20D91D5D9E1F}" type="presOf" srcId="{3FB1CA0A-1F40-4061-847C-0A288031E770}" destId="{22E848BE-DFC7-4FA1-AC09-B7BDD0E2921C}" srcOrd="1" destOrd="0" presId="urn:microsoft.com/office/officeart/2005/8/layout/orgChart1"/>
    <dgm:cxn modelId="{EB42728E-CA4E-49D5-867D-D84234DBF46C}" type="presOf" srcId="{9C26E6AD-47AB-46A2-B2EA-EF1F57DFDC1B}" destId="{62F09096-4F77-4DE7-A555-8295D0B932D8}" srcOrd="1" destOrd="0" presId="urn:microsoft.com/office/officeart/2005/8/layout/orgChart1"/>
    <dgm:cxn modelId="{396F8493-FD28-41DB-B26E-EDC61B59B918}" srcId="{A4AA5E78-2E83-4F60-8055-685BC550D62A}" destId="{69E7C492-A0CD-449E-9C33-4CAE3655DFB0}" srcOrd="4" destOrd="0" parTransId="{E252E372-499C-4A2A-9F73-A5A42CA6D3ED}" sibTransId="{2900A165-48FB-4ECC-881B-369CF6B53168}"/>
    <dgm:cxn modelId="{7BFF7D9D-BA04-4420-B1F7-E69CC4FD6E93}" srcId="{D379CC98-9369-4B4E-AFF9-DCF4FDEA7672}" destId="{C7CCA8F1-3F96-4E96-90F5-ECD1D2FEC15E}" srcOrd="0" destOrd="0" parTransId="{3878C5AF-3488-462E-B12B-FB7AE2419769}" sibTransId="{62AECA73-9CA6-4492-A1EF-A28A6C22754E}"/>
    <dgm:cxn modelId="{2F9AEF9F-ED08-409E-B744-C13805C705AF}" srcId="{633632CF-3971-4DAE-9D7B-30F94F90EF74}" destId="{8D362794-51A7-4CE6-994A-4BED6DDDD02F}" srcOrd="5" destOrd="0" parTransId="{0B55604C-08DB-49D8-95D1-C5D051A8B65C}" sibTransId="{33492943-4029-4ACD-8885-54F69BC3DBA4}"/>
    <dgm:cxn modelId="{179846A6-0505-49AA-882A-E76B5B7704E4}" type="presOf" srcId="{3FB1CA0A-1F40-4061-847C-0A288031E770}" destId="{55DA1A5A-12A0-4BB0-A1B2-14D807FF6FD8}" srcOrd="0" destOrd="0" presId="urn:microsoft.com/office/officeart/2005/8/layout/orgChart1"/>
    <dgm:cxn modelId="{1E8354A9-AECF-4763-9F12-99111F96043E}" type="presOf" srcId="{743610C1-9835-4646-A186-61AF59C69A49}" destId="{70190753-20EF-468A-AF58-9CECB07CAC07}" srcOrd="0" destOrd="0" presId="urn:microsoft.com/office/officeart/2005/8/layout/orgChart1"/>
    <dgm:cxn modelId="{876981AD-75BF-4375-8BD3-A0DA1E9791A0}" srcId="{A4AA5E78-2E83-4F60-8055-685BC550D62A}" destId="{789381F5-38E8-4D18-8E95-BD320E8E1B63}" srcOrd="1" destOrd="0" parTransId="{9A4EFD8F-03F9-4ED5-B373-EE8E6CEF662D}" sibTransId="{3D2EC0CF-B602-45D2-9AD5-1644DD271D0F}"/>
    <dgm:cxn modelId="{77707CB0-0837-48F5-B88F-86797C29FE11}" type="presOf" srcId="{4F079034-0A01-4BF7-A6C0-E37F7B442244}" destId="{A34E8E39-F97B-4FAC-A009-AC9A2E8FD6EA}" srcOrd="0" destOrd="0" presId="urn:microsoft.com/office/officeart/2005/8/layout/orgChart1"/>
    <dgm:cxn modelId="{D45322B1-D8F7-48A6-BB1A-D7A727E56D85}" type="presOf" srcId="{A5734974-0BE2-4CD5-99FC-825F199813B3}" destId="{7A48EC60-51F3-4E67-AB7D-07B29B70C60D}" srcOrd="0" destOrd="0" presId="urn:microsoft.com/office/officeart/2005/8/layout/orgChart1"/>
    <dgm:cxn modelId="{D047D4B2-CC89-4846-B074-D4194E41F232}" type="presOf" srcId="{743610C1-9835-4646-A186-61AF59C69A49}" destId="{8E822BBC-7809-41B0-93E1-6B60FE855730}" srcOrd="1" destOrd="0" presId="urn:microsoft.com/office/officeart/2005/8/layout/orgChart1"/>
    <dgm:cxn modelId="{510FDFB4-2A9D-482D-A30D-DF1B935BB5DB}" type="presOf" srcId="{9C26E6AD-47AB-46A2-B2EA-EF1F57DFDC1B}" destId="{B7050186-4FB5-4A46-BFA1-81A4CAF3AC74}" srcOrd="0" destOrd="0" presId="urn:microsoft.com/office/officeart/2005/8/layout/orgChart1"/>
    <dgm:cxn modelId="{82610AB9-792C-48E5-BA4C-C0F1D9136180}" type="presOf" srcId="{03C281E7-DDB5-49A7-B1F9-898033612503}" destId="{4163C214-E3A8-408D-B910-AB7E3A3BCE64}" srcOrd="1" destOrd="0" presId="urn:microsoft.com/office/officeart/2005/8/layout/orgChart1"/>
    <dgm:cxn modelId="{F98607BB-FCE2-4D66-9362-2D3214635102}" srcId="{4224F16D-E4C0-4250-9EFA-7C747A39F793}" destId="{D379CC98-9369-4B4E-AFF9-DCF4FDEA7672}" srcOrd="4" destOrd="0" parTransId="{3C498F2D-6E89-4945-84AB-C0166F5E6B66}" sibTransId="{D8D87258-3AAC-4040-AA74-C678A2F6A4B8}"/>
    <dgm:cxn modelId="{091B0CBC-D856-4E1D-8C45-062DEC870216}" type="presOf" srcId="{69E7C492-A0CD-449E-9C33-4CAE3655DFB0}" destId="{C25DE249-8875-4463-85D3-99FDECF1277F}" srcOrd="0" destOrd="0" presId="urn:microsoft.com/office/officeart/2005/8/layout/orgChart1"/>
    <dgm:cxn modelId="{5EEADFBC-C870-45B3-9D94-899E557090E5}" type="presOf" srcId="{45C564E4-40E9-40A3-9415-C70F26DC6101}" destId="{586060CF-C56A-4A3B-A3B5-612A425EBD0A}" srcOrd="1" destOrd="0" presId="urn:microsoft.com/office/officeart/2005/8/layout/orgChart1"/>
    <dgm:cxn modelId="{278D86BD-DD72-4BE8-B251-CC7ACEE349AC}" srcId="{4224F16D-E4C0-4250-9EFA-7C747A39F793}" destId="{A4AA5E78-2E83-4F60-8055-685BC550D62A}" srcOrd="1" destOrd="0" parTransId="{88CF5CEC-22C5-4BBA-8046-80EB3D1D5343}" sibTransId="{240E04B3-7F9A-4CAC-AA69-24A02A09EAF4}"/>
    <dgm:cxn modelId="{7E9A02C0-0A17-4DD1-B21E-21FA46ADD57B}" type="presOf" srcId="{633632CF-3971-4DAE-9D7B-30F94F90EF74}" destId="{316149DD-4A20-479B-BCF0-4A4887F9049D}" srcOrd="0" destOrd="0" presId="urn:microsoft.com/office/officeart/2005/8/layout/orgChart1"/>
    <dgm:cxn modelId="{4F9504C0-B05C-4C72-B5D5-1F08C15C9A2C}" type="presOf" srcId="{35B1A56A-297B-4326-8815-E7CCDD729A8D}" destId="{4DD3E079-E659-4CAA-8BD1-A49E007B995A}" srcOrd="0" destOrd="0" presId="urn:microsoft.com/office/officeart/2005/8/layout/orgChart1"/>
    <dgm:cxn modelId="{AE7A91CA-B268-4D9A-BE99-2E9A3F543F4D}" type="presOf" srcId="{0B55604C-08DB-49D8-95D1-C5D051A8B65C}" destId="{9FBDAC58-D7BD-46EE-BAED-22A50B73501E}" srcOrd="0" destOrd="0" presId="urn:microsoft.com/office/officeart/2005/8/layout/orgChart1"/>
    <dgm:cxn modelId="{7DB685CB-D141-43A2-9C0B-CA8F8BEAA0D7}" type="presOf" srcId="{AD1672D5-A022-4166-B47C-FDADE706D3DF}" destId="{DB7F34E6-B5A3-4846-A04C-EBACBE647391}" srcOrd="0" destOrd="0" presId="urn:microsoft.com/office/officeart/2005/8/layout/orgChart1"/>
    <dgm:cxn modelId="{680776CC-FFF3-4FA1-BD99-D875DFD2CE50}" type="presOf" srcId="{1E34E429-3B1C-474D-9623-B03C5A0898DC}" destId="{ECF10C6A-7C39-40A8-BEE0-63935E4B7D7A}" srcOrd="0" destOrd="0" presId="urn:microsoft.com/office/officeart/2005/8/layout/orgChart1"/>
    <dgm:cxn modelId="{2E22C0CC-4FF6-45DF-8A61-EAE98A2CBCFB}" type="presOf" srcId="{97117355-84E6-4A4D-BFA7-120FDBB4E866}" destId="{1626811E-630B-4776-B269-D80AA91087E5}" srcOrd="0" destOrd="0" presId="urn:microsoft.com/office/officeart/2005/8/layout/orgChart1"/>
    <dgm:cxn modelId="{1DEA5DCE-1D0D-4961-B2D4-0D163670736B}" type="presOf" srcId="{F53F0496-01AD-40B1-BEC5-C28B736DB0ED}" destId="{CB856E3A-DE53-4164-B59D-0EDECD8DA8C4}" srcOrd="1" destOrd="0" presId="urn:microsoft.com/office/officeart/2005/8/layout/orgChart1"/>
    <dgm:cxn modelId="{363AD1CE-BBC0-4893-B684-85B8D635FD2B}" type="presOf" srcId="{89689489-F1A5-4E95-B0DB-755A3DA4438C}" destId="{A4BB7E4F-FCC3-4EC9-BAE8-703F3D86DC4F}" srcOrd="0" destOrd="0" presId="urn:microsoft.com/office/officeart/2005/8/layout/orgChart1"/>
    <dgm:cxn modelId="{F2DF25CF-E234-4694-9020-0531F3A42D4A}" srcId="{EBC44CF8-5592-46A1-B2EA-2306C7A7B9D8}" destId="{4224F16D-E4C0-4250-9EFA-7C747A39F793}" srcOrd="0" destOrd="0" parTransId="{4764781C-0A7E-437D-A5A3-7FE315335671}" sibTransId="{2E392CA9-FC57-4CCD-9FAE-221D640476DC}"/>
    <dgm:cxn modelId="{AF041FD0-3A73-4C17-BEDC-5F618B20D169}" type="presOf" srcId="{633632CF-3971-4DAE-9D7B-30F94F90EF74}" destId="{6F32CBB0-2A11-45F0-8023-5D2196D052D7}" srcOrd="1" destOrd="0" presId="urn:microsoft.com/office/officeart/2005/8/layout/orgChart1"/>
    <dgm:cxn modelId="{E6A46FD0-E9F5-484D-B391-4EE17FB9A4DA}" type="presOf" srcId="{884C1984-A1DE-4153-AEE6-77E310F90212}" destId="{C2BE18C1-5CCE-47C6-8255-2BEA16B15BB7}" srcOrd="0" destOrd="0" presId="urn:microsoft.com/office/officeart/2005/8/layout/orgChart1"/>
    <dgm:cxn modelId="{686614D3-3F68-4AF5-8C6F-7F0DD2EAC9EF}" type="presOf" srcId="{32518531-7CC5-462C-AFF4-DB44ACB99C69}" destId="{0B257208-B03D-4873-BD72-64C0BFE7BB80}" srcOrd="0" destOrd="0" presId="urn:microsoft.com/office/officeart/2005/8/layout/orgChart1"/>
    <dgm:cxn modelId="{855447D3-0470-456E-A086-EF3C698507D2}" type="presOf" srcId="{A4AA5E78-2E83-4F60-8055-685BC550D62A}" destId="{583C3239-7A9A-4405-808D-357500F0A444}" srcOrd="1" destOrd="0" presId="urn:microsoft.com/office/officeart/2005/8/layout/orgChart1"/>
    <dgm:cxn modelId="{19AB12D5-191F-4D42-84DE-4F0B5F501851}" srcId="{A4AA5E78-2E83-4F60-8055-685BC550D62A}" destId="{F53F0496-01AD-40B1-BEC5-C28B736DB0ED}" srcOrd="2" destOrd="0" parTransId="{D64FE767-F5E9-4BFB-BD3F-EF4B418AB559}" sibTransId="{75047260-0C40-4E21-ACA0-4A586AC16CDB}"/>
    <dgm:cxn modelId="{FDBC06D6-9CA8-424C-9F84-6FDD5C1247DE}" type="presOf" srcId="{789381F5-38E8-4D18-8E95-BD320E8E1B63}" destId="{AFDD2A41-0AC4-4DD3-BF5A-FAA889D200B5}" srcOrd="0" destOrd="0" presId="urn:microsoft.com/office/officeart/2005/8/layout/orgChart1"/>
    <dgm:cxn modelId="{8D4573D6-32B3-4524-A2F8-0187C0AF69FC}" type="presOf" srcId="{69E7C492-A0CD-449E-9C33-4CAE3655DFB0}" destId="{3FFAADE9-1B70-4295-83E7-8D1E478522F6}" srcOrd="1" destOrd="0" presId="urn:microsoft.com/office/officeart/2005/8/layout/orgChart1"/>
    <dgm:cxn modelId="{CBEFB2DD-33F6-44B1-8802-832A25F954D6}" type="presOf" srcId="{F77BA94F-5F5A-4244-B671-7D147C089B9A}" destId="{712FB5CE-CA05-43F6-82C8-E8310F63E86A}" srcOrd="0" destOrd="0" presId="urn:microsoft.com/office/officeart/2005/8/layout/orgChart1"/>
    <dgm:cxn modelId="{DA6CC2DE-5895-49F4-8C3B-18BBC9DC015D}" type="presOf" srcId="{47311D9D-83D8-4ACE-B991-1A0240300974}" destId="{42CC8CFF-2ACE-4287-8A38-FE0B19AB0E8A}" srcOrd="0" destOrd="0" presId="urn:microsoft.com/office/officeart/2005/8/layout/orgChart1"/>
    <dgm:cxn modelId="{DCDC42E0-2098-4014-A54E-83C523458E4F}" type="presOf" srcId="{35B1A56A-297B-4326-8815-E7CCDD729A8D}" destId="{D9E03D1D-3156-453F-9BB7-DA2043496990}" srcOrd="1" destOrd="0" presId="urn:microsoft.com/office/officeart/2005/8/layout/orgChart1"/>
    <dgm:cxn modelId="{7C107DE4-9BF6-4546-92F3-5F2B2D3F9995}" srcId="{633632CF-3971-4DAE-9D7B-30F94F90EF74}" destId="{B3FB488A-56A7-4EA8-BCA2-4C93732FA7FC}" srcOrd="1" destOrd="0" parTransId="{97117355-84E6-4A4D-BFA7-120FDBB4E866}" sibTransId="{F6FEBA50-1639-47B5-8AE9-FDCF9C71F566}"/>
    <dgm:cxn modelId="{EE8F14E8-23AD-46BF-8DB9-EB490DF860F0}" srcId="{BC0BE655-0F5F-495D-9A00-DAC06F460A34}" destId="{743610C1-9835-4646-A186-61AF59C69A49}" srcOrd="0" destOrd="0" parTransId="{6EDA1C38-4764-4423-8060-5ED8CCC0F01A}" sibTransId="{13176DFB-8060-426F-95B7-3C1710C0F4B6}"/>
    <dgm:cxn modelId="{07A363E9-142B-4BF9-99D4-1E710F5C6525}" type="presOf" srcId="{C7CCA8F1-3F96-4E96-90F5-ECD1D2FEC15E}" destId="{12560C36-BCE1-4E78-ABEE-409BD084B9EA}" srcOrd="0" destOrd="0" presId="urn:microsoft.com/office/officeart/2005/8/layout/orgChart1"/>
    <dgm:cxn modelId="{E78833F4-9061-4AA8-9C01-1DFB34C22149}" type="presOf" srcId="{F027E8DD-E0AE-4EA9-87D6-E322B12D7AB2}" destId="{C35B8903-3443-499B-86F0-E2540D049C8F}" srcOrd="0" destOrd="0" presId="urn:microsoft.com/office/officeart/2005/8/layout/orgChart1"/>
    <dgm:cxn modelId="{552670F5-43E1-4052-AF87-79C05CF696AE}" type="presOf" srcId="{8DC9798A-47C2-4F1F-B828-299329938384}" destId="{E0B4E239-EA6D-4AB8-BFBD-3C844A00FCCC}" srcOrd="0" destOrd="0" presId="urn:microsoft.com/office/officeart/2005/8/layout/orgChart1"/>
    <dgm:cxn modelId="{C597DFF7-E73C-4343-873C-9826973F7B99}" type="presOf" srcId="{A14220CC-E46E-4BB5-A14B-0F59CA674199}" destId="{0B44B6FA-92BD-4B30-B532-624F03EFA2BF}" srcOrd="0" destOrd="0" presId="urn:microsoft.com/office/officeart/2005/8/layout/orgChart1"/>
    <dgm:cxn modelId="{6A5CBFFB-B0F0-48B9-A1DC-BA7FECFF5F71}" type="presOf" srcId="{8C2BF4B1-B6F2-4A77-97BB-A66B22F99EB5}" destId="{83EBAFE2-1374-43BD-84BD-A23B5ABD6892}" srcOrd="0" destOrd="0" presId="urn:microsoft.com/office/officeart/2005/8/layout/orgChart1"/>
    <dgm:cxn modelId="{25C3FAFB-EF76-4941-9547-4C0F328A9926}" srcId="{633632CF-3971-4DAE-9D7B-30F94F90EF74}" destId="{3FB1CA0A-1F40-4061-847C-0A288031E770}" srcOrd="4" destOrd="0" parTransId="{F027E8DD-E0AE-4EA9-87D6-E322B12D7AB2}" sibTransId="{25DC9335-FEEC-460D-97A6-F2B52236320D}"/>
    <dgm:cxn modelId="{0D6EF1FC-01CD-4424-802C-3A6FE2AB21FC}" type="presOf" srcId="{5BA73491-6D8F-4D54-8C22-ED9718E8C773}" destId="{00B09104-B5E2-4D1F-9BEE-CACA494E029F}" srcOrd="0" destOrd="0" presId="urn:microsoft.com/office/officeart/2005/8/layout/orgChart1"/>
    <dgm:cxn modelId="{0E4ECEFD-CBFA-4265-8A81-338D1577DFC9}" type="presOf" srcId="{BC0BE655-0F5F-495D-9A00-DAC06F460A34}" destId="{4EA816CB-6AB7-4D30-91D2-E19223664521}" srcOrd="0" destOrd="0" presId="urn:microsoft.com/office/officeart/2005/8/layout/orgChart1"/>
    <dgm:cxn modelId="{03DFE3FF-FA26-40CC-9B65-624CC6B53608}" srcId="{1E34E429-3B1C-474D-9623-B03C5A0898DC}" destId="{A14220CC-E46E-4BB5-A14B-0F59CA674199}" srcOrd="0" destOrd="0" parTransId="{B088BEBF-AE62-4103-8EC7-80EA85259D7F}" sibTransId="{3D14F5B7-8E45-416A-A422-19F15DB604C5}"/>
    <dgm:cxn modelId="{AEE2209C-5D5A-4BEA-8013-821C36724DA5}" type="presParOf" srcId="{886D2F41-786F-4318-B212-1E2024B15B92}" destId="{545F85D4-67AA-47E0-A140-513A42EFBDC6}" srcOrd="0" destOrd="0" presId="urn:microsoft.com/office/officeart/2005/8/layout/orgChart1"/>
    <dgm:cxn modelId="{3B54FC47-58D9-47F6-9A28-1CE90C6C8DD9}" type="presParOf" srcId="{545F85D4-67AA-47E0-A140-513A42EFBDC6}" destId="{D103BD23-C52E-43FB-B1A0-12FE9F1645D2}" srcOrd="0" destOrd="0" presId="urn:microsoft.com/office/officeart/2005/8/layout/orgChart1"/>
    <dgm:cxn modelId="{ECE3A6E0-1C4E-42CA-856B-91B9441247A7}" type="presParOf" srcId="{D103BD23-C52E-43FB-B1A0-12FE9F1645D2}" destId="{241526F4-D093-4E9D-BAED-0695FD37EEE8}" srcOrd="0" destOrd="0" presId="urn:microsoft.com/office/officeart/2005/8/layout/orgChart1"/>
    <dgm:cxn modelId="{7AFB33DA-E8F5-4F91-8717-4662E8CCCD6F}" type="presParOf" srcId="{D103BD23-C52E-43FB-B1A0-12FE9F1645D2}" destId="{33BDA6D9-DC2C-4318-B5F5-6BC0E90EE1BF}" srcOrd="1" destOrd="0" presId="urn:microsoft.com/office/officeart/2005/8/layout/orgChart1"/>
    <dgm:cxn modelId="{84C2635E-979A-42F9-8A9B-F814EA503019}" type="presParOf" srcId="{545F85D4-67AA-47E0-A140-513A42EFBDC6}" destId="{36F88AE2-1502-4FB0-8D52-E293D086CAD7}" srcOrd="1" destOrd="0" presId="urn:microsoft.com/office/officeart/2005/8/layout/orgChart1"/>
    <dgm:cxn modelId="{0DD158CE-1823-4C30-B70A-326B88F7B93D}" type="presParOf" srcId="{36F88AE2-1502-4FB0-8D52-E293D086CAD7}" destId="{00B09104-B5E2-4D1F-9BEE-CACA494E029F}" srcOrd="0" destOrd="0" presId="urn:microsoft.com/office/officeart/2005/8/layout/orgChart1"/>
    <dgm:cxn modelId="{0AF0407D-FDFA-4C3A-BCD8-5D8DCD3B79FC}" type="presParOf" srcId="{36F88AE2-1502-4FB0-8D52-E293D086CAD7}" destId="{BA149A03-F73F-4AA7-AD37-E5698B8F6BFC}" srcOrd="1" destOrd="0" presId="urn:microsoft.com/office/officeart/2005/8/layout/orgChart1"/>
    <dgm:cxn modelId="{D7E1C8AB-50D3-47CA-985F-274DBC4ED407}" type="presParOf" srcId="{BA149A03-F73F-4AA7-AD37-E5698B8F6BFC}" destId="{142ABBC2-9ED0-40FD-8E81-AA6A7DD4CF1B}" srcOrd="0" destOrd="0" presId="urn:microsoft.com/office/officeart/2005/8/layout/orgChart1"/>
    <dgm:cxn modelId="{2933A3FE-9F16-43BB-9718-3BD73F9D756C}" type="presParOf" srcId="{142ABBC2-9ED0-40FD-8E81-AA6A7DD4CF1B}" destId="{316149DD-4A20-479B-BCF0-4A4887F9049D}" srcOrd="0" destOrd="0" presId="urn:microsoft.com/office/officeart/2005/8/layout/orgChart1"/>
    <dgm:cxn modelId="{2C9098BF-F572-46E7-9D9A-881AF422F3F7}" type="presParOf" srcId="{142ABBC2-9ED0-40FD-8E81-AA6A7DD4CF1B}" destId="{6F32CBB0-2A11-45F0-8023-5D2196D052D7}" srcOrd="1" destOrd="0" presId="urn:microsoft.com/office/officeart/2005/8/layout/orgChart1"/>
    <dgm:cxn modelId="{4DCD583D-E9E1-4C61-BC8C-CB7AB0E9763C}" type="presParOf" srcId="{BA149A03-F73F-4AA7-AD37-E5698B8F6BFC}" destId="{D6C33E95-60B8-4147-92BB-08CEBB19D089}" srcOrd="1" destOrd="0" presId="urn:microsoft.com/office/officeart/2005/8/layout/orgChart1"/>
    <dgm:cxn modelId="{2E2259AB-DFF9-462E-AD89-831C0AB030F6}" type="presParOf" srcId="{D6C33E95-60B8-4147-92BB-08CEBB19D089}" destId="{712FB5CE-CA05-43F6-82C8-E8310F63E86A}" srcOrd="0" destOrd="0" presId="urn:microsoft.com/office/officeart/2005/8/layout/orgChart1"/>
    <dgm:cxn modelId="{5237D2EE-FED7-40BD-BED3-FDBE61118883}" type="presParOf" srcId="{D6C33E95-60B8-4147-92BB-08CEBB19D089}" destId="{CCC6A562-BD99-40AF-BD66-C86AE2C38048}" srcOrd="1" destOrd="0" presId="urn:microsoft.com/office/officeart/2005/8/layout/orgChart1"/>
    <dgm:cxn modelId="{4272AA8F-492E-4553-B812-3A92EE0E0449}" type="presParOf" srcId="{CCC6A562-BD99-40AF-BD66-C86AE2C38048}" destId="{E767134E-7638-4900-A177-CD9D77276893}" srcOrd="0" destOrd="0" presId="urn:microsoft.com/office/officeart/2005/8/layout/orgChart1"/>
    <dgm:cxn modelId="{637C255C-21AE-4853-8C10-F7CC3E07FDB2}" type="presParOf" srcId="{E767134E-7638-4900-A177-CD9D77276893}" destId="{B7050186-4FB5-4A46-BFA1-81A4CAF3AC74}" srcOrd="0" destOrd="0" presId="urn:microsoft.com/office/officeart/2005/8/layout/orgChart1"/>
    <dgm:cxn modelId="{C0DD0D5F-198C-487C-8CA7-CF9D8C1575CB}" type="presParOf" srcId="{E767134E-7638-4900-A177-CD9D77276893}" destId="{62F09096-4F77-4DE7-A555-8295D0B932D8}" srcOrd="1" destOrd="0" presId="urn:microsoft.com/office/officeart/2005/8/layout/orgChart1"/>
    <dgm:cxn modelId="{6C87316B-EF3E-4FC5-8037-43A60F455008}" type="presParOf" srcId="{CCC6A562-BD99-40AF-BD66-C86AE2C38048}" destId="{057E8616-57D7-4D07-9870-92B2E038A22C}" srcOrd="1" destOrd="0" presId="urn:microsoft.com/office/officeart/2005/8/layout/orgChart1"/>
    <dgm:cxn modelId="{DCA276F0-D4A1-4893-B085-C25E3D06A37A}" type="presParOf" srcId="{CCC6A562-BD99-40AF-BD66-C86AE2C38048}" destId="{6A27063C-A5A4-4D82-A750-A8CE64CE715F}" srcOrd="2" destOrd="0" presId="urn:microsoft.com/office/officeart/2005/8/layout/orgChart1"/>
    <dgm:cxn modelId="{6A95261D-9DC2-47F7-9025-F089D529D43B}" type="presParOf" srcId="{D6C33E95-60B8-4147-92BB-08CEBB19D089}" destId="{1626811E-630B-4776-B269-D80AA91087E5}" srcOrd="2" destOrd="0" presId="urn:microsoft.com/office/officeart/2005/8/layout/orgChart1"/>
    <dgm:cxn modelId="{7609ADC0-58D1-4900-96F9-DAD252FB96BB}" type="presParOf" srcId="{D6C33E95-60B8-4147-92BB-08CEBB19D089}" destId="{6988A93A-7A65-402A-9BB0-4F4FEFF6F2D8}" srcOrd="3" destOrd="0" presId="urn:microsoft.com/office/officeart/2005/8/layout/orgChart1"/>
    <dgm:cxn modelId="{9C9ACD74-61EC-4965-9F85-14F2AEE7F050}" type="presParOf" srcId="{6988A93A-7A65-402A-9BB0-4F4FEFF6F2D8}" destId="{1C3E9D2E-450E-49C9-BCFF-BC3366FBC979}" srcOrd="0" destOrd="0" presId="urn:microsoft.com/office/officeart/2005/8/layout/orgChart1"/>
    <dgm:cxn modelId="{CCEEFE60-27E9-4402-8837-51382BE1AD4C}" type="presParOf" srcId="{1C3E9D2E-450E-49C9-BCFF-BC3366FBC979}" destId="{FE72D7D6-90BC-428A-9F13-437DFEDD1E5A}" srcOrd="0" destOrd="0" presId="urn:microsoft.com/office/officeart/2005/8/layout/orgChart1"/>
    <dgm:cxn modelId="{CFC24A1B-37C2-40CB-AEC3-1B2A3DB5C2A6}" type="presParOf" srcId="{1C3E9D2E-450E-49C9-BCFF-BC3366FBC979}" destId="{C993D4B0-B573-42C4-A863-AB15C8D0AC83}" srcOrd="1" destOrd="0" presId="urn:microsoft.com/office/officeart/2005/8/layout/orgChart1"/>
    <dgm:cxn modelId="{BFE352F4-6E07-4C19-A155-EB7D644FCC91}" type="presParOf" srcId="{6988A93A-7A65-402A-9BB0-4F4FEFF6F2D8}" destId="{574B50B6-E3B9-4EE9-9516-77ECD21F9D31}" srcOrd="1" destOrd="0" presId="urn:microsoft.com/office/officeart/2005/8/layout/orgChart1"/>
    <dgm:cxn modelId="{C23E55C8-B0E5-4925-AA45-FC4AA6903714}" type="presParOf" srcId="{6988A93A-7A65-402A-9BB0-4F4FEFF6F2D8}" destId="{6153F0B6-C50A-4547-AC09-E3CBFB7A2BDF}" srcOrd="2" destOrd="0" presId="urn:microsoft.com/office/officeart/2005/8/layout/orgChart1"/>
    <dgm:cxn modelId="{BC198825-03CF-4C69-96EF-625277B38BBD}" type="presParOf" srcId="{D6C33E95-60B8-4147-92BB-08CEBB19D089}" destId="{3F2FD686-4B96-4E90-961D-3F8578F8C453}" srcOrd="4" destOrd="0" presId="urn:microsoft.com/office/officeart/2005/8/layout/orgChart1"/>
    <dgm:cxn modelId="{EDB12DAF-F469-4FBD-9843-E4A63F5D6C65}" type="presParOf" srcId="{D6C33E95-60B8-4147-92BB-08CEBB19D089}" destId="{2629BAC9-F6ED-467F-B9B8-1B7E73790AE7}" srcOrd="5" destOrd="0" presId="urn:microsoft.com/office/officeart/2005/8/layout/orgChart1"/>
    <dgm:cxn modelId="{C93C1BBE-8280-4837-A2B4-1D1EB656D01E}" type="presParOf" srcId="{2629BAC9-F6ED-467F-B9B8-1B7E73790AE7}" destId="{40FF5F0A-9183-4FA0-875D-3BD26C6F799A}" srcOrd="0" destOrd="0" presId="urn:microsoft.com/office/officeart/2005/8/layout/orgChart1"/>
    <dgm:cxn modelId="{695B1946-F80D-46A8-8258-D4AEB777391B}" type="presParOf" srcId="{40FF5F0A-9183-4FA0-875D-3BD26C6F799A}" destId="{C2BE18C1-5CCE-47C6-8255-2BEA16B15BB7}" srcOrd="0" destOrd="0" presId="urn:microsoft.com/office/officeart/2005/8/layout/orgChart1"/>
    <dgm:cxn modelId="{D4EE654B-078E-48E5-8901-34A0A91A6AA4}" type="presParOf" srcId="{40FF5F0A-9183-4FA0-875D-3BD26C6F799A}" destId="{D52878E3-FA6D-4AC3-9526-36C011807DD0}" srcOrd="1" destOrd="0" presId="urn:microsoft.com/office/officeart/2005/8/layout/orgChart1"/>
    <dgm:cxn modelId="{BD6246C2-59AE-4DBB-98AB-447989B44572}" type="presParOf" srcId="{2629BAC9-F6ED-467F-B9B8-1B7E73790AE7}" destId="{6AAB0A4C-337A-42E8-B2BF-21D1F52E866A}" srcOrd="1" destOrd="0" presId="urn:microsoft.com/office/officeart/2005/8/layout/orgChart1"/>
    <dgm:cxn modelId="{0818DA72-1E64-445E-924E-1D816E52DAC1}" type="presParOf" srcId="{2629BAC9-F6ED-467F-B9B8-1B7E73790AE7}" destId="{684E193C-3C22-4DDC-ABCE-C9B354706FCA}" srcOrd="2" destOrd="0" presId="urn:microsoft.com/office/officeart/2005/8/layout/orgChart1"/>
    <dgm:cxn modelId="{80D1BF51-B285-4F74-9C1E-EC06505A75D7}" type="presParOf" srcId="{D6C33E95-60B8-4147-92BB-08CEBB19D089}" destId="{A4BB7E4F-FCC3-4EC9-BAE8-703F3D86DC4F}" srcOrd="6" destOrd="0" presId="urn:microsoft.com/office/officeart/2005/8/layout/orgChart1"/>
    <dgm:cxn modelId="{BAA47225-C57F-4A14-955A-A97C1FA44CEF}" type="presParOf" srcId="{D6C33E95-60B8-4147-92BB-08CEBB19D089}" destId="{2E9F167E-FC3E-459B-98D3-58B4CD79579B}" srcOrd="7" destOrd="0" presId="urn:microsoft.com/office/officeart/2005/8/layout/orgChart1"/>
    <dgm:cxn modelId="{7E61A145-06ED-4283-A362-937FB2C0679C}" type="presParOf" srcId="{2E9F167E-FC3E-459B-98D3-58B4CD79579B}" destId="{B610BC92-51E2-4790-BFF4-DAD22FE0E36B}" srcOrd="0" destOrd="0" presId="urn:microsoft.com/office/officeart/2005/8/layout/orgChart1"/>
    <dgm:cxn modelId="{2AEAFB83-9177-4700-A14F-B80FD368F4CD}" type="presParOf" srcId="{B610BC92-51E2-4790-BFF4-DAD22FE0E36B}" destId="{1E9329F2-5F8B-411F-AFB1-645736719AD2}" srcOrd="0" destOrd="0" presId="urn:microsoft.com/office/officeart/2005/8/layout/orgChart1"/>
    <dgm:cxn modelId="{0D28983E-85E6-4882-9C0B-40C472A7A0F9}" type="presParOf" srcId="{B610BC92-51E2-4790-BFF4-DAD22FE0E36B}" destId="{586060CF-C56A-4A3B-A3B5-612A425EBD0A}" srcOrd="1" destOrd="0" presId="urn:microsoft.com/office/officeart/2005/8/layout/orgChart1"/>
    <dgm:cxn modelId="{74F3E54F-C04B-4158-9FC4-40CC02DDD255}" type="presParOf" srcId="{2E9F167E-FC3E-459B-98D3-58B4CD79579B}" destId="{25079CDD-5BCB-4887-8BAC-E011F3069C21}" srcOrd="1" destOrd="0" presId="urn:microsoft.com/office/officeart/2005/8/layout/orgChart1"/>
    <dgm:cxn modelId="{483A9F94-BCAD-47B4-8C14-20AE929A9D20}" type="presParOf" srcId="{2E9F167E-FC3E-459B-98D3-58B4CD79579B}" destId="{EA75E9B8-0B50-4E6F-9B9D-625A746D3AE1}" srcOrd="2" destOrd="0" presId="urn:microsoft.com/office/officeart/2005/8/layout/orgChart1"/>
    <dgm:cxn modelId="{B429D80D-2CA2-4B48-9B0B-F4669699E068}" type="presParOf" srcId="{D6C33E95-60B8-4147-92BB-08CEBB19D089}" destId="{C35B8903-3443-499B-86F0-E2540D049C8F}" srcOrd="8" destOrd="0" presId="urn:microsoft.com/office/officeart/2005/8/layout/orgChart1"/>
    <dgm:cxn modelId="{8922A027-D245-4820-BE60-600E04767382}" type="presParOf" srcId="{D6C33E95-60B8-4147-92BB-08CEBB19D089}" destId="{B9480CD7-9D77-4292-B560-A604BD6BE50D}" srcOrd="9" destOrd="0" presId="urn:microsoft.com/office/officeart/2005/8/layout/orgChart1"/>
    <dgm:cxn modelId="{F8FFACFB-F7C0-4D59-AC13-A9F3304A4B96}" type="presParOf" srcId="{B9480CD7-9D77-4292-B560-A604BD6BE50D}" destId="{AF5A5B11-EE00-4E1F-B759-2DF8F16C7FE3}" srcOrd="0" destOrd="0" presId="urn:microsoft.com/office/officeart/2005/8/layout/orgChart1"/>
    <dgm:cxn modelId="{C4A8DA45-EC3C-4856-A8D5-EABC113576E8}" type="presParOf" srcId="{AF5A5B11-EE00-4E1F-B759-2DF8F16C7FE3}" destId="{55DA1A5A-12A0-4BB0-A1B2-14D807FF6FD8}" srcOrd="0" destOrd="0" presId="urn:microsoft.com/office/officeart/2005/8/layout/orgChart1"/>
    <dgm:cxn modelId="{301904D6-A78F-4094-8E80-E5285C84D64F}" type="presParOf" srcId="{AF5A5B11-EE00-4E1F-B759-2DF8F16C7FE3}" destId="{22E848BE-DFC7-4FA1-AC09-B7BDD0E2921C}" srcOrd="1" destOrd="0" presId="urn:microsoft.com/office/officeart/2005/8/layout/orgChart1"/>
    <dgm:cxn modelId="{9A803545-ED73-46DB-AD57-9794676DF4BE}" type="presParOf" srcId="{B9480CD7-9D77-4292-B560-A604BD6BE50D}" destId="{04DCB569-540C-4489-965D-C7796C9C7387}" srcOrd="1" destOrd="0" presId="urn:microsoft.com/office/officeart/2005/8/layout/orgChart1"/>
    <dgm:cxn modelId="{DB09AF11-A3A6-4D67-B879-A873C44340AC}" type="presParOf" srcId="{B9480CD7-9D77-4292-B560-A604BD6BE50D}" destId="{E664EE40-1907-4A03-A439-1D8F9D7F069C}" srcOrd="2" destOrd="0" presId="urn:microsoft.com/office/officeart/2005/8/layout/orgChart1"/>
    <dgm:cxn modelId="{D5E8EAD2-8DD6-439E-A762-99CC25DC146F}" type="presParOf" srcId="{D6C33E95-60B8-4147-92BB-08CEBB19D089}" destId="{9FBDAC58-D7BD-46EE-BAED-22A50B73501E}" srcOrd="10" destOrd="0" presId="urn:microsoft.com/office/officeart/2005/8/layout/orgChart1"/>
    <dgm:cxn modelId="{B38A73E1-B296-4B50-B919-D7C3160839BC}" type="presParOf" srcId="{D6C33E95-60B8-4147-92BB-08CEBB19D089}" destId="{F526F095-F815-41D6-A6E0-F1C22373C15E}" srcOrd="11" destOrd="0" presId="urn:microsoft.com/office/officeart/2005/8/layout/orgChart1"/>
    <dgm:cxn modelId="{4BF3E4CA-2749-4161-A0BA-65A65DC5858A}" type="presParOf" srcId="{F526F095-F815-41D6-A6E0-F1C22373C15E}" destId="{15A9166B-9263-4485-8E95-A25B210DC870}" srcOrd="0" destOrd="0" presId="urn:microsoft.com/office/officeart/2005/8/layout/orgChart1"/>
    <dgm:cxn modelId="{948D8C4A-A370-40C7-BB95-E83A43C8B7FD}" type="presParOf" srcId="{15A9166B-9263-4485-8E95-A25B210DC870}" destId="{9793A294-0BA3-43F6-851A-3E2D432D442C}" srcOrd="0" destOrd="0" presId="urn:microsoft.com/office/officeart/2005/8/layout/orgChart1"/>
    <dgm:cxn modelId="{34F34F12-5757-4D8A-8E40-88BC4777C69F}" type="presParOf" srcId="{15A9166B-9263-4485-8E95-A25B210DC870}" destId="{81296338-A6D9-4B44-A1AD-46A27B3F01A8}" srcOrd="1" destOrd="0" presId="urn:microsoft.com/office/officeart/2005/8/layout/orgChart1"/>
    <dgm:cxn modelId="{8894AD7F-E69B-416D-AA63-5BE9C73C73E3}" type="presParOf" srcId="{F526F095-F815-41D6-A6E0-F1C22373C15E}" destId="{8C830CA5-1112-452D-950F-3A99D34D804A}" srcOrd="1" destOrd="0" presId="urn:microsoft.com/office/officeart/2005/8/layout/orgChart1"/>
    <dgm:cxn modelId="{E872EB7C-65B7-4D26-B006-5995D8BCF619}" type="presParOf" srcId="{F526F095-F815-41D6-A6E0-F1C22373C15E}" destId="{7AEB6F44-2DA3-4732-94C8-AFFB2F6EC24E}" srcOrd="2" destOrd="0" presId="urn:microsoft.com/office/officeart/2005/8/layout/orgChart1"/>
    <dgm:cxn modelId="{65688E1F-31F1-4B9D-AE15-9CFB28CE0D4B}" type="presParOf" srcId="{BA149A03-F73F-4AA7-AD37-E5698B8F6BFC}" destId="{6E8B8620-2A3B-4D87-8B07-FB53DEB32338}" srcOrd="2" destOrd="0" presId="urn:microsoft.com/office/officeart/2005/8/layout/orgChart1"/>
    <dgm:cxn modelId="{0CA3169F-4D44-4A92-8EC7-A9997CFF14AA}" type="presParOf" srcId="{36F88AE2-1502-4FB0-8D52-E293D086CAD7}" destId="{1FFDA1A9-194B-48AB-A17E-DD23F9DA92B1}" srcOrd="2" destOrd="0" presId="urn:microsoft.com/office/officeart/2005/8/layout/orgChart1"/>
    <dgm:cxn modelId="{A95FFC48-DDF9-4884-9F0A-D3D933AE9373}" type="presParOf" srcId="{36F88AE2-1502-4FB0-8D52-E293D086CAD7}" destId="{4A30E2F1-8662-4786-BC0A-E6FFD0AFF8E7}" srcOrd="3" destOrd="0" presId="urn:microsoft.com/office/officeart/2005/8/layout/orgChart1"/>
    <dgm:cxn modelId="{9B4A2F6A-85B3-49C3-812D-81D2C4366F64}" type="presParOf" srcId="{4A30E2F1-8662-4786-BC0A-E6FFD0AFF8E7}" destId="{C41BA63F-D8FB-4822-B0F7-DA52BE6ABB47}" srcOrd="0" destOrd="0" presId="urn:microsoft.com/office/officeart/2005/8/layout/orgChart1"/>
    <dgm:cxn modelId="{AAE380B1-377E-46C4-8B48-840204440B80}" type="presParOf" srcId="{C41BA63F-D8FB-4822-B0F7-DA52BE6ABB47}" destId="{AD6FCBA5-107F-4E39-9D14-0F9C209CE42B}" srcOrd="0" destOrd="0" presId="urn:microsoft.com/office/officeart/2005/8/layout/orgChart1"/>
    <dgm:cxn modelId="{35AA35BB-2FBF-4892-8504-130673E11354}" type="presParOf" srcId="{C41BA63F-D8FB-4822-B0F7-DA52BE6ABB47}" destId="{583C3239-7A9A-4405-808D-357500F0A444}" srcOrd="1" destOrd="0" presId="urn:microsoft.com/office/officeart/2005/8/layout/orgChart1"/>
    <dgm:cxn modelId="{4AA402BB-B816-4D70-94FE-B15BEC5A65ED}" type="presParOf" srcId="{4A30E2F1-8662-4786-BC0A-E6FFD0AFF8E7}" destId="{38452564-D35D-4B4A-A1DE-52CBDB677910}" srcOrd="1" destOrd="0" presId="urn:microsoft.com/office/officeart/2005/8/layout/orgChart1"/>
    <dgm:cxn modelId="{608288D8-6F83-4BDF-8A70-4172863AF50D}" type="presParOf" srcId="{38452564-D35D-4B4A-A1DE-52CBDB677910}" destId="{6A2A5E04-0027-4083-A33C-78B5179ABE16}" srcOrd="0" destOrd="0" presId="urn:microsoft.com/office/officeart/2005/8/layout/orgChart1"/>
    <dgm:cxn modelId="{2C8D8F10-9AA2-43EF-BD3A-5D3EC04E92D9}" type="presParOf" srcId="{38452564-D35D-4B4A-A1DE-52CBDB677910}" destId="{F544D54A-A848-44BC-A056-CC5AF6AC70AA}" srcOrd="1" destOrd="0" presId="urn:microsoft.com/office/officeart/2005/8/layout/orgChart1"/>
    <dgm:cxn modelId="{F6FF0ABE-198F-41C6-A9AC-8DE172CBD45D}" type="presParOf" srcId="{F544D54A-A848-44BC-A056-CC5AF6AC70AA}" destId="{FEA49C32-7152-49AA-AB95-9AE15FDDB9A3}" srcOrd="0" destOrd="0" presId="urn:microsoft.com/office/officeart/2005/8/layout/orgChart1"/>
    <dgm:cxn modelId="{98209CF5-BE21-4169-AFDD-579CE7960FC7}" type="presParOf" srcId="{FEA49C32-7152-49AA-AB95-9AE15FDDB9A3}" destId="{F0CECF85-B5C3-4F33-9B57-BF760E7F8936}" srcOrd="0" destOrd="0" presId="urn:microsoft.com/office/officeart/2005/8/layout/orgChart1"/>
    <dgm:cxn modelId="{62AEF944-4FAF-4BE1-87F8-7FB1CD2BF663}" type="presParOf" srcId="{FEA49C32-7152-49AA-AB95-9AE15FDDB9A3}" destId="{3DD7B17A-EF6B-4271-8D1D-F6F44750BF7A}" srcOrd="1" destOrd="0" presId="urn:microsoft.com/office/officeart/2005/8/layout/orgChart1"/>
    <dgm:cxn modelId="{BF0372B6-BFA5-4BAA-8614-EB8EDBF2EBD4}" type="presParOf" srcId="{F544D54A-A848-44BC-A056-CC5AF6AC70AA}" destId="{8B4CF692-2190-41E6-89E5-9E65FA69AE84}" srcOrd="1" destOrd="0" presId="urn:microsoft.com/office/officeart/2005/8/layout/orgChart1"/>
    <dgm:cxn modelId="{512A8146-2976-4BDA-98DC-894E1BA68ABD}" type="presParOf" srcId="{F544D54A-A848-44BC-A056-CC5AF6AC70AA}" destId="{7492B679-451C-4491-9E5E-BDEC595CB6AF}" srcOrd="2" destOrd="0" presId="urn:microsoft.com/office/officeart/2005/8/layout/orgChart1"/>
    <dgm:cxn modelId="{077F10E9-5817-4D2E-8C12-5148BCE87DE9}" type="presParOf" srcId="{38452564-D35D-4B4A-A1DE-52CBDB677910}" destId="{51AD8570-E912-4D3B-AC56-457AA1D5E4F8}" srcOrd="2" destOrd="0" presId="urn:microsoft.com/office/officeart/2005/8/layout/orgChart1"/>
    <dgm:cxn modelId="{6E48DFF2-F8FE-48D8-90B1-04238FA824BF}" type="presParOf" srcId="{38452564-D35D-4B4A-A1DE-52CBDB677910}" destId="{97E7DB2C-100F-4C48-ABD5-90143D8AA4BC}" srcOrd="3" destOrd="0" presId="urn:microsoft.com/office/officeart/2005/8/layout/orgChart1"/>
    <dgm:cxn modelId="{51B5B6EB-B668-4C2F-9387-831F765C8918}" type="presParOf" srcId="{97E7DB2C-100F-4C48-ABD5-90143D8AA4BC}" destId="{CB6645B0-F671-4F42-A111-AFA28E492B6B}" srcOrd="0" destOrd="0" presId="urn:microsoft.com/office/officeart/2005/8/layout/orgChart1"/>
    <dgm:cxn modelId="{F2FB1164-AA80-450E-95E3-748C4E10F184}" type="presParOf" srcId="{CB6645B0-F671-4F42-A111-AFA28E492B6B}" destId="{AFDD2A41-0AC4-4DD3-BF5A-FAA889D200B5}" srcOrd="0" destOrd="0" presId="urn:microsoft.com/office/officeart/2005/8/layout/orgChart1"/>
    <dgm:cxn modelId="{46D6E3DF-D0B0-4A63-95E8-3643C9DF87E3}" type="presParOf" srcId="{CB6645B0-F671-4F42-A111-AFA28E492B6B}" destId="{69E5F15F-E15A-4801-AF72-822CCCE9AB1F}" srcOrd="1" destOrd="0" presId="urn:microsoft.com/office/officeart/2005/8/layout/orgChart1"/>
    <dgm:cxn modelId="{FBFFE810-F818-4CEA-B49F-8859524C71A0}" type="presParOf" srcId="{97E7DB2C-100F-4C48-ABD5-90143D8AA4BC}" destId="{E03F5181-A7CC-4546-A12F-6C15FF61AA32}" srcOrd="1" destOrd="0" presId="urn:microsoft.com/office/officeart/2005/8/layout/orgChart1"/>
    <dgm:cxn modelId="{8406397F-B2E8-4509-9A54-8B62C6BE08AD}" type="presParOf" srcId="{97E7DB2C-100F-4C48-ABD5-90143D8AA4BC}" destId="{09C9D295-32AB-4DCB-B388-D399EE326E22}" srcOrd="2" destOrd="0" presId="urn:microsoft.com/office/officeart/2005/8/layout/orgChart1"/>
    <dgm:cxn modelId="{4F754F45-4E9E-46E3-8E89-F178F08C7AA9}" type="presParOf" srcId="{38452564-D35D-4B4A-A1DE-52CBDB677910}" destId="{2CEE59DD-550B-4A18-A1AD-9EB62E296F19}" srcOrd="4" destOrd="0" presId="urn:microsoft.com/office/officeart/2005/8/layout/orgChart1"/>
    <dgm:cxn modelId="{E5E6A59C-1180-4FAD-AD5F-1AFBDFA3656F}" type="presParOf" srcId="{38452564-D35D-4B4A-A1DE-52CBDB677910}" destId="{0EFA87C0-BC83-4372-9C24-75C614EBE8CD}" srcOrd="5" destOrd="0" presId="urn:microsoft.com/office/officeart/2005/8/layout/orgChart1"/>
    <dgm:cxn modelId="{92A36BDE-CC99-4E81-89E3-3D445002ECA8}" type="presParOf" srcId="{0EFA87C0-BC83-4372-9C24-75C614EBE8CD}" destId="{89D9B32A-DF8D-4410-9569-31BBC1215EF5}" srcOrd="0" destOrd="0" presId="urn:microsoft.com/office/officeart/2005/8/layout/orgChart1"/>
    <dgm:cxn modelId="{70415DBB-7ABE-4808-8ACF-8E53623D2648}" type="presParOf" srcId="{89D9B32A-DF8D-4410-9569-31BBC1215EF5}" destId="{C588F604-4C71-459E-9996-F4A026851A65}" srcOrd="0" destOrd="0" presId="urn:microsoft.com/office/officeart/2005/8/layout/orgChart1"/>
    <dgm:cxn modelId="{0F8D6C22-685A-4D3C-ABE4-567A90320F01}" type="presParOf" srcId="{89D9B32A-DF8D-4410-9569-31BBC1215EF5}" destId="{CB856E3A-DE53-4164-B59D-0EDECD8DA8C4}" srcOrd="1" destOrd="0" presId="urn:microsoft.com/office/officeart/2005/8/layout/orgChart1"/>
    <dgm:cxn modelId="{961EA92B-8D08-472A-BFB0-AC77BC25D94D}" type="presParOf" srcId="{0EFA87C0-BC83-4372-9C24-75C614EBE8CD}" destId="{FF5650FE-87EF-486B-A73C-E2F415A1EE1B}" srcOrd="1" destOrd="0" presId="urn:microsoft.com/office/officeart/2005/8/layout/orgChart1"/>
    <dgm:cxn modelId="{A55A1204-C5BE-4137-BCB3-47813252F73F}" type="presParOf" srcId="{0EFA87C0-BC83-4372-9C24-75C614EBE8CD}" destId="{53FF7BCE-550C-4302-8118-931D556F7C3A}" srcOrd="2" destOrd="0" presId="urn:microsoft.com/office/officeart/2005/8/layout/orgChart1"/>
    <dgm:cxn modelId="{79209962-84F8-48C8-BC28-B6FD74CB5AEA}" type="presParOf" srcId="{38452564-D35D-4B4A-A1DE-52CBDB677910}" destId="{83EBAFE2-1374-43BD-84BD-A23B5ABD6892}" srcOrd="6" destOrd="0" presId="urn:microsoft.com/office/officeart/2005/8/layout/orgChart1"/>
    <dgm:cxn modelId="{95D29C42-2D11-47E8-B870-A74515C96288}" type="presParOf" srcId="{38452564-D35D-4B4A-A1DE-52CBDB677910}" destId="{E7924EDD-4E6D-4A20-9BA3-963D5A50D728}" srcOrd="7" destOrd="0" presId="urn:microsoft.com/office/officeart/2005/8/layout/orgChart1"/>
    <dgm:cxn modelId="{3CE41F30-6030-4C39-9444-1963852150EA}" type="presParOf" srcId="{E7924EDD-4E6D-4A20-9BA3-963D5A50D728}" destId="{9F7765E6-A0EC-4B43-BB95-28C6B271FFE4}" srcOrd="0" destOrd="0" presId="urn:microsoft.com/office/officeart/2005/8/layout/orgChart1"/>
    <dgm:cxn modelId="{5B04FFA1-46E0-469D-ABEC-9099720E8B62}" type="presParOf" srcId="{9F7765E6-A0EC-4B43-BB95-28C6B271FFE4}" destId="{7A48EC60-51F3-4E67-AB7D-07B29B70C60D}" srcOrd="0" destOrd="0" presId="urn:microsoft.com/office/officeart/2005/8/layout/orgChart1"/>
    <dgm:cxn modelId="{70393DD3-DA4F-4189-BF92-1AF4B38CAF19}" type="presParOf" srcId="{9F7765E6-A0EC-4B43-BB95-28C6B271FFE4}" destId="{2A67B270-8617-4E10-A375-0BE24D42FCDD}" srcOrd="1" destOrd="0" presId="urn:microsoft.com/office/officeart/2005/8/layout/orgChart1"/>
    <dgm:cxn modelId="{A07ECB18-9AC2-4BAC-886F-7B5C5E13905C}" type="presParOf" srcId="{E7924EDD-4E6D-4A20-9BA3-963D5A50D728}" destId="{F08F0E5B-C8E0-41F5-88C8-D5CB7FF425BE}" srcOrd="1" destOrd="0" presId="urn:microsoft.com/office/officeart/2005/8/layout/orgChart1"/>
    <dgm:cxn modelId="{194E2131-EFD9-48D6-A9DD-30C76BA1D863}" type="presParOf" srcId="{E7924EDD-4E6D-4A20-9BA3-963D5A50D728}" destId="{74DD0DA6-19F4-4867-99DD-3D036298A548}" srcOrd="2" destOrd="0" presId="urn:microsoft.com/office/officeart/2005/8/layout/orgChart1"/>
    <dgm:cxn modelId="{ADDA276A-603F-458C-98A0-9833F0DEF888}" type="presParOf" srcId="{38452564-D35D-4B4A-A1DE-52CBDB677910}" destId="{16F40902-B653-4C40-B079-EF437F4745FD}" srcOrd="8" destOrd="0" presId="urn:microsoft.com/office/officeart/2005/8/layout/orgChart1"/>
    <dgm:cxn modelId="{D0D0F009-64D2-48FE-B2A6-1572D3F3B287}" type="presParOf" srcId="{38452564-D35D-4B4A-A1DE-52CBDB677910}" destId="{7100E03C-4918-4785-9044-A390A44EC2D2}" srcOrd="9" destOrd="0" presId="urn:microsoft.com/office/officeart/2005/8/layout/orgChart1"/>
    <dgm:cxn modelId="{9B77FD88-1167-4F20-9A7E-43A47B80479F}" type="presParOf" srcId="{7100E03C-4918-4785-9044-A390A44EC2D2}" destId="{1F78FD8E-A1F0-4B5C-9C50-26CA3020631D}" srcOrd="0" destOrd="0" presId="urn:microsoft.com/office/officeart/2005/8/layout/orgChart1"/>
    <dgm:cxn modelId="{211DB9CD-7BF4-444D-9DBA-F74F17D8C629}" type="presParOf" srcId="{1F78FD8E-A1F0-4B5C-9C50-26CA3020631D}" destId="{C25DE249-8875-4463-85D3-99FDECF1277F}" srcOrd="0" destOrd="0" presId="urn:microsoft.com/office/officeart/2005/8/layout/orgChart1"/>
    <dgm:cxn modelId="{71050C7B-3305-44AA-86BC-17A9D795CE16}" type="presParOf" srcId="{1F78FD8E-A1F0-4B5C-9C50-26CA3020631D}" destId="{3FFAADE9-1B70-4295-83E7-8D1E478522F6}" srcOrd="1" destOrd="0" presId="urn:microsoft.com/office/officeart/2005/8/layout/orgChart1"/>
    <dgm:cxn modelId="{87BF865A-92C9-4203-A4F3-13EC27358B7E}" type="presParOf" srcId="{7100E03C-4918-4785-9044-A390A44EC2D2}" destId="{10221AAC-1D5B-4EBF-8A48-B9D3D168E49D}" srcOrd="1" destOrd="0" presId="urn:microsoft.com/office/officeart/2005/8/layout/orgChart1"/>
    <dgm:cxn modelId="{5E5D1B92-9B8E-4650-8469-4F762FA96740}" type="presParOf" srcId="{7100E03C-4918-4785-9044-A390A44EC2D2}" destId="{BF8A7216-F408-4927-9521-0A8C9DDE6C13}" srcOrd="2" destOrd="0" presId="urn:microsoft.com/office/officeart/2005/8/layout/orgChart1"/>
    <dgm:cxn modelId="{ECF6CE74-BF94-4F15-93AD-BD1CB4098305}" type="presParOf" srcId="{38452564-D35D-4B4A-A1DE-52CBDB677910}" destId="{DB7F34E6-B5A3-4846-A04C-EBACBE647391}" srcOrd="10" destOrd="0" presId="urn:microsoft.com/office/officeart/2005/8/layout/orgChart1"/>
    <dgm:cxn modelId="{91396FEE-26AD-4537-9005-311676F76697}" type="presParOf" srcId="{38452564-D35D-4B4A-A1DE-52CBDB677910}" destId="{DE4EB339-58B2-4B3E-ABA6-827194F99F74}" srcOrd="11" destOrd="0" presId="urn:microsoft.com/office/officeart/2005/8/layout/orgChart1"/>
    <dgm:cxn modelId="{A77EE281-8619-492E-BFA3-E41BF02DF355}" type="presParOf" srcId="{DE4EB339-58B2-4B3E-ABA6-827194F99F74}" destId="{DE91C667-1EDB-4723-80A8-F85DD6ED2406}" srcOrd="0" destOrd="0" presId="urn:microsoft.com/office/officeart/2005/8/layout/orgChart1"/>
    <dgm:cxn modelId="{3D176B80-8381-45F5-B8A1-C3CBA0156473}" type="presParOf" srcId="{DE91C667-1EDB-4723-80A8-F85DD6ED2406}" destId="{284AAC9C-A343-418C-96D3-0EC938A08886}" srcOrd="0" destOrd="0" presId="urn:microsoft.com/office/officeart/2005/8/layout/orgChart1"/>
    <dgm:cxn modelId="{E45E4B27-91FB-4FFF-B1F6-3832D9563E93}" type="presParOf" srcId="{DE91C667-1EDB-4723-80A8-F85DD6ED2406}" destId="{4163C214-E3A8-408D-B910-AB7E3A3BCE64}" srcOrd="1" destOrd="0" presId="urn:microsoft.com/office/officeart/2005/8/layout/orgChart1"/>
    <dgm:cxn modelId="{FD0F13AF-9467-4BFF-8290-C2B838F18863}" type="presParOf" srcId="{DE4EB339-58B2-4B3E-ABA6-827194F99F74}" destId="{BB2A9940-355A-4D99-8372-B9AD298EEF09}" srcOrd="1" destOrd="0" presId="urn:microsoft.com/office/officeart/2005/8/layout/orgChart1"/>
    <dgm:cxn modelId="{205D1992-75CE-4583-8839-8B48EC04CCF5}" type="presParOf" srcId="{DE4EB339-58B2-4B3E-ABA6-827194F99F74}" destId="{BED6AAC5-C0C0-4C11-B4AB-D54063408A74}" srcOrd="2" destOrd="0" presId="urn:microsoft.com/office/officeart/2005/8/layout/orgChart1"/>
    <dgm:cxn modelId="{46E00C3D-A51E-4BE7-8D85-F164323C237E}" type="presParOf" srcId="{4A30E2F1-8662-4786-BC0A-E6FFD0AFF8E7}" destId="{EBF61DE1-0F6D-45CE-A263-6AB14AA4E1E8}" srcOrd="2" destOrd="0" presId="urn:microsoft.com/office/officeart/2005/8/layout/orgChart1"/>
    <dgm:cxn modelId="{3649A759-7DB2-41AB-A742-0E086AE83055}" type="presParOf" srcId="{36F88AE2-1502-4FB0-8D52-E293D086CAD7}" destId="{76F73F54-7CB1-4ACE-9038-DE46166D4079}" srcOrd="4" destOrd="0" presId="urn:microsoft.com/office/officeart/2005/8/layout/orgChart1"/>
    <dgm:cxn modelId="{D7852AF4-A6A6-4933-9D12-17DFDBC27264}" type="presParOf" srcId="{36F88AE2-1502-4FB0-8D52-E293D086CAD7}" destId="{99383A52-9AB1-4F92-ABEA-F03CA30EA2F2}" srcOrd="5" destOrd="0" presId="urn:microsoft.com/office/officeart/2005/8/layout/orgChart1"/>
    <dgm:cxn modelId="{53D6547D-DC8F-4E46-A42C-06D9D200CBBA}" type="presParOf" srcId="{99383A52-9AB1-4F92-ABEA-F03CA30EA2F2}" destId="{700BDA7A-ABE4-49C4-8A68-B80BB307BA4A}" srcOrd="0" destOrd="0" presId="urn:microsoft.com/office/officeart/2005/8/layout/orgChart1"/>
    <dgm:cxn modelId="{63041A94-2B76-4C3E-A106-11B8E4B316BB}" type="presParOf" srcId="{700BDA7A-ABE4-49C4-8A68-B80BB307BA4A}" destId="{ECF10C6A-7C39-40A8-BEE0-63935E4B7D7A}" srcOrd="0" destOrd="0" presId="urn:microsoft.com/office/officeart/2005/8/layout/orgChart1"/>
    <dgm:cxn modelId="{6B31E76D-DAA0-45C8-B40D-0FF88F986917}" type="presParOf" srcId="{700BDA7A-ABE4-49C4-8A68-B80BB307BA4A}" destId="{A4AD4397-C90E-45FC-8C14-4EBF84B8DC03}" srcOrd="1" destOrd="0" presId="urn:microsoft.com/office/officeart/2005/8/layout/orgChart1"/>
    <dgm:cxn modelId="{EE2AC8AC-9964-41CD-8111-29A0A7E165B3}" type="presParOf" srcId="{99383A52-9AB1-4F92-ABEA-F03CA30EA2F2}" destId="{AB8C4CF8-4D03-49DB-B3A8-5ABD24D6D5EC}" srcOrd="1" destOrd="0" presId="urn:microsoft.com/office/officeart/2005/8/layout/orgChart1"/>
    <dgm:cxn modelId="{97D41C47-742C-426A-A164-63BD357A27A1}" type="presParOf" srcId="{AB8C4CF8-4D03-49DB-B3A8-5ABD24D6D5EC}" destId="{5EC49BDC-1198-492C-A48D-927DDAE0DB7E}" srcOrd="0" destOrd="0" presId="urn:microsoft.com/office/officeart/2005/8/layout/orgChart1"/>
    <dgm:cxn modelId="{EA4CA3F8-152F-45F9-92ED-864B0711F8B2}" type="presParOf" srcId="{AB8C4CF8-4D03-49DB-B3A8-5ABD24D6D5EC}" destId="{FB0456DE-DCA6-46D0-9036-94FB756CCAFF}" srcOrd="1" destOrd="0" presId="urn:microsoft.com/office/officeart/2005/8/layout/orgChart1"/>
    <dgm:cxn modelId="{D83BAFB1-3354-4BBC-9CDC-0D6C5C8FF891}" type="presParOf" srcId="{FB0456DE-DCA6-46D0-9036-94FB756CCAFF}" destId="{FA88357A-9A11-4531-ADB4-A141CBC9965C}" srcOrd="0" destOrd="0" presId="urn:microsoft.com/office/officeart/2005/8/layout/orgChart1"/>
    <dgm:cxn modelId="{9BF945FF-0C6C-4696-9235-19FB9F3971FA}" type="presParOf" srcId="{FA88357A-9A11-4531-ADB4-A141CBC9965C}" destId="{0B44B6FA-92BD-4B30-B532-624F03EFA2BF}" srcOrd="0" destOrd="0" presId="urn:microsoft.com/office/officeart/2005/8/layout/orgChart1"/>
    <dgm:cxn modelId="{F2A70378-2EAD-4AB6-916A-0EF7B9CA8459}" type="presParOf" srcId="{FA88357A-9A11-4531-ADB4-A141CBC9965C}" destId="{D78ABB9C-53B2-4EF8-A526-5BCB628E7D39}" srcOrd="1" destOrd="0" presId="urn:microsoft.com/office/officeart/2005/8/layout/orgChart1"/>
    <dgm:cxn modelId="{1A81807C-02C5-43E8-8EF1-60CA35A375DC}" type="presParOf" srcId="{FB0456DE-DCA6-46D0-9036-94FB756CCAFF}" destId="{02871712-484F-4BC7-8C6D-3EC886B5AF35}" srcOrd="1" destOrd="0" presId="urn:microsoft.com/office/officeart/2005/8/layout/orgChart1"/>
    <dgm:cxn modelId="{1CB3C9C3-FC98-428E-9D6B-DC42CD426E8E}" type="presParOf" srcId="{FB0456DE-DCA6-46D0-9036-94FB756CCAFF}" destId="{546C9F8B-6DA5-4AB9-9197-2A46EA4E9922}" srcOrd="2" destOrd="0" presId="urn:microsoft.com/office/officeart/2005/8/layout/orgChart1"/>
    <dgm:cxn modelId="{A9B90160-2676-43A2-AFBF-A59D074BE90A}" type="presParOf" srcId="{99383A52-9AB1-4F92-ABEA-F03CA30EA2F2}" destId="{6829F625-52FD-4A27-983B-23F1A2EF7B61}" srcOrd="2" destOrd="0" presId="urn:microsoft.com/office/officeart/2005/8/layout/orgChart1"/>
    <dgm:cxn modelId="{5B5180BA-D7AD-4916-A2BB-800BCE08D4DF}" type="presParOf" srcId="{36F88AE2-1502-4FB0-8D52-E293D086CAD7}" destId="{C30796C7-D7C4-4878-AB65-50CA96A8AD01}" srcOrd="6" destOrd="0" presId="urn:microsoft.com/office/officeart/2005/8/layout/orgChart1"/>
    <dgm:cxn modelId="{24EC6DF8-04E6-4E39-B846-47E3C32557A6}" type="presParOf" srcId="{36F88AE2-1502-4FB0-8D52-E293D086CAD7}" destId="{F916A926-B076-484A-B58D-273DEC6B40F5}" srcOrd="7" destOrd="0" presId="urn:microsoft.com/office/officeart/2005/8/layout/orgChart1"/>
    <dgm:cxn modelId="{52B1C76A-0AE4-4C31-9328-D99675692B34}" type="presParOf" srcId="{F916A926-B076-484A-B58D-273DEC6B40F5}" destId="{6F9958CC-BC89-4365-8699-3AD7D9159D97}" srcOrd="0" destOrd="0" presId="urn:microsoft.com/office/officeart/2005/8/layout/orgChart1"/>
    <dgm:cxn modelId="{BBFB2F29-331B-42B5-811B-41E786CEC013}" type="presParOf" srcId="{6F9958CC-BC89-4365-8699-3AD7D9159D97}" destId="{4EA816CB-6AB7-4D30-91D2-E19223664521}" srcOrd="0" destOrd="0" presId="urn:microsoft.com/office/officeart/2005/8/layout/orgChart1"/>
    <dgm:cxn modelId="{1F48BFC8-7CF2-4023-8613-5504ECD91F15}" type="presParOf" srcId="{6F9958CC-BC89-4365-8699-3AD7D9159D97}" destId="{09C6F1B5-B497-4EED-B053-BB14AB305045}" srcOrd="1" destOrd="0" presId="urn:microsoft.com/office/officeart/2005/8/layout/orgChart1"/>
    <dgm:cxn modelId="{2B35F72E-0496-4ABB-BBFE-1CE2E42E07C5}" type="presParOf" srcId="{F916A926-B076-484A-B58D-273DEC6B40F5}" destId="{C1BA8958-8495-4827-B5A9-6B1096CD1905}" srcOrd="1" destOrd="0" presId="urn:microsoft.com/office/officeart/2005/8/layout/orgChart1"/>
    <dgm:cxn modelId="{E063B4A8-D5AF-4E9C-BD25-6ECE03B722EB}" type="presParOf" srcId="{C1BA8958-8495-4827-B5A9-6B1096CD1905}" destId="{4A297940-E560-43F1-B899-D90CAFEFF9F9}" srcOrd="0" destOrd="0" presId="urn:microsoft.com/office/officeart/2005/8/layout/orgChart1"/>
    <dgm:cxn modelId="{8582516F-63CF-45AE-BEED-43F5884BFF8B}" type="presParOf" srcId="{C1BA8958-8495-4827-B5A9-6B1096CD1905}" destId="{58AFF325-7802-426B-9BF6-208D702CB128}" srcOrd="1" destOrd="0" presId="urn:microsoft.com/office/officeart/2005/8/layout/orgChart1"/>
    <dgm:cxn modelId="{7331BC72-94C2-4D66-8D36-846695D00948}" type="presParOf" srcId="{58AFF325-7802-426B-9BF6-208D702CB128}" destId="{77F82E10-48DC-49DC-BC5E-65A4287BE15A}" srcOrd="0" destOrd="0" presId="urn:microsoft.com/office/officeart/2005/8/layout/orgChart1"/>
    <dgm:cxn modelId="{B86D9FCF-3412-453F-BA28-28AEC83E10BC}" type="presParOf" srcId="{77F82E10-48DC-49DC-BC5E-65A4287BE15A}" destId="{70190753-20EF-468A-AF58-9CECB07CAC07}" srcOrd="0" destOrd="0" presId="urn:microsoft.com/office/officeart/2005/8/layout/orgChart1"/>
    <dgm:cxn modelId="{B0551B64-1F51-4C53-A2DD-327C42741C04}" type="presParOf" srcId="{77F82E10-48DC-49DC-BC5E-65A4287BE15A}" destId="{8E822BBC-7809-41B0-93E1-6B60FE855730}" srcOrd="1" destOrd="0" presId="urn:microsoft.com/office/officeart/2005/8/layout/orgChart1"/>
    <dgm:cxn modelId="{9AE31E5F-5393-464F-ABFA-30D9273DAA9B}" type="presParOf" srcId="{58AFF325-7802-426B-9BF6-208D702CB128}" destId="{25E92C3B-C2F3-40C3-9D18-F79BC0A145D3}" srcOrd="1" destOrd="0" presId="urn:microsoft.com/office/officeart/2005/8/layout/orgChart1"/>
    <dgm:cxn modelId="{0A87DC71-5658-4600-9428-C9FB5C71E3B0}" type="presParOf" srcId="{58AFF325-7802-426B-9BF6-208D702CB128}" destId="{F66023ED-7D5F-4346-8C2D-C8682426D59D}" srcOrd="2" destOrd="0" presId="urn:microsoft.com/office/officeart/2005/8/layout/orgChart1"/>
    <dgm:cxn modelId="{05BB1B19-4F54-4A80-A26F-F43A9F81F7AC}" type="presParOf" srcId="{C1BA8958-8495-4827-B5A9-6B1096CD1905}" destId="{42CC8CFF-2ACE-4287-8A38-FE0B19AB0E8A}" srcOrd="2" destOrd="0" presId="urn:microsoft.com/office/officeart/2005/8/layout/orgChart1"/>
    <dgm:cxn modelId="{904FB8DE-9799-46C3-9039-D8EDB0429BDD}" type="presParOf" srcId="{C1BA8958-8495-4827-B5A9-6B1096CD1905}" destId="{86D86365-603A-4783-AC2D-E60FDC38C582}" srcOrd="3" destOrd="0" presId="urn:microsoft.com/office/officeart/2005/8/layout/orgChart1"/>
    <dgm:cxn modelId="{DA7B2FD3-D17F-4FC9-9420-3F92482C4BB8}" type="presParOf" srcId="{86D86365-603A-4783-AC2D-E60FDC38C582}" destId="{272CA3A7-9335-48BE-AE9A-E637B042E271}" srcOrd="0" destOrd="0" presId="urn:microsoft.com/office/officeart/2005/8/layout/orgChart1"/>
    <dgm:cxn modelId="{6981B7CD-F794-4EEF-B554-6E6E5C2D6F5D}" type="presParOf" srcId="{272CA3A7-9335-48BE-AE9A-E637B042E271}" destId="{66591EBC-DAA4-4B50-99CE-1E8801ECC50E}" srcOrd="0" destOrd="0" presId="urn:microsoft.com/office/officeart/2005/8/layout/orgChart1"/>
    <dgm:cxn modelId="{87C4E147-AA6C-4CF5-85D8-004CB7B50761}" type="presParOf" srcId="{272CA3A7-9335-48BE-AE9A-E637B042E271}" destId="{32FF7B22-6423-4937-B02E-A59789120BA9}" srcOrd="1" destOrd="0" presId="urn:microsoft.com/office/officeart/2005/8/layout/orgChart1"/>
    <dgm:cxn modelId="{526854FE-80CC-4642-B33B-34A774140230}" type="presParOf" srcId="{86D86365-603A-4783-AC2D-E60FDC38C582}" destId="{6E43B992-AE0E-4AF9-8926-B4CF444F8DE9}" srcOrd="1" destOrd="0" presId="urn:microsoft.com/office/officeart/2005/8/layout/orgChart1"/>
    <dgm:cxn modelId="{94EBD2DB-DAD8-4ABB-B8B8-817B3836FDF1}" type="presParOf" srcId="{86D86365-603A-4783-AC2D-E60FDC38C582}" destId="{EDD009A6-934B-46FD-81D8-C9099D8FD38C}" srcOrd="2" destOrd="0" presId="urn:microsoft.com/office/officeart/2005/8/layout/orgChart1"/>
    <dgm:cxn modelId="{5ADD7A9E-4532-413D-8511-5E0D98481BAC}" type="presParOf" srcId="{C1BA8958-8495-4827-B5A9-6B1096CD1905}" destId="{B02A68B2-BD1F-469F-95C3-E963CE3879AA}" srcOrd="4" destOrd="0" presId="urn:microsoft.com/office/officeart/2005/8/layout/orgChart1"/>
    <dgm:cxn modelId="{BA8AC4DD-B6C5-46E2-B034-F81FE669C319}" type="presParOf" srcId="{C1BA8958-8495-4827-B5A9-6B1096CD1905}" destId="{C6767614-A614-41C9-8842-01ED0477FC7A}" srcOrd="5" destOrd="0" presId="urn:microsoft.com/office/officeart/2005/8/layout/orgChart1"/>
    <dgm:cxn modelId="{1D82E441-875D-4DF6-810A-2DBD27FE19F7}" type="presParOf" srcId="{C6767614-A614-41C9-8842-01ED0477FC7A}" destId="{0542CC96-E471-4E1F-845B-088CAD3A40B0}" srcOrd="0" destOrd="0" presId="urn:microsoft.com/office/officeart/2005/8/layout/orgChart1"/>
    <dgm:cxn modelId="{0F8F30BD-B011-4481-BA80-AE24382AF594}" type="presParOf" srcId="{0542CC96-E471-4E1F-845B-088CAD3A40B0}" destId="{2560D3C0-49B9-4733-B1A3-1F04E90C7D41}" srcOrd="0" destOrd="0" presId="urn:microsoft.com/office/officeart/2005/8/layout/orgChart1"/>
    <dgm:cxn modelId="{6054C0D1-6C0D-4702-BE66-B460F9812063}" type="presParOf" srcId="{0542CC96-E471-4E1F-845B-088CAD3A40B0}" destId="{26D402BA-D5F0-485D-A419-0325DD84E60A}" srcOrd="1" destOrd="0" presId="urn:microsoft.com/office/officeart/2005/8/layout/orgChart1"/>
    <dgm:cxn modelId="{4EFC233F-76AF-40FA-8856-17E62F2D4C81}" type="presParOf" srcId="{C6767614-A614-41C9-8842-01ED0477FC7A}" destId="{F925E2A5-4682-41D7-BA28-F4DB21388B02}" srcOrd="1" destOrd="0" presId="urn:microsoft.com/office/officeart/2005/8/layout/orgChart1"/>
    <dgm:cxn modelId="{1E7A1525-DA64-45FB-A426-A1BC69DCCAFF}" type="presParOf" srcId="{C6767614-A614-41C9-8842-01ED0477FC7A}" destId="{8B74D4C1-1E7C-46EE-9C03-140498DFE852}" srcOrd="2" destOrd="0" presId="urn:microsoft.com/office/officeart/2005/8/layout/orgChart1"/>
    <dgm:cxn modelId="{45FF88B3-3729-4335-9FE6-74B7E2B257E5}" type="presParOf" srcId="{F916A926-B076-484A-B58D-273DEC6B40F5}" destId="{382F202C-55A1-461E-991A-D4DE37D7E4A7}" srcOrd="2" destOrd="0" presId="urn:microsoft.com/office/officeart/2005/8/layout/orgChart1"/>
    <dgm:cxn modelId="{3766EE12-E3E0-4E9D-8006-1082854F04C1}" type="presParOf" srcId="{36F88AE2-1502-4FB0-8D52-E293D086CAD7}" destId="{C0B8E8F5-5261-4BB8-8351-F41EEE304B89}" srcOrd="8" destOrd="0" presId="urn:microsoft.com/office/officeart/2005/8/layout/orgChart1"/>
    <dgm:cxn modelId="{F2CD62BB-00CB-4C63-9BE7-48BAC000DB1D}" type="presParOf" srcId="{36F88AE2-1502-4FB0-8D52-E293D086CAD7}" destId="{236F92CB-D31E-4F28-81C2-76128CF1F566}" srcOrd="9" destOrd="0" presId="urn:microsoft.com/office/officeart/2005/8/layout/orgChart1"/>
    <dgm:cxn modelId="{C9A94BA9-900A-40FA-8936-AE5306488A00}" type="presParOf" srcId="{236F92CB-D31E-4F28-81C2-76128CF1F566}" destId="{56342D74-3305-4F2B-ADFA-0BEE07A3656A}" srcOrd="0" destOrd="0" presId="urn:microsoft.com/office/officeart/2005/8/layout/orgChart1"/>
    <dgm:cxn modelId="{EF2DFB6D-A291-4734-8B4D-0714C40DBA20}" type="presParOf" srcId="{56342D74-3305-4F2B-ADFA-0BEE07A3656A}" destId="{6E874E0E-CD39-4B8F-8BB1-758447ADE981}" srcOrd="0" destOrd="0" presId="urn:microsoft.com/office/officeart/2005/8/layout/orgChart1"/>
    <dgm:cxn modelId="{A4E1AEF4-046E-490F-9EC9-474AA1EE8607}" type="presParOf" srcId="{56342D74-3305-4F2B-ADFA-0BEE07A3656A}" destId="{95E33629-8A2C-4CAF-81CE-282569EE9D0C}" srcOrd="1" destOrd="0" presId="urn:microsoft.com/office/officeart/2005/8/layout/orgChart1"/>
    <dgm:cxn modelId="{AD81B6AA-726A-47A8-834A-8F18C378E100}" type="presParOf" srcId="{236F92CB-D31E-4F28-81C2-76128CF1F566}" destId="{B196C684-3D59-440C-8B60-A53FA93F2757}" srcOrd="1" destOrd="0" presId="urn:microsoft.com/office/officeart/2005/8/layout/orgChart1"/>
    <dgm:cxn modelId="{C41504FC-8C16-4B57-83B1-9E407A29CE22}" type="presParOf" srcId="{B196C684-3D59-440C-8B60-A53FA93F2757}" destId="{17F2FE89-923D-4F3C-99B5-26302345BAA2}" srcOrd="0" destOrd="0" presId="urn:microsoft.com/office/officeart/2005/8/layout/orgChart1"/>
    <dgm:cxn modelId="{8BCA651A-E003-4D4E-9BF1-FB9470764BB6}" type="presParOf" srcId="{B196C684-3D59-440C-8B60-A53FA93F2757}" destId="{D16FD5DF-7BA5-49A0-B0A4-C1F7C069EB47}" srcOrd="1" destOrd="0" presId="urn:microsoft.com/office/officeart/2005/8/layout/orgChart1"/>
    <dgm:cxn modelId="{7AF19229-6B0D-45D9-9F73-7A26417CAE6F}" type="presParOf" srcId="{D16FD5DF-7BA5-49A0-B0A4-C1F7C069EB47}" destId="{AF27F899-9B0D-4ABE-974F-E6E18258E1B5}" srcOrd="0" destOrd="0" presId="urn:microsoft.com/office/officeart/2005/8/layout/orgChart1"/>
    <dgm:cxn modelId="{A7AB2154-3F62-4B36-B479-5501DCE57F91}" type="presParOf" srcId="{AF27F899-9B0D-4ABE-974F-E6E18258E1B5}" destId="{12560C36-BCE1-4E78-ABEE-409BD084B9EA}" srcOrd="0" destOrd="0" presId="urn:microsoft.com/office/officeart/2005/8/layout/orgChart1"/>
    <dgm:cxn modelId="{376F5116-9FA9-4780-8768-AF39C9AE6D60}" type="presParOf" srcId="{AF27F899-9B0D-4ABE-974F-E6E18258E1B5}" destId="{4C531565-A2C7-41DC-87BC-5057A3499B96}" srcOrd="1" destOrd="0" presId="urn:microsoft.com/office/officeart/2005/8/layout/orgChart1"/>
    <dgm:cxn modelId="{A37994E3-9C4E-401C-9196-71AEB1E5FDF2}" type="presParOf" srcId="{D16FD5DF-7BA5-49A0-B0A4-C1F7C069EB47}" destId="{0DA4C9FB-CCC5-4A89-85F0-2DDA7F6DD190}" srcOrd="1" destOrd="0" presId="urn:microsoft.com/office/officeart/2005/8/layout/orgChart1"/>
    <dgm:cxn modelId="{584EB595-8A94-456F-A419-B0B02B38DA38}" type="presParOf" srcId="{D16FD5DF-7BA5-49A0-B0A4-C1F7C069EB47}" destId="{405F07E1-D709-418A-A90E-2284D9C3B2A0}" srcOrd="2" destOrd="0" presId="urn:microsoft.com/office/officeart/2005/8/layout/orgChart1"/>
    <dgm:cxn modelId="{1E984A6F-B045-45A8-A604-4AC8C346BBA7}" type="presParOf" srcId="{236F92CB-D31E-4F28-81C2-76128CF1F566}" destId="{6E2DF728-2406-4D4A-B12B-3DCA45DC5000}" srcOrd="2" destOrd="0" presId="urn:microsoft.com/office/officeart/2005/8/layout/orgChart1"/>
    <dgm:cxn modelId="{1E3353A0-CD3F-43D6-B549-2D662B53DD39}" type="presParOf" srcId="{36F88AE2-1502-4FB0-8D52-E293D086CAD7}" destId="{A34E8E39-F97B-4FAC-A009-AC9A2E8FD6EA}" srcOrd="10" destOrd="0" presId="urn:microsoft.com/office/officeart/2005/8/layout/orgChart1"/>
    <dgm:cxn modelId="{21955A3C-9C8E-4F3A-A36D-8913C208358C}" type="presParOf" srcId="{36F88AE2-1502-4FB0-8D52-E293D086CAD7}" destId="{4D4935E0-470B-454A-A087-85E63B7D9A3D}" srcOrd="11" destOrd="0" presId="urn:microsoft.com/office/officeart/2005/8/layout/orgChart1"/>
    <dgm:cxn modelId="{642A0BCA-6405-4C49-BD56-0E154487E2FB}" type="presParOf" srcId="{4D4935E0-470B-454A-A087-85E63B7D9A3D}" destId="{8841BE60-D5A5-4602-992C-6A2EFEA8B6E9}" srcOrd="0" destOrd="0" presId="urn:microsoft.com/office/officeart/2005/8/layout/orgChart1"/>
    <dgm:cxn modelId="{5D65E11C-4565-493B-9122-D5E5F17F7AE1}" type="presParOf" srcId="{8841BE60-D5A5-4602-992C-6A2EFEA8B6E9}" destId="{4DD3E079-E659-4CAA-8BD1-A49E007B995A}" srcOrd="0" destOrd="0" presId="urn:microsoft.com/office/officeart/2005/8/layout/orgChart1"/>
    <dgm:cxn modelId="{C85F10F6-AFE2-452B-BD6A-219D83CF531D}" type="presParOf" srcId="{8841BE60-D5A5-4602-992C-6A2EFEA8B6E9}" destId="{D9E03D1D-3156-453F-9BB7-DA2043496990}" srcOrd="1" destOrd="0" presId="urn:microsoft.com/office/officeart/2005/8/layout/orgChart1"/>
    <dgm:cxn modelId="{8D7385E0-DC31-4B7D-AD0B-AB58D051E454}" type="presParOf" srcId="{4D4935E0-470B-454A-A087-85E63B7D9A3D}" destId="{F347771F-D50D-412C-8DDA-267B4155D226}" srcOrd="1" destOrd="0" presId="urn:microsoft.com/office/officeart/2005/8/layout/orgChart1"/>
    <dgm:cxn modelId="{F640FD7D-8502-4798-AE87-A903DE4FA9D0}" type="presParOf" srcId="{F347771F-D50D-412C-8DDA-267B4155D226}" destId="{E0B4E239-EA6D-4AB8-BFBD-3C844A00FCCC}" srcOrd="0" destOrd="0" presId="urn:microsoft.com/office/officeart/2005/8/layout/orgChart1"/>
    <dgm:cxn modelId="{542D46C1-D455-45A3-8B52-23AF981C1C82}" type="presParOf" srcId="{F347771F-D50D-412C-8DDA-267B4155D226}" destId="{547F3F0F-C869-452C-AC0B-ACDEEE90C3D8}" srcOrd="1" destOrd="0" presId="urn:microsoft.com/office/officeart/2005/8/layout/orgChart1"/>
    <dgm:cxn modelId="{E3CF34F5-D369-4704-95BC-7CFC4D5E4BB9}" type="presParOf" srcId="{547F3F0F-C869-452C-AC0B-ACDEEE90C3D8}" destId="{389E7A89-D3C7-4639-8DBD-685CDE7FE2B7}" srcOrd="0" destOrd="0" presId="urn:microsoft.com/office/officeart/2005/8/layout/orgChart1"/>
    <dgm:cxn modelId="{34F9B215-1EF4-4557-8A9E-2F3B1C8A3006}" type="presParOf" srcId="{389E7A89-D3C7-4639-8DBD-685CDE7FE2B7}" destId="{A0A5AC44-05D8-4ED1-B764-B9483CFC86FD}" srcOrd="0" destOrd="0" presId="urn:microsoft.com/office/officeart/2005/8/layout/orgChart1"/>
    <dgm:cxn modelId="{FE84345D-FDFF-487C-ADDF-F4BEDB97B591}" type="presParOf" srcId="{389E7A89-D3C7-4639-8DBD-685CDE7FE2B7}" destId="{F761C7CE-19C7-4BC6-8BE6-623B1A9A9A85}" srcOrd="1" destOrd="0" presId="urn:microsoft.com/office/officeart/2005/8/layout/orgChart1"/>
    <dgm:cxn modelId="{4C95B0B8-3A60-4206-B551-1DE1281BF069}" type="presParOf" srcId="{547F3F0F-C869-452C-AC0B-ACDEEE90C3D8}" destId="{E66A1A22-D86F-4874-B8FC-4CF8FA5CD49C}" srcOrd="1" destOrd="0" presId="urn:microsoft.com/office/officeart/2005/8/layout/orgChart1"/>
    <dgm:cxn modelId="{58E58E09-3568-4768-B03F-138D8741803B}" type="presParOf" srcId="{547F3F0F-C869-452C-AC0B-ACDEEE90C3D8}" destId="{AB496B2D-69D2-4157-BA6A-0F8CC3ED1178}" srcOrd="2" destOrd="0" presId="urn:microsoft.com/office/officeart/2005/8/layout/orgChart1"/>
    <dgm:cxn modelId="{6551503C-E189-48EC-BC0B-438D48C8731A}" type="presParOf" srcId="{F347771F-D50D-412C-8DDA-267B4155D226}" destId="{0B257208-B03D-4873-BD72-64C0BFE7BB80}" srcOrd="2" destOrd="0" presId="urn:microsoft.com/office/officeart/2005/8/layout/orgChart1"/>
    <dgm:cxn modelId="{2BA395F2-72A2-4480-9F6C-C4C6AA788B42}" type="presParOf" srcId="{F347771F-D50D-412C-8DDA-267B4155D226}" destId="{C74AA743-F5B5-429A-BD28-6C9F37B7255E}" srcOrd="3" destOrd="0" presId="urn:microsoft.com/office/officeart/2005/8/layout/orgChart1"/>
    <dgm:cxn modelId="{FE00DB1A-E4F0-4AE9-A112-47FC31B3EE79}" type="presParOf" srcId="{C74AA743-F5B5-429A-BD28-6C9F37B7255E}" destId="{1A4E0DEC-2790-4A23-A0EE-5FB93136B028}" srcOrd="0" destOrd="0" presId="urn:microsoft.com/office/officeart/2005/8/layout/orgChart1"/>
    <dgm:cxn modelId="{16C1D18E-4DC7-45CF-B92B-F6E4A4AF1776}" type="presParOf" srcId="{1A4E0DEC-2790-4A23-A0EE-5FB93136B028}" destId="{D822EDDF-D7BE-4830-8BE1-464128AA5270}" srcOrd="0" destOrd="0" presId="urn:microsoft.com/office/officeart/2005/8/layout/orgChart1"/>
    <dgm:cxn modelId="{17715E7E-A178-48A3-9D97-359FEB27B92E}" type="presParOf" srcId="{1A4E0DEC-2790-4A23-A0EE-5FB93136B028}" destId="{73027393-6A6F-4408-9F37-DF56B6C1A56F}" srcOrd="1" destOrd="0" presId="urn:microsoft.com/office/officeart/2005/8/layout/orgChart1"/>
    <dgm:cxn modelId="{39082883-B1CA-425A-AFD6-8D933ED60C9F}" type="presParOf" srcId="{C74AA743-F5B5-429A-BD28-6C9F37B7255E}" destId="{0FAFB2FA-1E3D-4680-9983-9A714AC23D13}" srcOrd="1" destOrd="0" presId="urn:microsoft.com/office/officeart/2005/8/layout/orgChart1"/>
    <dgm:cxn modelId="{812E7EA5-2F5C-4C2D-9F26-8331B28FEADB}" type="presParOf" srcId="{C74AA743-F5B5-429A-BD28-6C9F37B7255E}" destId="{044CC11F-4EF7-46C2-8458-8D6B630BEF9F}" srcOrd="2" destOrd="0" presId="urn:microsoft.com/office/officeart/2005/8/layout/orgChart1"/>
    <dgm:cxn modelId="{55079817-C980-4E5B-A0F3-31FF32E9E84E}" type="presParOf" srcId="{4D4935E0-470B-454A-A087-85E63B7D9A3D}" destId="{C4D73A07-34F5-42CA-9616-6CDA7ECFA37F}" srcOrd="2" destOrd="0" presId="urn:microsoft.com/office/officeart/2005/8/layout/orgChart1"/>
    <dgm:cxn modelId="{541D44DD-1940-44EB-A405-937B855105DE}" type="presParOf" srcId="{545F85D4-67AA-47E0-A140-513A42EFBDC6}" destId="{B4C903CE-321E-4209-B68E-F21CA6A88E37}" srcOrd="2" destOrd="0" presId="urn:microsoft.com/office/officeart/2005/8/layout/orgChart1"/>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C44CF8-5592-46A1-B2EA-2306C7A7B9D8}" type="doc">
      <dgm:prSet loTypeId="urn:microsoft.com/office/officeart/2005/8/layout/orgChart1" loCatId="hierarchy" qsTypeId="urn:microsoft.com/office/officeart/2005/8/quickstyle/simple1#4" qsCatId="simple" csTypeId="urn:microsoft.com/office/officeart/2005/8/colors/accent1_2#4" csCatId="accent1" phldr="1"/>
      <dgm:spPr/>
      <dgm:t>
        <a:bodyPr/>
        <a:lstStyle/>
        <a:p>
          <a:endParaRPr lang="en-US"/>
        </a:p>
      </dgm:t>
    </dgm:pt>
    <dgm:pt modelId="{4224F16D-E4C0-4250-9EFA-7C747A39F793}">
      <dgm:prSet phldrT="[Tekst]" custT="1"/>
      <dgm:spPr/>
      <dgm:t>
        <a:bodyPr/>
        <a:lstStyle/>
        <a:p>
          <a:r>
            <a:rPr lang="en-US" sz="500" noProof="0" dirty="0"/>
            <a:t>Tokens in C</a:t>
          </a:r>
        </a:p>
      </dgm:t>
    </dgm:pt>
    <dgm:pt modelId="{4764781C-0A7E-437D-A5A3-7FE315335671}" type="parTrans" cxnId="{F2DF25CF-E234-4694-9020-0531F3A42D4A}">
      <dgm:prSet/>
      <dgm:spPr/>
      <dgm:t>
        <a:bodyPr/>
        <a:lstStyle/>
        <a:p>
          <a:endParaRPr lang="en-US" sz="500" noProof="0" dirty="0"/>
        </a:p>
      </dgm:t>
    </dgm:pt>
    <dgm:pt modelId="{2E392CA9-FC57-4CCD-9FAE-221D640476DC}" type="sibTrans" cxnId="{F2DF25CF-E234-4694-9020-0531F3A42D4A}">
      <dgm:prSet/>
      <dgm:spPr/>
      <dgm:t>
        <a:bodyPr/>
        <a:lstStyle/>
        <a:p>
          <a:endParaRPr lang="en-US" sz="500" noProof="0" dirty="0"/>
        </a:p>
      </dgm:t>
    </dgm:pt>
    <dgm:pt modelId="{633632CF-3971-4DAE-9D7B-30F94F90EF74}">
      <dgm:prSet phldrT="[Tekst]" custT="1"/>
      <dgm:spPr/>
      <dgm:t>
        <a:bodyPr/>
        <a:lstStyle/>
        <a:p>
          <a:r>
            <a:rPr lang="en-US" sz="500" noProof="0" dirty="0"/>
            <a:t>Keywords</a:t>
          </a:r>
        </a:p>
      </dgm:t>
    </dgm:pt>
    <dgm:pt modelId="{5BA73491-6D8F-4D54-8C22-ED9718E8C773}" type="parTrans" cxnId="{BC8E6780-3FC5-4C5B-B5F0-A3B95D6AD797}">
      <dgm:prSet/>
      <dgm:spPr/>
      <dgm:t>
        <a:bodyPr/>
        <a:lstStyle/>
        <a:p>
          <a:endParaRPr lang="en-US" sz="500" noProof="0" dirty="0"/>
        </a:p>
      </dgm:t>
    </dgm:pt>
    <dgm:pt modelId="{D3D2AE8F-62FA-4DE6-9400-38E384816E25}" type="sibTrans" cxnId="{BC8E6780-3FC5-4C5B-B5F0-A3B95D6AD797}">
      <dgm:prSet/>
      <dgm:spPr/>
      <dgm:t>
        <a:bodyPr/>
        <a:lstStyle/>
        <a:p>
          <a:endParaRPr lang="en-US" sz="500" noProof="0" dirty="0"/>
        </a:p>
      </dgm:t>
    </dgm:pt>
    <dgm:pt modelId="{A4AA5E78-2E83-4F60-8055-685BC550D62A}">
      <dgm:prSet phldrT="[Tekst]" custT="1"/>
      <dgm:spPr/>
      <dgm:t>
        <a:bodyPr/>
        <a:lstStyle/>
        <a:p>
          <a:r>
            <a:rPr lang="en-US" sz="500" noProof="0" dirty="0"/>
            <a:t>Operators</a:t>
          </a:r>
        </a:p>
      </dgm:t>
    </dgm:pt>
    <dgm:pt modelId="{88CF5CEC-22C5-4BBA-8046-80EB3D1D5343}" type="parTrans" cxnId="{278D86BD-DD72-4BE8-B251-CC7ACEE349AC}">
      <dgm:prSet/>
      <dgm:spPr/>
      <dgm:t>
        <a:bodyPr/>
        <a:lstStyle/>
        <a:p>
          <a:endParaRPr lang="en-US" sz="500" noProof="0" dirty="0"/>
        </a:p>
      </dgm:t>
    </dgm:pt>
    <dgm:pt modelId="{240E04B3-7F9A-4CAC-AA69-24A02A09EAF4}" type="sibTrans" cxnId="{278D86BD-DD72-4BE8-B251-CC7ACEE349AC}">
      <dgm:prSet/>
      <dgm:spPr/>
      <dgm:t>
        <a:bodyPr/>
        <a:lstStyle/>
        <a:p>
          <a:endParaRPr lang="en-US" sz="500" noProof="0" dirty="0"/>
        </a:p>
      </dgm:t>
    </dgm:pt>
    <dgm:pt modelId="{1E34E429-3B1C-474D-9623-B03C5A0898DC}">
      <dgm:prSet phldrT="[Tekst]" custT="1"/>
      <dgm:spPr/>
      <dgm:t>
        <a:bodyPr/>
        <a:lstStyle/>
        <a:p>
          <a:r>
            <a:rPr lang="en-US" sz="500" noProof="0" dirty="0"/>
            <a:t>Strings</a:t>
          </a:r>
        </a:p>
      </dgm:t>
    </dgm:pt>
    <dgm:pt modelId="{4F7FBD52-D6A1-4338-9771-F2002E5F6B75}" type="parTrans" cxnId="{807EA633-E7DE-4E18-BA8E-0A3EAA0C411A}">
      <dgm:prSet/>
      <dgm:spPr/>
      <dgm:t>
        <a:bodyPr/>
        <a:lstStyle/>
        <a:p>
          <a:endParaRPr lang="en-US" sz="500" noProof="0" dirty="0"/>
        </a:p>
      </dgm:t>
    </dgm:pt>
    <dgm:pt modelId="{252ADE1E-C336-44E3-B1D6-1F82450F38D6}" type="sibTrans" cxnId="{807EA633-E7DE-4E18-BA8E-0A3EAA0C411A}">
      <dgm:prSet/>
      <dgm:spPr/>
      <dgm:t>
        <a:bodyPr/>
        <a:lstStyle/>
        <a:p>
          <a:endParaRPr lang="en-US" sz="500" noProof="0" dirty="0"/>
        </a:p>
      </dgm:t>
    </dgm:pt>
    <dgm:pt modelId="{BC0BE655-0F5F-495D-9A00-DAC06F460A34}">
      <dgm:prSet phldrT="[Tekst]" custT="1"/>
      <dgm:spPr/>
      <dgm:t>
        <a:bodyPr/>
        <a:lstStyle/>
        <a:p>
          <a:r>
            <a:rPr lang="en-US" sz="500" noProof="0" dirty="0"/>
            <a:t>Constants</a:t>
          </a:r>
        </a:p>
      </dgm:t>
    </dgm:pt>
    <dgm:pt modelId="{334B7B4A-A0EC-4BE3-BD57-2D500CC655D9}" type="parTrans" cxnId="{5874247F-2422-4E47-8E05-B8808B53F5C9}">
      <dgm:prSet/>
      <dgm:spPr/>
      <dgm:t>
        <a:bodyPr/>
        <a:lstStyle/>
        <a:p>
          <a:endParaRPr lang="en-US" sz="500" noProof="0" dirty="0"/>
        </a:p>
      </dgm:t>
    </dgm:pt>
    <dgm:pt modelId="{B44FBCDD-38D0-4763-9095-FA316015ED4F}" type="sibTrans" cxnId="{5874247F-2422-4E47-8E05-B8808B53F5C9}">
      <dgm:prSet/>
      <dgm:spPr/>
      <dgm:t>
        <a:bodyPr/>
        <a:lstStyle/>
        <a:p>
          <a:endParaRPr lang="en-US" sz="500" noProof="0" dirty="0"/>
        </a:p>
      </dgm:t>
    </dgm:pt>
    <dgm:pt modelId="{9C26E6AD-47AB-46A2-B2EA-EF1F57DFDC1B}">
      <dgm:prSet phldrT="[Tekst]" custT="1"/>
      <dgm:spPr/>
      <dgm:t>
        <a:bodyPr/>
        <a:lstStyle/>
        <a:p>
          <a:r>
            <a:rPr lang="en-US" sz="400" noProof="0" dirty="0"/>
            <a:t>void</a:t>
          </a:r>
        </a:p>
      </dgm:t>
    </dgm:pt>
    <dgm:pt modelId="{F77BA94F-5F5A-4244-B671-7D147C089B9A}" type="parTrans" cxnId="{5A22C309-0586-4676-BBD3-0E8848D1186D}">
      <dgm:prSet/>
      <dgm:spPr/>
      <dgm:t>
        <a:bodyPr/>
        <a:lstStyle/>
        <a:p>
          <a:endParaRPr lang="en-US" sz="500" noProof="0" dirty="0"/>
        </a:p>
      </dgm:t>
    </dgm:pt>
    <dgm:pt modelId="{511E7827-8C48-4812-81C5-1BFB2F3AE3BA}" type="sibTrans" cxnId="{5A22C309-0586-4676-BBD3-0E8848D1186D}">
      <dgm:prSet/>
      <dgm:spPr/>
      <dgm:t>
        <a:bodyPr/>
        <a:lstStyle/>
        <a:p>
          <a:endParaRPr lang="en-US" sz="500" noProof="0" dirty="0"/>
        </a:p>
      </dgm:t>
    </dgm:pt>
    <dgm:pt modelId="{D125D46D-5803-498C-8210-A47012081385}">
      <dgm:prSet phldrT="[Tekst]" custT="1"/>
      <dgm:spPr/>
      <dgm:t>
        <a:bodyPr/>
        <a:lstStyle/>
        <a:p>
          <a:r>
            <a:rPr lang="en-US" sz="400" noProof="0" dirty="0" err="1"/>
            <a:t>Arithmatic</a:t>
          </a:r>
          <a:r>
            <a:rPr lang="en-US" sz="400" noProof="0" dirty="0"/>
            <a:t>: +, -, /, *, %</a:t>
          </a:r>
        </a:p>
      </dgm:t>
    </dgm:pt>
    <dgm:pt modelId="{6C9F876D-C243-48CC-A6C6-3E603B596FCC}" type="sibTrans" cxnId="{2D0F2247-A216-40B8-8D4C-D1B2BE8034F2}">
      <dgm:prSet/>
      <dgm:spPr/>
      <dgm:t>
        <a:bodyPr/>
        <a:lstStyle/>
        <a:p>
          <a:endParaRPr lang="en-US" sz="500" noProof="0" dirty="0"/>
        </a:p>
      </dgm:t>
    </dgm:pt>
    <dgm:pt modelId="{ECBAC60C-C54E-43D5-B4DD-7D03D17F79BB}" type="parTrans" cxnId="{2D0F2247-A216-40B8-8D4C-D1B2BE8034F2}">
      <dgm:prSet/>
      <dgm:spPr/>
      <dgm:t>
        <a:bodyPr/>
        <a:lstStyle/>
        <a:p>
          <a:endParaRPr lang="en-US" sz="500" noProof="0" dirty="0"/>
        </a:p>
      </dgm:t>
    </dgm:pt>
    <dgm:pt modelId="{789381F5-38E8-4D18-8E95-BD320E8E1B63}">
      <dgm:prSet phldrT="[Tekst]" custT="1"/>
      <dgm:spPr/>
      <dgm:t>
        <a:bodyPr/>
        <a:lstStyle/>
        <a:p>
          <a:r>
            <a:rPr lang="en-US" sz="400" noProof="0" dirty="0"/>
            <a:t>Relational: &lt;, &lt;=, &gt;, &gt;=, ==, !=</a:t>
          </a:r>
        </a:p>
      </dgm:t>
    </dgm:pt>
    <dgm:pt modelId="{9A4EFD8F-03F9-4ED5-B373-EE8E6CEF662D}" type="parTrans" cxnId="{876981AD-75BF-4375-8BD3-A0DA1E9791A0}">
      <dgm:prSet/>
      <dgm:spPr/>
      <dgm:t>
        <a:bodyPr/>
        <a:lstStyle/>
        <a:p>
          <a:endParaRPr lang="en-US" sz="500" noProof="0" dirty="0"/>
        </a:p>
      </dgm:t>
    </dgm:pt>
    <dgm:pt modelId="{3D2EC0CF-B602-45D2-9AD5-1644DD271D0F}" type="sibTrans" cxnId="{876981AD-75BF-4375-8BD3-A0DA1E9791A0}">
      <dgm:prSet/>
      <dgm:spPr/>
      <dgm:t>
        <a:bodyPr/>
        <a:lstStyle/>
        <a:p>
          <a:endParaRPr lang="en-US" sz="500" noProof="0" dirty="0"/>
        </a:p>
      </dgm:t>
    </dgm:pt>
    <dgm:pt modelId="{F53F0496-01AD-40B1-BEC5-C28B736DB0ED}">
      <dgm:prSet phldrT="[Tekst]" custT="1"/>
      <dgm:spPr/>
      <dgm:t>
        <a:bodyPr/>
        <a:lstStyle/>
        <a:p>
          <a:r>
            <a:rPr lang="en-US" sz="400" noProof="0" dirty="0"/>
            <a:t>Logical: &amp;&amp;, ||, !</a:t>
          </a:r>
        </a:p>
      </dgm:t>
    </dgm:pt>
    <dgm:pt modelId="{D64FE767-F5E9-4BFB-BD3F-EF4B418AB559}" type="parTrans" cxnId="{19AB12D5-191F-4D42-84DE-4F0B5F501851}">
      <dgm:prSet/>
      <dgm:spPr/>
      <dgm:t>
        <a:bodyPr/>
        <a:lstStyle/>
        <a:p>
          <a:endParaRPr lang="en-US" sz="500" noProof="0" dirty="0"/>
        </a:p>
      </dgm:t>
    </dgm:pt>
    <dgm:pt modelId="{75047260-0C40-4E21-ACA0-4A586AC16CDB}" type="sibTrans" cxnId="{19AB12D5-191F-4D42-84DE-4F0B5F501851}">
      <dgm:prSet/>
      <dgm:spPr/>
      <dgm:t>
        <a:bodyPr/>
        <a:lstStyle/>
        <a:p>
          <a:endParaRPr lang="en-US" sz="500" noProof="0" dirty="0"/>
        </a:p>
      </dgm:t>
    </dgm:pt>
    <dgm:pt modelId="{A5734974-0BE2-4CD5-99FC-825F199813B3}">
      <dgm:prSet phldrT="[Tekst]" custT="1"/>
      <dgm:spPr/>
      <dgm:t>
        <a:bodyPr/>
        <a:lstStyle/>
        <a:p>
          <a:r>
            <a:rPr lang="en-US" sz="400" noProof="0" dirty="0"/>
            <a:t>Bitwise: &amp;, |, &lt;&lt;, &gt;&gt;, ~, ^</a:t>
          </a:r>
        </a:p>
      </dgm:t>
    </dgm:pt>
    <dgm:pt modelId="{8C2BF4B1-B6F2-4A77-97BB-A66B22F99EB5}" type="parTrans" cxnId="{777BBB1E-A092-4BFA-A01E-15F297309BC0}">
      <dgm:prSet/>
      <dgm:spPr/>
      <dgm:t>
        <a:bodyPr/>
        <a:lstStyle/>
        <a:p>
          <a:endParaRPr lang="en-US" sz="500" noProof="0" dirty="0"/>
        </a:p>
      </dgm:t>
    </dgm:pt>
    <dgm:pt modelId="{EBB34965-3941-495F-8828-2B62F607CF25}" type="sibTrans" cxnId="{777BBB1E-A092-4BFA-A01E-15F297309BC0}">
      <dgm:prSet/>
      <dgm:spPr/>
      <dgm:t>
        <a:bodyPr/>
        <a:lstStyle/>
        <a:p>
          <a:endParaRPr lang="en-US" sz="500" noProof="0" dirty="0"/>
        </a:p>
      </dgm:t>
    </dgm:pt>
    <dgm:pt modelId="{A14220CC-E46E-4BB5-A14B-0F59CA674199}">
      <dgm:prSet phldrT="[Tekst]" custT="1"/>
      <dgm:spPr/>
      <dgm:t>
        <a:bodyPr/>
        <a:lstStyle/>
        <a:p>
          <a:r>
            <a:rPr lang="en-US" sz="400" noProof="0" dirty="0"/>
            <a:t>“Hello, World!”</a:t>
          </a:r>
        </a:p>
      </dgm:t>
    </dgm:pt>
    <dgm:pt modelId="{B088BEBF-AE62-4103-8EC7-80EA85259D7F}" type="parTrans" cxnId="{03DFE3FF-FA26-40CC-9B65-624CC6B53608}">
      <dgm:prSet/>
      <dgm:spPr/>
      <dgm:t>
        <a:bodyPr/>
        <a:lstStyle/>
        <a:p>
          <a:endParaRPr lang="en-US" sz="500" noProof="0" dirty="0"/>
        </a:p>
      </dgm:t>
    </dgm:pt>
    <dgm:pt modelId="{3D14F5B7-8E45-416A-A422-19F15DB604C5}" type="sibTrans" cxnId="{03DFE3FF-FA26-40CC-9B65-624CC6B53608}">
      <dgm:prSet/>
      <dgm:spPr/>
      <dgm:t>
        <a:bodyPr/>
        <a:lstStyle/>
        <a:p>
          <a:endParaRPr lang="en-US" sz="500" noProof="0" dirty="0"/>
        </a:p>
      </dgm:t>
    </dgm:pt>
    <dgm:pt modelId="{743610C1-9835-4646-A186-61AF59C69A49}">
      <dgm:prSet phldrT="[Tekst]" custT="1"/>
      <dgm:spPr/>
      <dgm:t>
        <a:bodyPr/>
        <a:lstStyle/>
        <a:p>
          <a:r>
            <a:rPr lang="en-US" sz="400" noProof="0" dirty="0"/>
            <a:t>Integer</a:t>
          </a:r>
        </a:p>
      </dgm:t>
    </dgm:pt>
    <dgm:pt modelId="{6EDA1C38-4764-4423-8060-5ED8CCC0F01A}" type="parTrans" cxnId="{EE8F14E8-23AD-46BF-8DB9-EB490DF860F0}">
      <dgm:prSet/>
      <dgm:spPr/>
      <dgm:t>
        <a:bodyPr/>
        <a:lstStyle/>
        <a:p>
          <a:endParaRPr lang="en-US" sz="500" noProof="0" dirty="0"/>
        </a:p>
      </dgm:t>
    </dgm:pt>
    <dgm:pt modelId="{13176DFB-8060-426F-95B7-3C1710C0F4B6}" type="sibTrans" cxnId="{EE8F14E8-23AD-46BF-8DB9-EB490DF860F0}">
      <dgm:prSet/>
      <dgm:spPr/>
      <dgm:t>
        <a:bodyPr/>
        <a:lstStyle/>
        <a:p>
          <a:endParaRPr lang="en-US" sz="500" noProof="0" dirty="0"/>
        </a:p>
      </dgm:t>
    </dgm:pt>
    <dgm:pt modelId="{B6D2EDFE-802F-4E0C-93BF-A0ED98D0E7F6}">
      <dgm:prSet phldrT="[Tekst]" custT="1"/>
      <dgm:spPr/>
      <dgm:t>
        <a:bodyPr/>
        <a:lstStyle/>
        <a:p>
          <a:r>
            <a:rPr lang="en-US" sz="400" noProof="0" dirty="0"/>
            <a:t>Float</a:t>
          </a:r>
        </a:p>
      </dgm:t>
    </dgm:pt>
    <dgm:pt modelId="{47311D9D-83D8-4ACE-B991-1A0240300974}" type="parTrans" cxnId="{E6006B6D-1FA5-4923-AB45-E77CB3871ADC}">
      <dgm:prSet/>
      <dgm:spPr/>
      <dgm:t>
        <a:bodyPr/>
        <a:lstStyle/>
        <a:p>
          <a:endParaRPr lang="en-US" sz="500" noProof="0" dirty="0"/>
        </a:p>
      </dgm:t>
    </dgm:pt>
    <dgm:pt modelId="{2B79E227-8857-4522-97AB-48E450018EF2}" type="sibTrans" cxnId="{E6006B6D-1FA5-4923-AB45-E77CB3871ADC}">
      <dgm:prSet/>
      <dgm:spPr/>
      <dgm:t>
        <a:bodyPr/>
        <a:lstStyle/>
        <a:p>
          <a:endParaRPr lang="en-US" sz="500" noProof="0" dirty="0"/>
        </a:p>
      </dgm:t>
    </dgm:pt>
    <dgm:pt modelId="{F35C074E-D97A-4488-BCC5-DD2EC3E4159B}">
      <dgm:prSet phldrT="[Tekst]" custT="1"/>
      <dgm:spPr/>
      <dgm:t>
        <a:bodyPr/>
        <a:lstStyle/>
        <a:p>
          <a:r>
            <a:rPr lang="en-US" sz="400" noProof="0" dirty="0"/>
            <a:t>Character</a:t>
          </a:r>
        </a:p>
      </dgm:t>
    </dgm:pt>
    <dgm:pt modelId="{4E44B729-4FD2-400E-8B90-BD1D868B0915}" type="parTrans" cxnId="{50F60C8B-23EB-450B-BD68-60C2AD72238A}">
      <dgm:prSet/>
      <dgm:spPr/>
      <dgm:t>
        <a:bodyPr/>
        <a:lstStyle/>
        <a:p>
          <a:endParaRPr lang="en-US" sz="500" noProof="0" dirty="0"/>
        </a:p>
      </dgm:t>
    </dgm:pt>
    <dgm:pt modelId="{4BEFC5DD-50E1-4FBC-8871-071A9976849E}" type="sibTrans" cxnId="{50F60C8B-23EB-450B-BD68-60C2AD72238A}">
      <dgm:prSet/>
      <dgm:spPr/>
      <dgm:t>
        <a:bodyPr/>
        <a:lstStyle/>
        <a:p>
          <a:endParaRPr lang="en-US" sz="500" noProof="0" dirty="0"/>
        </a:p>
      </dgm:t>
    </dgm:pt>
    <dgm:pt modelId="{D379CC98-9369-4B4E-AFF9-DCF4FDEA7672}">
      <dgm:prSet phldrT="[Tekst]" custT="1"/>
      <dgm:spPr/>
      <dgm:t>
        <a:bodyPr/>
        <a:lstStyle/>
        <a:p>
          <a:r>
            <a:rPr lang="en-US" sz="500" noProof="0" dirty="0"/>
            <a:t>Special Characters</a:t>
          </a:r>
        </a:p>
      </dgm:t>
    </dgm:pt>
    <dgm:pt modelId="{3C498F2D-6E89-4945-84AB-C0166F5E6B66}" type="parTrans" cxnId="{F98607BB-FCE2-4D66-9362-2D3214635102}">
      <dgm:prSet/>
      <dgm:spPr/>
      <dgm:t>
        <a:bodyPr/>
        <a:lstStyle/>
        <a:p>
          <a:endParaRPr lang="en-US" sz="700" noProof="0" dirty="0"/>
        </a:p>
      </dgm:t>
    </dgm:pt>
    <dgm:pt modelId="{D8D87258-3AAC-4040-AA74-C678A2F6A4B8}" type="sibTrans" cxnId="{F98607BB-FCE2-4D66-9362-2D3214635102}">
      <dgm:prSet/>
      <dgm:spPr/>
      <dgm:t>
        <a:bodyPr/>
        <a:lstStyle/>
        <a:p>
          <a:endParaRPr lang="en-US" sz="700" noProof="0" dirty="0"/>
        </a:p>
      </dgm:t>
    </dgm:pt>
    <dgm:pt modelId="{35B1A56A-297B-4326-8815-E7CCDD729A8D}">
      <dgm:prSet phldrT="[Tekst]" custT="1"/>
      <dgm:spPr/>
      <dgm:t>
        <a:bodyPr/>
        <a:lstStyle/>
        <a:p>
          <a:r>
            <a:rPr lang="en-US" sz="500" noProof="0" dirty="0"/>
            <a:t>Identifies</a:t>
          </a:r>
          <a:br>
            <a:rPr lang="en-US" sz="500" noProof="0" dirty="0"/>
          </a:br>
          <a:r>
            <a:rPr lang="en-US" sz="500" noProof="0" dirty="0"/>
            <a:t>(user-defined)</a:t>
          </a:r>
        </a:p>
      </dgm:t>
    </dgm:pt>
    <dgm:pt modelId="{4F079034-0A01-4BF7-A6C0-E37F7B442244}" type="parTrans" cxnId="{04C15435-C161-4B89-B68A-766FF58653FF}">
      <dgm:prSet/>
      <dgm:spPr/>
      <dgm:t>
        <a:bodyPr/>
        <a:lstStyle/>
        <a:p>
          <a:endParaRPr lang="en-US" sz="700" noProof="0" dirty="0"/>
        </a:p>
      </dgm:t>
    </dgm:pt>
    <dgm:pt modelId="{06AE8BEB-D9BA-4651-B908-BB7E024E3256}" type="sibTrans" cxnId="{04C15435-C161-4B89-B68A-766FF58653FF}">
      <dgm:prSet/>
      <dgm:spPr/>
      <dgm:t>
        <a:bodyPr/>
        <a:lstStyle/>
        <a:p>
          <a:endParaRPr lang="en-US" sz="700" noProof="0" dirty="0"/>
        </a:p>
      </dgm:t>
    </dgm:pt>
    <dgm:pt modelId="{69E7C492-A0CD-449E-9C33-4CAE3655DFB0}">
      <dgm:prSet phldrT="[Tekst]" custT="1"/>
      <dgm:spPr/>
      <dgm:t>
        <a:bodyPr/>
        <a:lstStyle/>
        <a:p>
          <a:r>
            <a:rPr lang="da-DK" sz="400" noProof="0" dirty="0" err="1"/>
            <a:t>Conditonal</a:t>
          </a:r>
          <a:r>
            <a:rPr lang="da-DK" sz="400" noProof="0" dirty="0"/>
            <a:t>: ? :</a:t>
          </a:r>
          <a:endParaRPr lang="en-US" sz="400" noProof="0" dirty="0"/>
        </a:p>
      </dgm:t>
    </dgm:pt>
    <dgm:pt modelId="{E252E372-499C-4A2A-9F73-A5A42CA6D3ED}" type="parTrans" cxnId="{396F8493-FD28-41DB-B26E-EDC61B59B918}">
      <dgm:prSet/>
      <dgm:spPr/>
      <dgm:t>
        <a:bodyPr/>
        <a:lstStyle/>
        <a:p>
          <a:endParaRPr lang="en-US" sz="700"/>
        </a:p>
      </dgm:t>
    </dgm:pt>
    <dgm:pt modelId="{2900A165-48FB-4ECC-881B-369CF6B53168}" type="sibTrans" cxnId="{396F8493-FD28-41DB-B26E-EDC61B59B918}">
      <dgm:prSet/>
      <dgm:spPr/>
      <dgm:t>
        <a:bodyPr/>
        <a:lstStyle/>
        <a:p>
          <a:endParaRPr lang="en-US" sz="700"/>
        </a:p>
      </dgm:t>
    </dgm:pt>
    <dgm:pt modelId="{03C281E7-DDB5-49A7-B1F9-898033612503}">
      <dgm:prSet phldrT="[Tekst]" custT="1"/>
      <dgm:spPr/>
      <dgm:t>
        <a:bodyPr/>
        <a:lstStyle/>
        <a:p>
          <a:r>
            <a:rPr lang="da-DK" sz="400" noProof="0" dirty="0" err="1"/>
            <a:t>Assignment</a:t>
          </a:r>
          <a:r>
            <a:rPr lang="da-DK" sz="400" noProof="0" dirty="0"/>
            <a:t>: =, +=, -=, *=, /=, %=</a:t>
          </a:r>
          <a:endParaRPr lang="en-US" sz="400" noProof="0" dirty="0"/>
        </a:p>
      </dgm:t>
    </dgm:pt>
    <dgm:pt modelId="{AD1672D5-A022-4166-B47C-FDADE706D3DF}" type="parTrans" cxnId="{0F9D7608-C575-4A39-B343-A20803F3485F}">
      <dgm:prSet/>
      <dgm:spPr/>
      <dgm:t>
        <a:bodyPr/>
        <a:lstStyle/>
        <a:p>
          <a:endParaRPr lang="en-US" sz="700"/>
        </a:p>
      </dgm:t>
    </dgm:pt>
    <dgm:pt modelId="{7E4A52EC-6D57-4D82-AA8E-ADC5C6967529}" type="sibTrans" cxnId="{0F9D7608-C575-4A39-B343-A20803F3485F}">
      <dgm:prSet/>
      <dgm:spPr/>
      <dgm:t>
        <a:bodyPr/>
        <a:lstStyle/>
        <a:p>
          <a:endParaRPr lang="en-US" sz="700"/>
        </a:p>
      </dgm:t>
    </dgm:pt>
    <dgm:pt modelId="{B3FB488A-56A7-4EA8-BCA2-4C93732FA7FC}">
      <dgm:prSet phldrT="[Tekst]" custT="1"/>
      <dgm:spPr/>
      <dgm:t>
        <a:bodyPr/>
        <a:lstStyle/>
        <a:p>
          <a:r>
            <a:rPr lang="da-DK" sz="400" noProof="0" dirty="0" err="1"/>
            <a:t>while</a:t>
          </a:r>
          <a:endParaRPr lang="en-US" sz="400" noProof="0" dirty="0"/>
        </a:p>
      </dgm:t>
    </dgm:pt>
    <dgm:pt modelId="{97117355-84E6-4A4D-BFA7-120FDBB4E866}" type="parTrans" cxnId="{7C107DE4-9BF6-4546-92F3-5F2B2D3F9995}">
      <dgm:prSet/>
      <dgm:spPr/>
      <dgm:t>
        <a:bodyPr/>
        <a:lstStyle/>
        <a:p>
          <a:endParaRPr lang="en-US" sz="700"/>
        </a:p>
      </dgm:t>
    </dgm:pt>
    <dgm:pt modelId="{F6FEBA50-1639-47B5-8AE9-FDCF9C71F566}" type="sibTrans" cxnId="{7C107DE4-9BF6-4546-92F3-5F2B2D3F9995}">
      <dgm:prSet/>
      <dgm:spPr/>
      <dgm:t>
        <a:bodyPr/>
        <a:lstStyle/>
        <a:p>
          <a:endParaRPr lang="en-US" sz="700"/>
        </a:p>
      </dgm:t>
    </dgm:pt>
    <dgm:pt modelId="{884C1984-A1DE-4153-AEE6-77E310F90212}">
      <dgm:prSet phldrT="[Tekst]" custT="1"/>
      <dgm:spPr/>
      <dgm:t>
        <a:bodyPr/>
        <a:lstStyle/>
        <a:p>
          <a:r>
            <a:rPr lang="da-DK" sz="400" noProof="0" dirty="0" err="1"/>
            <a:t>if</a:t>
          </a:r>
          <a:endParaRPr lang="en-US" sz="400" noProof="0" dirty="0"/>
        </a:p>
      </dgm:t>
    </dgm:pt>
    <dgm:pt modelId="{9F45F503-4A73-489C-AE85-E10536341517}" type="parTrans" cxnId="{26EE6089-67EB-4E8F-A947-12A5DC5DFF7C}">
      <dgm:prSet/>
      <dgm:spPr/>
      <dgm:t>
        <a:bodyPr/>
        <a:lstStyle/>
        <a:p>
          <a:endParaRPr lang="en-US" sz="700"/>
        </a:p>
      </dgm:t>
    </dgm:pt>
    <dgm:pt modelId="{E7AE3888-5294-4112-B3E9-C4445FFEE8F7}" type="sibTrans" cxnId="{26EE6089-67EB-4E8F-A947-12A5DC5DFF7C}">
      <dgm:prSet/>
      <dgm:spPr/>
      <dgm:t>
        <a:bodyPr/>
        <a:lstStyle/>
        <a:p>
          <a:endParaRPr lang="en-US" sz="700"/>
        </a:p>
      </dgm:t>
    </dgm:pt>
    <dgm:pt modelId="{45C564E4-40E9-40A3-9415-C70F26DC6101}">
      <dgm:prSet phldrT="[Tekst]" custT="1"/>
      <dgm:spPr/>
      <dgm:t>
        <a:bodyPr/>
        <a:lstStyle/>
        <a:p>
          <a:r>
            <a:rPr lang="da-DK" sz="400" noProof="0" dirty="0" err="1"/>
            <a:t>int</a:t>
          </a:r>
          <a:endParaRPr lang="da-DK" sz="400" noProof="0" dirty="0"/>
        </a:p>
      </dgm:t>
    </dgm:pt>
    <dgm:pt modelId="{89689489-F1A5-4E95-B0DB-755A3DA4438C}" type="parTrans" cxnId="{5917184B-1580-49C7-85F5-E8AA55ED4AB4}">
      <dgm:prSet/>
      <dgm:spPr/>
      <dgm:t>
        <a:bodyPr/>
        <a:lstStyle/>
        <a:p>
          <a:endParaRPr lang="en-US" sz="700"/>
        </a:p>
      </dgm:t>
    </dgm:pt>
    <dgm:pt modelId="{1A0A6A6E-A427-48F9-BAB2-EAFB47E7C44D}" type="sibTrans" cxnId="{5917184B-1580-49C7-85F5-E8AA55ED4AB4}">
      <dgm:prSet/>
      <dgm:spPr/>
      <dgm:t>
        <a:bodyPr/>
        <a:lstStyle/>
        <a:p>
          <a:endParaRPr lang="en-US" sz="700"/>
        </a:p>
      </dgm:t>
    </dgm:pt>
    <dgm:pt modelId="{3FB1CA0A-1F40-4061-847C-0A288031E770}">
      <dgm:prSet phldrT="[Tekst]" custT="1"/>
      <dgm:spPr/>
      <dgm:t>
        <a:bodyPr/>
        <a:lstStyle/>
        <a:p>
          <a:r>
            <a:rPr lang="da-DK" sz="400" noProof="0" dirty="0"/>
            <a:t>break</a:t>
          </a:r>
        </a:p>
      </dgm:t>
    </dgm:pt>
    <dgm:pt modelId="{F027E8DD-E0AE-4EA9-87D6-E322B12D7AB2}" type="parTrans" cxnId="{25C3FAFB-EF76-4941-9547-4C0F328A9926}">
      <dgm:prSet/>
      <dgm:spPr/>
      <dgm:t>
        <a:bodyPr/>
        <a:lstStyle/>
        <a:p>
          <a:endParaRPr lang="en-US" sz="700"/>
        </a:p>
      </dgm:t>
    </dgm:pt>
    <dgm:pt modelId="{25DC9335-FEEC-460D-97A6-F2B52236320D}" type="sibTrans" cxnId="{25C3FAFB-EF76-4941-9547-4C0F328A9926}">
      <dgm:prSet/>
      <dgm:spPr/>
      <dgm:t>
        <a:bodyPr/>
        <a:lstStyle/>
        <a:p>
          <a:endParaRPr lang="en-US" sz="700"/>
        </a:p>
      </dgm:t>
    </dgm:pt>
    <dgm:pt modelId="{8D362794-51A7-4CE6-994A-4BED6DDDD02F}">
      <dgm:prSet phldrT="[Tekst]" custT="1"/>
      <dgm:spPr/>
      <dgm:t>
        <a:bodyPr/>
        <a:lstStyle/>
        <a:p>
          <a:r>
            <a:rPr lang="da-DK" sz="400" noProof="0" dirty="0"/>
            <a:t>…</a:t>
          </a:r>
        </a:p>
      </dgm:t>
    </dgm:pt>
    <dgm:pt modelId="{0B55604C-08DB-49D8-95D1-C5D051A8B65C}" type="parTrans" cxnId="{2F9AEF9F-ED08-409E-B744-C13805C705AF}">
      <dgm:prSet/>
      <dgm:spPr/>
      <dgm:t>
        <a:bodyPr/>
        <a:lstStyle/>
        <a:p>
          <a:endParaRPr lang="en-US" sz="700"/>
        </a:p>
      </dgm:t>
    </dgm:pt>
    <dgm:pt modelId="{33492943-4029-4ACD-8885-54F69BC3DBA4}" type="sibTrans" cxnId="{2F9AEF9F-ED08-409E-B744-C13805C705AF}">
      <dgm:prSet/>
      <dgm:spPr/>
      <dgm:t>
        <a:bodyPr/>
        <a:lstStyle/>
        <a:p>
          <a:endParaRPr lang="en-US" sz="700"/>
        </a:p>
      </dgm:t>
    </dgm:pt>
    <dgm:pt modelId="{C7CCA8F1-3F96-4E96-90F5-ECD1D2FEC15E}">
      <dgm:prSet phldrT="[Tekst]" custT="1"/>
      <dgm:spPr/>
      <dgm:t>
        <a:bodyPr/>
        <a:lstStyle/>
        <a:p>
          <a:r>
            <a:rPr lang="da-DK" sz="500" noProof="0" dirty="0"/>
            <a:t>{}, [], (), \, /, #, …</a:t>
          </a:r>
          <a:endParaRPr lang="en-US" sz="500" noProof="0" dirty="0"/>
        </a:p>
      </dgm:t>
    </dgm:pt>
    <dgm:pt modelId="{3878C5AF-3488-462E-B12B-FB7AE2419769}" type="parTrans" cxnId="{7BFF7D9D-BA04-4420-B1F7-E69CC4FD6E93}">
      <dgm:prSet/>
      <dgm:spPr/>
      <dgm:t>
        <a:bodyPr/>
        <a:lstStyle/>
        <a:p>
          <a:endParaRPr lang="en-US" sz="700"/>
        </a:p>
      </dgm:t>
    </dgm:pt>
    <dgm:pt modelId="{62AECA73-9CA6-4492-A1EF-A28A6C22754E}" type="sibTrans" cxnId="{7BFF7D9D-BA04-4420-B1F7-E69CC4FD6E93}">
      <dgm:prSet/>
      <dgm:spPr/>
      <dgm:t>
        <a:bodyPr/>
        <a:lstStyle/>
        <a:p>
          <a:endParaRPr lang="en-US" sz="700"/>
        </a:p>
      </dgm:t>
    </dgm:pt>
    <dgm:pt modelId="{192579A5-D0C0-4988-A61F-D700CAF33C1A}">
      <dgm:prSet phldrT="[Tekst]" custT="1"/>
      <dgm:spPr/>
      <dgm:t>
        <a:bodyPr/>
        <a:lstStyle/>
        <a:p>
          <a:r>
            <a:rPr lang="da-DK" sz="500" noProof="0" dirty="0"/>
            <a:t>Variable </a:t>
          </a:r>
          <a:r>
            <a:rPr lang="da-DK" sz="500" noProof="0" dirty="0" err="1"/>
            <a:t>names</a:t>
          </a:r>
          <a:endParaRPr lang="en-US" sz="500" noProof="0" dirty="0"/>
        </a:p>
      </dgm:t>
    </dgm:pt>
    <dgm:pt modelId="{8DC9798A-47C2-4F1F-B828-299329938384}" type="parTrans" cxnId="{C01D3D05-0290-40E1-B6DD-FD6C8EF12043}">
      <dgm:prSet/>
      <dgm:spPr/>
      <dgm:t>
        <a:bodyPr/>
        <a:lstStyle/>
        <a:p>
          <a:endParaRPr lang="en-US" sz="700"/>
        </a:p>
      </dgm:t>
    </dgm:pt>
    <dgm:pt modelId="{A7E6D7B2-BB6E-4758-A632-1385A3A872FF}" type="sibTrans" cxnId="{C01D3D05-0290-40E1-B6DD-FD6C8EF12043}">
      <dgm:prSet/>
      <dgm:spPr/>
      <dgm:t>
        <a:bodyPr/>
        <a:lstStyle/>
        <a:p>
          <a:endParaRPr lang="en-US" sz="700"/>
        </a:p>
      </dgm:t>
    </dgm:pt>
    <dgm:pt modelId="{3D084AE4-D05E-494C-B4E3-F39A1D52C591}">
      <dgm:prSet phldrT="[Tekst]" custT="1"/>
      <dgm:spPr/>
      <dgm:t>
        <a:bodyPr/>
        <a:lstStyle/>
        <a:p>
          <a:r>
            <a:rPr lang="da-DK" sz="500" noProof="0" dirty="0" err="1"/>
            <a:t>Function</a:t>
          </a:r>
          <a:r>
            <a:rPr lang="da-DK" sz="500" noProof="0" dirty="0"/>
            <a:t> </a:t>
          </a:r>
          <a:r>
            <a:rPr lang="da-DK" sz="500" noProof="0" dirty="0" err="1"/>
            <a:t>names</a:t>
          </a:r>
          <a:endParaRPr lang="en-US" sz="500" noProof="0" dirty="0"/>
        </a:p>
      </dgm:t>
    </dgm:pt>
    <dgm:pt modelId="{32518531-7CC5-462C-AFF4-DB44ACB99C69}" type="parTrans" cxnId="{13487F7B-8DC2-4BD8-BBCA-081021E23F87}">
      <dgm:prSet/>
      <dgm:spPr/>
      <dgm:t>
        <a:bodyPr/>
        <a:lstStyle/>
        <a:p>
          <a:endParaRPr lang="en-US" sz="700"/>
        </a:p>
      </dgm:t>
    </dgm:pt>
    <dgm:pt modelId="{BA990C9E-6FD3-4A41-BBB1-5006A9BE99DF}" type="sibTrans" cxnId="{13487F7B-8DC2-4BD8-BBCA-081021E23F87}">
      <dgm:prSet/>
      <dgm:spPr/>
      <dgm:t>
        <a:bodyPr/>
        <a:lstStyle/>
        <a:p>
          <a:endParaRPr lang="en-US" sz="700"/>
        </a:p>
      </dgm:t>
    </dgm:pt>
    <dgm:pt modelId="{886D2F41-786F-4318-B212-1E2024B15B92}" type="pres">
      <dgm:prSet presAssocID="{EBC44CF8-5592-46A1-B2EA-2306C7A7B9D8}" presName="hierChild1" presStyleCnt="0">
        <dgm:presLayoutVars>
          <dgm:orgChart val="1"/>
          <dgm:chPref val="1"/>
          <dgm:dir/>
          <dgm:animOne val="branch"/>
          <dgm:animLvl val="lvl"/>
          <dgm:resizeHandles/>
        </dgm:presLayoutVars>
      </dgm:prSet>
      <dgm:spPr/>
    </dgm:pt>
    <dgm:pt modelId="{545F85D4-67AA-47E0-A140-513A42EFBDC6}" type="pres">
      <dgm:prSet presAssocID="{4224F16D-E4C0-4250-9EFA-7C747A39F793}" presName="hierRoot1" presStyleCnt="0">
        <dgm:presLayoutVars>
          <dgm:hierBranch val="init"/>
        </dgm:presLayoutVars>
      </dgm:prSet>
      <dgm:spPr/>
    </dgm:pt>
    <dgm:pt modelId="{D103BD23-C52E-43FB-B1A0-12FE9F1645D2}" type="pres">
      <dgm:prSet presAssocID="{4224F16D-E4C0-4250-9EFA-7C747A39F793}" presName="rootComposite1" presStyleCnt="0"/>
      <dgm:spPr/>
    </dgm:pt>
    <dgm:pt modelId="{241526F4-D093-4E9D-BAED-0695FD37EEE8}" type="pres">
      <dgm:prSet presAssocID="{4224F16D-E4C0-4250-9EFA-7C747A39F793}" presName="rootText1" presStyleLbl="node0" presStyleIdx="0" presStyleCnt="1" custScaleX="142928" custLinFactNeighborX="800" custLinFactNeighborY="-45832">
        <dgm:presLayoutVars>
          <dgm:chPref val="3"/>
        </dgm:presLayoutVars>
      </dgm:prSet>
      <dgm:spPr/>
    </dgm:pt>
    <dgm:pt modelId="{33BDA6D9-DC2C-4318-B5F5-6BC0E90EE1BF}" type="pres">
      <dgm:prSet presAssocID="{4224F16D-E4C0-4250-9EFA-7C747A39F793}" presName="rootConnector1" presStyleLbl="node1" presStyleIdx="0" presStyleCnt="0"/>
      <dgm:spPr/>
    </dgm:pt>
    <dgm:pt modelId="{36F88AE2-1502-4FB0-8D52-E293D086CAD7}" type="pres">
      <dgm:prSet presAssocID="{4224F16D-E4C0-4250-9EFA-7C747A39F793}" presName="hierChild2" presStyleCnt="0"/>
      <dgm:spPr/>
    </dgm:pt>
    <dgm:pt modelId="{00B09104-B5E2-4D1F-9BEE-CACA494E029F}" type="pres">
      <dgm:prSet presAssocID="{5BA73491-6D8F-4D54-8C22-ED9718E8C773}" presName="Name37" presStyleLbl="parChTrans1D2" presStyleIdx="0" presStyleCnt="6"/>
      <dgm:spPr/>
    </dgm:pt>
    <dgm:pt modelId="{BA149A03-F73F-4AA7-AD37-E5698B8F6BFC}" type="pres">
      <dgm:prSet presAssocID="{633632CF-3971-4DAE-9D7B-30F94F90EF74}" presName="hierRoot2" presStyleCnt="0">
        <dgm:presLayoutVars>
          <dgm:hierBranch val="init"/>
        </dgm:presLayoutVars>
      </dgm:prSet>
      <dgm:spPr/>
    </dgm:pt>
    <dgm:pt modelId="{142ABBC2-9ED0-40FD-8E81-AA6A7DD4CF1B}" type="pres">
      <dgm:prSet presAssocID="{633632CF-3971-4DAE-9D7B-30F94F90EF74}" presName="rootComposite" presStyleCnt="0"/>
      <dgm:spPr/>
    </dgm:pt>
    <dgm:pt modelId="{316149DD-4A20-479B-BCF0-4A4887F9049D}" type="pres">
      <dgm:prSet presAssocID="{633632CF-3971-4DAE-9D7B-30F94F90EF74}" presName="rootText" presStyleLbl="node2" presStyleIdx="0" presStyleCnt="6" custScaleX="96031" custLinFactNeighborX="-85056">
        <dgm:presLayoutVars>
          <dgm:chPref val="3"/>
        </dgm:presLayoutVars>
      </dgm:prSet>
      <dgm:spPr/>
    </dgm:pt>
    <dgm:pt modelId="{6F32CBB0-2A11-45F0-8023-5D2196D052D7}" type="pres">
      <dgm:prSet presAssocID="{633632CF-3971-4DAE-9D7B-30F94F90EF74}" presName="rootConnector" presStyleLbl="node2" presStyleIdx="0" presStyleCnt="6"/>
      <dgm:spPr/>
    </dgm:pt>
    <dgm:pt modelId="{D6C33E95-60B8-4147-92BB-08CEBB19D089}" type="pres">
      <dgm:prSet presAssocID="{633632CF-3971-4DAE-9D7B-30F94F90EF74}" presName="hierChild4" presStyleCnt="0"/>
      <dgm:spPr/>
    </dgm:pt>
    <dgm:pt modelId="{712FB5CE-CA05-43F6-82C8-E8310F63E86A}" type="pres">
      <dgm:prSet presAssocID="{F77BA94F-5F5A-4244-B671-7D147C089B9A}" presName="Name37" presStyleLbl="parChTrans1D3" presStyleIdx="0" presStyleCnt="19"/>
      <dgm:spPr/>
    </dgm:pt>
    <dgm:pt modelId="{CCC6A562-BD99-40AF-BD66-C86AE2C38048}" type="pres">
      <dgm:prSet presAssocID="{9C26E6AD-47AB-46A2-B2EA-EF1F57DFDC1B}" presName="hierRoot2" presStyleCnt="0">
        <dgm:presLayoutVars>
          <dgm:hierBranch val="init"/>
        </dgm:presLayoutVars>
      </dgm:prSet>
      <dgm:spPr/>
    </dgm:pt>
    <dgm:pt modelId="{E767134E-7638-4900-A177-CD9D77276893}" type="pres">
      <dgm:prSet presAssocID="{9C26E6AD-47AB-46A2-B2EA-EF1F57DFDC1B}" presName="rootComposite" presStyleCnt="0"/>
      <dgm:spPr/>
    </dgm:pt>
    <dgm:pt modelId="{B7050186-4FB5-4A46-BFA1-81A4CAF3AC74}" type="pres">
      <dgm:prSet presAssocID="{9C26E6AD-47AB-46A2-B2EA-EF1F57DFDC1B}" presName="rootText" presStyleLbl="node3" presStyleIdx="0" presStyleCnt="19" custScaleX="103176" custScaleY="56948" custLinFactNeighborX="-65073" custLinFactNeighborY="513">
        <dgm:presLayoutVars>
          <dgm:chPref val="3"/>
        </dgm:presLayoutVars>
      </dgm:prSet>
      <dgm:spPr/>
    </dgm:pt>
    <dgm:pt modelId="{62F09096-4F77-4DE7-A555-8295D0B932D8}" type="pres">
      <dgm:prSet presAssocID="{9C26E6AD-47AB-46A2-B2EA-EF1F57DFDC1B}" presName="rootConnector" presStyleLbl="node3" presStyleIdx="0" presStyleCnt="19"/>
      <dgm:spPr/>
    </dgm:pt>
    <dgm:pt modelId="{057E8616-57D7-4D07-9870-92B2E038A22C}" type="pres">
      <dgm:prSet presAssocID="{9C26E6AD-47AB-46A2-B2EA-EF1F57DFDC1B}" presName="hierChild4" presStyleCnt="0"/>
      <dgm:spPr/>
    </dgm:pt>
    <dgm:pt modelId="{6A27063C-A5A4-4D82-A750-A8CE64CE715F}" type="pres">
      <dgm:prSet presAssocID="{9C26E6AD-47AB-46A2-B2EA-EF1F57DFDC1B}" presName="hierChild5" presStyleCnt="0"/>
      <dgm:spPr/>
    </dgm:pt>
    <dgm:pt modelId="{1626811E-630B-4776-B269-D80AA91087E5}" type="pres">
      <dgm:prSet presAssocID="{97117355-84E6-4A4D-BFA7-120FDBB4E866}" presName="Name37" presStyleLbl="parChTrans1D3" presStyleIdx="1" presStyleCnt="19"/>
      <dgm:spPr/>
    </dgm:pt>
    <dgm:pt modelId="{6988A93A-7A65-402A-9BB0-4F4FEFF6F2D8}" type="pres">
      <dgm:prSet presAssocID="{B3FB488A-56A7-4EA8-BCA2-4C93732FA7FC}" presName="hierRoot2" presStyleCnt="0">
        <dgm:presLayoutVars>
          <dgm:hierBranch val="init"/>
        </dgm:presLayoutVars>
      </dgm:prSet>
      <dgm:spPr/>
    </dgm:pt>
    <dgm:pt modelId="{1C3E9D2E-450E-49C9-BCFF-BC3366FBC979}" type="pres">
      <dgm:prSet presAssocID="{B3FB488A-56A7-4EA8-BCA2-4C93732FA7FC}" presName="rootComposite" presStyleCnt="0"/>
      <dgm:spPr/>
    </dgm:pt>
    <dgm:pt modelId="{FE72D7D6-90BC-428A-9F13-437DFEDD1E5A}" type="pres">
      <dgm:prSet presAssocID="{B3FB488A-56A7-4EA8-BCA2-4C93732FA7FC}" presName="rootText" presStyleLbl="node3" presStyleIdx="1" presStyleCnt="19" custScaleX="100000" custScaleY="56948" custLinFactNeighborX="-65073" custLinFactNeighborY="513">
        <dgm:presLayoutVars>
          <dgm:chPref val="3"/>
        </dgm:presLayoutVars>
      </dgm:prSet>
      <dgm:spPr/>
    </dgm:pt>
    <dgm:pt modelId="{C993D4B0-B573-42C4-A863-AB15C8D0AC83}" type="pres">
      <dgm:prSet presAssocID="{B3FB488A-56A7-4EA8-BCA2-4C93732FA7FC}" presName="rootConnector" presStyleLbl="node3" presStyleIdx="1" presStyleCnt="19"/>
      <dgm:spPr/>
    </dgm:pt>
    <dgm:pt modelId="{574B50B6-E3B9-4EE9-9516-77ECD21F9D31}" type="pres">
      <dgm:prSet presAssocID="{B3FB488A-56A7-4EA8-BCA2-4C93732FA7FC}" presName="hierChild4" presStyleCnt="0"/>
      <dgm:spPr/>
    </dgm:pt>
    <dgm:pt modelId="{6153F0B6-C50A-4547-AC09-E3CBFB7A2BDF}" type="pres">
      <dgm:prSet presAssocID="{B3FB488A-56A7-4EA8-BCA2-4C93732FA7FC}" presName="hierChild5" presStyleCnt="0"/>
      <dgm:spPr/>
    </dgm:pt>
    <dgm:pt modelId="{3F2FD686-4B96-4E90-961D-3F8578F8C453}" type="pres">
      <dgm:prSet presAssocID="{9F45F503-4A73-489C-AE85-E10536341517}" presName="Name37" presStyleLbl="parChTrans1D3" presStyleIdx="2" presStyleCnt="19"/>
      <dgm:spPr/>
    </dgm:pt>
    <dgm:pt modelId="{2629BAC9-F6ED-467F-B9B8-1B7E73790AE7}" type="pres">
      <dgm:prSet presAssocID="{884C1984-A1DE-4153-AEE6-77E310F90212}" presName="hierRoot2" presStyleCnt="0">
        <dgm:presLayoutVars>
          <dgm:hierBranch val="init"/>
        </dgm:presLayoutVars>
      </dgm:prSet>
      <dgm:spPr/>
    </dgm:pt>
    <dgm:pt modelId="{40FF5F0A-9183-4FA0-875D-3BD26C6F799A}" type="pres">
      <dgm:prSet presAssocID="{884C1984-A1DE-4153-AEE6-77E310F90212}" presName="rootComposite" presStyleCnt="0"/>
      <dgm:spPr/>
    </dgm:pt>
    <dgm:pt modelId="{C2BE18C1-5CCE-47C6-8255-2BEA16B15BB7}" type="pres">
      <dgm:prSet presAssocID="{884C1984-A1DE-4153-AEE6-77E310F90212}" presName="rootText" presStyleLbl="node3" presStyleIdx="2" presStyleCnt="19" custScaleX="100000" custScaleY="56948" custLinFactNeighborX="-65073" custLinFactNeighborY="513">
        <dgm:presLayoutVars>
          <dgm:chPref val="3"/>
        </dgm:presLayoutVars>
      </dgm:prSet>
      <dgm:spPr/>
    </dgm:pt>
    <dgm:pt modelId="{D52878E3-FA6D-4AC3-9526-36C011807DD0}" type="pres">
      <dgm:prSet presAssocID="{884C1984-A1DE-4153-AEE6-77E310F90212}" presName="rootConnector" presStyleLbl="node3" presStyleIdx="2" presStyleCnt="19"/>
      <dgm:spPr/>
    </dgm:pt>
    <dgm:pt modelId="{6AAB0A4C-337A-42E8-B2BF-21D1F52E866A}" type="pres">
      <dgm:prSet presAssocID="{884C1984-A1DE-4153-AEE6-77E310F90212}" presName="hierChild4" presStyleCnt="0"/>
      <dgm:spPr/>
    </dgm:pt>
    <dgm:pt modelId="{684E193C-3C22-4DDC-ABCE-C9B354706FCA}" type="pres">
      <dgm:prSet presAssocID="{884C1984-A1DE-4153-AEE6-77E310F90212}" presName="hierChild5" presStyleCnt="0"/>
      <dgm:spPr/>
    </dgm:pt>
    <dgm:pt modelId="{A4BB7E4F-FCC3-4EC9-BAE8-703F3D86DC4F}" type="pres">
      <dgm:prSet presAssocID="{89689489-F1A5-4E95-B0DB-755A3DA4438C}" presName="Name37" presStyleLbl="parChTrans1D3" presStyleIdx="3" presStyleCnt="19"/>
      <dgm:spPr/>
    </dgm:pt>
    <dgm:pt modelId="{2E9F167E-FC3E-459B-98D3-58B4CD79579B}" type="pres">
      <dgm:prSet presAssocID="{45C564E4-40E9-40A3-9415-C70F26DC6101}" presName="hierRoot2" presStyleCnt="0">
        <dgm:presLayoutVars>
          <dgm:hierBranch val="init"/>
        </dgm:presLayoutVars>
      </dgm:prSet>
      <dgm:spPr/>
    </dgm:pt>
    <dgm:pt modelId="{B610BC92-51E2-4790-BFF4-DAD22FE0E36B}" type="pres">
      <dgm:prSet presAssocID="{45C564E4-40E9-40A3-9415-C70F26DC6101}" presName="rootComposite" presStyleCnt="0"/>
      <dgm:spPr/>
    </dgm:pt>
    <dgm:pt modelId="{1E9329F2-5F8B-411F-AFB1-645736719AD2}" type="pres">
      <dgm:prSet presAssocID="{45C564E4-40E9-40A3-9415-C70F26DC6101}" presName="rootText" presStyleLbl="node3" presStyleIdx="3" presStyleCnt="19" custScaleX="100000" custScaleY="56948" custLinFactNeighborX="-65073" custLinFactNeighborY="513">
        <dgm:presLayoutVars>
          <dgm:chPref val="3"/>
        </dgm:presLayoutVars>
      </dgm:prSet>
      <dgm:spPr/>
    </dgm:pt>
    <dgm:pt modelId="{586060CF-C56A-4A3B-A3B5-612A425EBD0A}" type="pres">
      <dgm:prSet presAssocID="{45C564E4-40E9-40A3-9415-C70F26DC6101}" presName="rootConnector" presStyleLbl="node3" presStyleIdx="3" presStyleCnt="19"/>
      <dgm:spPr/>
    </dgm:pt>
    <dgm:pt modelId="{25079CDD-5BCB-4887-8BAC-E011F3069C21}" type="pres">
      <dgm:prSet presAssocID="{45C564E4-40E9-40A3-9415-C70F26DC6101}" presName="hierChild4" presStyleCnt="0"/>
      <dgm:spPr/>
    </dgm:pt>
    <dgm:pt modelId="{EA75E9B8-0B50-4E6F-9B9D-625A746D3AE1}" type="pres">
      <dgm:prSet presAssocID="{45C564E4-40E9-40A3-9415-C70F26DC6101}" presName="hierChild5" presStyleCnt="0"/>
      <dgm:spPr/>
    </dgm:pt>
    <dgm:pt modelId="{C35B8903-3443-499B-86F0-E2540D049C8F}" type="pres">
      <dgm:prSet presAssocID="{F027E8DD-E0AE-4EA9-87D6-E322B12D7AB2}" presName="Name37" presStyleLbl="parChTrans1D3" presStyleIdx="4" presStyleCnt="19"/>
      <dgm:spPr/>
    </dgm:pt>
    <dgm:pt modelId="{B9480CD7-9D77-4292-B560-A604BD6BE50D}" type="pres">
      <dgm:prSet presAssocID="{3FB1CA0A-1F40-4061-847C-0A288031E770}" presName="hierRoot2" presStyleCnt="0">
        <dgm:presLayoutVars>
          <dgm:hierBranch val="init"/>
        </dgm:presLayoutVars>
      </dgm:prSet>
      <dgm:spPr/>
    </dgm:pt>
    <dgm:pt modelId="{AF5A5B11-EE00-4E1F-B759-2DF8F16C7FE3}" type="pres">
      <dgm:prSet presAssocID="{3FB1CA0A-1F40-4061-847C-0A288031E770}" presName="rootComposite" presStyleCnt="0"/>
      <dgm:spPr/>
    </dgm:pt>
    <dgm:pt modelId="{55DA1A5A-12A0-4BB0-A1B2-14D807FF6FD8}" type="pres">
      <dgm:prSet presAssocID="{3FB1CA0A-1F40-4061-847C-0A288031E770}" presName="rootText" presStyleLbl="node3" presStyleIdx="4" presStyleCnt="19" custScaleX="100000" custScaleY="56948" custLinFactNeighborX="-65073" custLinFactNeighborY="513">
        <dgm:presLayoutVars>
          <dgm:chPref val="3"/>
        </dgm:presLayoutVars>
      </dgm:prSet>
      <dgm:spPr/>
    </dgm:pt>
    <dgm:pt modelId="{22E848BE-DFC7-4FA1-AC09-B7BDD0E2921C}" type="pres">
      <dgm:prSet presAssocID="{3FB1CA0A-1F40-4061-847C-0A288031E770}" presName="rootConnector" presStyleLbl="node3" presStyleIdx="4" presStyleCnt="19"/>
      <dgm:spPr/>
    </dgm:pt>
    <dgm:pt modelId="{04DCB569-540C-4489-965D-C7796C9C7387}" type="pres">
      <dgm:prSet presAssocID="{3FB1CA0A-1F40-4061-847C-0A288031E770}" presName="hierChild4" presStyleCnt="0"/>
      <dgm:spPr/>
    </dgm:pt>
    <dgm:pt modelId="{E664EE40-1907-4A03-A439-1D8F9D7F069C}" type="pres">
      <dgm:prSet presAssocID="{3FB1CA0A-1F40-4061-847C-0A288031E770}" presName="hierChild5" presStyleCnt="0"/>
      <dgm:spPr/>
    </dgm:pt>
    <dgm:pt modelId="{9FBDAC58-D7BD-46EE-BAED-22A50B73501E}" type="pres">
      <dgm:prSet presAssocID="{0B55604C-08DB-49D8-95D1-C5D051A8B65C}" presName="Name37" presStyleLbl="parChTrans1D3" presStyleIdx="5" presStyleCnt="19"/>
      <dgm:spPr/>
    </dgm:pt>
    <dgm:pt modelId="{F526F095-F815-41D6-A6E0-F1C22373C15E}" type="pres">
      <dgm:prSet presAssocID="{8D362794-51A7-4CE6-994A-4BED6DDDD02F}" presName="hierRoot2" presStyleCnt="0">
        <dgm:presLayoutVars>
          <dgm:hierBranch val="init"/>
        </dgm:presLayoutVars>
      </dgm:prSet>
      <dgm:spPr/>
    </dgm:pt>
    <dgm:pt modelId="{15A9166B-9263-4485-8E95-A25B210DC870}" type="pres">
      <dgm:prSet presAssocID="{8D362794-51A7-4CE6-994A-4BED6DDDD02F}" presName="rootComposite" presStyleCnt="0"/>
      <dgm:spPr/>
    </dgm:pt>
    <dgm:pt modelId="{9793A294-0BA3-43F6-851A-3E2D432D442C}" type="pres">
      <dgm:prSet presAssocID="{8D362794-51A7-4CE6-994A-4BED6DDDD02F}" presName="rootText" presStyleLbl="node3" presStyleIdx="5" presStyleCnt="19" custScaleX="100000" custScaleY="56948" custLinFactNeighborX="-65073" custLinFactNeighborY="513">
        <dgm:presLayoutVars>
          <dgm:chPref val="3"/>
        </dgm:presLayoutVars>
      </dgm:prSet>
      <dgm:spPr/>
    </dgm:pt>
    <dgm:pt modelId="{81296338-A6D9-4B44-A1AD-46A27B3F01A8}" type="pres">
      <dgm:prSet presAssocID="{8D362794-51A7-4CE6-994A-4BED6DDDD02F}" presName="rootConnector" presStyleLbl="node3" presStyleIdx="5" presStyleCnt="19"/>
      <dgm:spPr/>
    </dgm:pt>
    <dgm:pt modelId="{8C830CA5-1112-452D-950F-3A99D34D804A}" type="pres">
      <dgm:prSet presAssocID="{8D362794-51A7-4CE6-994A-4BED6DDDD02F}" presName="hierChild4" presStyleCnt="0"/>
      <dgm:spPr/>
    </dgm:pt>
    <dgm:pt modelId="{7AEB6F44-2DA3-4732-94C8-AFFB2F6EC24E}" type="pres">
      <dgm:prSet presAssocID="{8D362794-51A7-4CE6-994A-4BED6DDDD02F}" presName="hierChild5" presStyleCnt="0"/>
      <dgm:spPr/>
    </dgm:pt>
    <dgm:pt modelId="{6E8B8620-2A3B-4D87-8B07-FB53DEB32338}" type="pres">
      <dgm:prSet presAssocID="{633632CF-3971-4DAE-9D7B-30F94F90EF74}" presName="hierChild5" presStyleCnt="0"/>
      <dgm:spPr/>
    </dgm:pt>
    <dgm:pt modelId="{1FFDA1A9-194B-48AB-A17E-DD23F9DA92B1}" type="pres">
      <dgm:prSet presAssocID="{88CF5CEC-22C5-4BBA-8046-80EB3D1D5343}" presName="Name37" presStyleLbl="parChTrans1D2" presStyleIdx="1" presStyleCnt="6"/>
      <dgm:spPr/>
    </dgm:pt>
    <dgm:pt modelId="{4A30E2F1-8662-4786-BC0A-E6FFD0AFF8E7}" type="pres">
      <dgm:prSet presAssocID="{A4AA5E78-2E83-4F60-8055-685BC550D62A}" presName="hierRoot2" presStyleCnt="0">
        <dgm:presLayoutVars>
          <dgm:hierBranch val="init"/>
        </dgm:presLayoutVars>
      </dgm:prSet>
      <dgm:spPr/>
    </dgm:pt>
    <dgm:pt modelId="{C41BA63F-D8FB-4822-B0F7-DA52BE6ABB47}" type="pres">
      <dgm:prSet presAssocID="{A4AA5E78-2E83-4F60-8055-685BC550D62A}" presName="rootComposite" presStyleCnt="0"/>
      <dgm:spPr/>
    </dgm:pt>
    <dgm:pt modelId="{AD6FCBA5-107F-4E39-9D14-0F9C209CE42B}" type="pres">
      <dgm:prSet presAssocID="{A4AA5E78-2E83-4F60-8055-685BC550D62A}" presName="rootText" presStyleLbl="node2" presStyleIdx="1" presStyleCnt="6" custScaleX="99266" custLinFactNeighborX="-26650" custLinFactNeighborY="513">
        <dgm:presLayoutVars>
          <dgm:chPref val="3"/>
        </dgm:presLayoutVars>
      </dgm:prSet>
      <dgm:spPr/>
    </dgm:pt>
    <dgm:pt modelId="{583C3239-7A9A-4405-808D-357500F0A444}" type="pres">
      <dgm:prSet presAssocID="{A4AA5E78-2E83-4F60-8055-685BC550D62A}" presName="rootConnector" presStyleLbl="node2" presStyleIdx="1" presStyleCnt="6"/>
      <dgm:spPr/>
    </dgm:pt>
    <dgm:pt modelId="{38452564-D35D-4B4A-A1DE-52CBDB677910}" type="pres">
      <dgm:prSet presAssocID="{A4AA5E78-2E83-4F60-8055-685BC550D62A}" presName="hierChild4" presStyleCnt="0"/>
      <dgm:spPr/>
    </dgm:pt>
    <dgm:pt modelId="{6A2A5E04-0027-4083-A33C-78B5179ABE16}" type="pres">
      <dgm:prSet presAssocID="{ECBAC60C-C54E-43D5-B4DD-7D03D17F79BB}" presName="Name37" presStyleLbl="parChTrans1D3" presStyleIdx="6" presStyleCnt="19"/>
      <dgm:spPr/>
    </dgm:pt>
    <dgm:pt modelId="{F544D54A-A848-44BC-A056-CC5AF6AC70AA}" type="pres">
      <dgm:prSet presAssocID="{D125D46D-5803-498C-8210-A47012081385}" presName="hierRoot2" presStyleCnt="0">
        <dgm:presLayoutVars>
          <dgm:hierBranch val="init"/>
        </dgm:presLayoutVars>
      </dgm:prSet>
      <dgm:spPr/>
    </dgm:pt>
    <dgm:pt modelId="{FEA49C32-7152-49AA-AB95-9AE15FDDB9A3}" type="pres">
      <dgm:prSet presAssocID="{D125D46D-5803-498C-8210-A47012081385}" presName="rootComposite" presStyleCnt="0"/>
      <dgm:spPr/>
    </dgm:pt>
    <dgm:pt modelId="{F0CECF85-B5C3-4F33-9B57-BF760E7F8936}" type="pres">
      <dgm:prSet presAssocID="{D125D46D-5803-498C-8210-A47012081385}" presName="rootText" presStyleLbl="node3" presStyleIdx="6" presStyleCnt="19" custScaleX="237141" custScaleY="56948" custLinFactNeighborX="-29594" custLinFactNeighborY="513">
        <dgm:presLayoutVars>
          <dgm:chPref val="3"/>
        </dgm:presLayoutVars>
      </dgm:prSet>
      <dgm:spPr/>
    </dgm:pt>
    <dgm:pt modelId="{3DD7B17A-EF6B-4271-8D1D-F6F44750BF7A}" type="pres">
      <dgm:prSet presAssocID="{D125D46D-5803-498C-8210-A47012081385}" presName="rootConnector" presStyleLbl="node3" presStyleIdx="6" presStyleCnt="19"/>
      <dgm:spPr/>
    </dgm:pt>
    <dgm:pt modelId="{8B4CF692-2190-41E6-89E5-9E65FA69AE84}" type="pres">
      <dgm:prSet presAssocID="{D125D46D-5803-498C-8210-A47012081385}" presName="hierChild4" presStyleCnt="0"/>
      <dgm:spPr/>
    </dgm:pt>
    <dgm:pt modelId="{7492B679-451C-4491-9E5E-BDEC595CB6AF}" type="pres">
      <dgm:prSet presAssocID="{D125D46D-5803-498C-8210-A47012081385}" presName="hierChild5" presStyleCnt="0"/>
      <dgm:spPr/>
    </dgm:pt>
    <dgm:pt modelId="{51AD8570-E912-4D3B-AC56-457AA1D5E4F8}" type="pres">
      <dgm:prSet presAssocID="{9A4EFD8F-03F9-4ED5-B373-EE8E6CEF662D}" presName="Name37" presStyleLbl="parChTrans1D3" presStyleIdx="7" presStyleCnt="19"/>
      <dgm:spPr/>
    </dgm:pt>
    <dgm:pt modelId="{97E7DB2C-100F-4C48-ABD5-90143D8AA4BC}" type="pres">
      <dgm:prSet presAssocID="{789381F5-38E8-4D18-8E95-BD320E8E1B63}" presName="hierRoot2" presStyleCnt="0">
        <dgm:presLayoutVars>
          <dgm:hierBranch val="init"/>
        </dgm:presLayoutVars>
      </dgm:prSet>
      <dgm:spPr/>
    </dgm:pt>
    <dgm:pt modelId="{CB6645B0-F671-4F42-A111-AFA28E492B6B}" type="pres">
      <dgm:prSet presAssocID="{789381F5-38E8-4D18-8E95-BD320E8E1B63}" presName="rootComposite" presStyleCnt="0"/>
      <dgm:spPr/>
    </dgm:pt>
    <dgm:pt modelId="{AFDD2A41-0AC4-4DD3-BF5A-FAA889D200B5}" type="pres">
      <dgm:prSet presAssocID="{789381F5-38E8-4D18-8E95-BD320E8E1B63}" presName="rootText" presStyleLbl="node3" presStyleIdx="7" presStyleCnt="19" custScaleX="237141" custScaleY="56948" custLinFactNeighborX="-29594" custLinFactNeighborY="513">
        <dgm:presLayoutVars>
          <dgm:chPref val="3"/>
        </dgm:presLayoutVars>
      </dgm:prSet>
      <dgm:spPr/>
    </dgm:pt>
    <dgm:pt modelId="{69E5F15F-E15A-4801-AF72-822CCCE9AB1F}" type="pres">
      <dgm:prSet presAssocID="{789381F5-38E8-4D18-8E95-BD320E8E1B63}" presName="rootConnector" presStyleLbl="node3" presStyleIdx="7" presStyleCnt="19"/>
      <dgm:spPr/>
    </dgm:pt>
    <dgm:pt modelId="{E03F5181-A7CC-4546-A12F-6C15FF61AA32}" type="pres">
      <dgm:prSet presAssocID="{789381F5-38E8-4D18-8E95-BD320E8E1B63}" presName="hierChild4" presStyleCnt="0"/>
      <dgm:spPr/>
    </dgm:pt>
    <dgm:pt modelId="{09C9D295-32AB-4DCB-B388-D399EE326E22}" type="pres">
      <dgm:prSet presAssocID="{789381F5-38E8-4D18-8E95-BD320E8E1B63}" presName="hierChild5" presStyleCnt="0"/>
      <dgm:spPr/>
    </dgm:pt>
    <dgm:pt modelId="{2CEE59DD-550B-4A18-A1AD-9EB62E296F19}" type="pres">
      <dgm:prSet presAssocID="{D64FE767-F5E9-4BFB-BD3F-EF4B418AB559}" presName="Name37" presStyleLbl="parChTrans1D3" presStyleIdx="8" presStyleCnt="19"/>
      <dgm:spPr/>
    </dgm:pt>
    <dgm:pt modelId="{0EFA87C0-BC83-4372-9C24-75C614EBE8CD}" type="pres">
      <dgm:prSet presAssocID="{F53F0496-01AD-40B1-BEC5-C28B736DB0ED}" presName="hierRoot2" presStyleCnt="0">
        <dgm:presLayoutVars>
          <dgm:hierBranch val="init"/>
        </dgm:presLayoutVars>
      </dgm:prSet>
      <dgm:spPr/>
    </dgm:pt>
    <dgm:pt modelId="{89D9B32A-DF8D-4410-9569-31BBC1215EF5}" type="pres">
      <dgm:prSet presAssocID="{F53F0496-01AD-40B1-BEC5-C28B736DB0ED}" presName="rootComposite" presStyleCnt="0"/>
      <dgm:spPr/>
    </dgm:pt>
    <dgm:pt modelId="{C588F604-4C71-459E-9996-F4A026851A65}" type="pres">
      <dgm:prSet presAssocID="{F53F0496-01AD-40B1-BEC5-C28B736DB0ED}" presName="rootText" presStyleLbl="node3" presStyleIdx="8" presStyleCnt="19" custScaleX="237141" custScaleY="56948" custLinFactNeighborX="-29594" custLinFactNeighborY="513">
        <dgm:presLayoutVars>
          <dgm:chPref val="3"/>
        </dgm:presLayoutVars>
      </dgm:prSet>
      <dgm:spPr/>
    </dgm:pt>
    <dgm:pt modelId="{CB856E3A-DE53-4164-B59D-0EDECD8DA8C4}" type="pres">
      <dgm:prSet presAssocID="{F53F0496-01AD-40B1-BEC5-C28B736DB0ED}" presName="rootConnector" presStyleLbl="node3" presStyleIdx="8" presStyleCnt="19"/>
      <dgm:spPr/>
    </dgm:pt>
    <dgm:pt modelId="{FF5650FE-87EF-486B-A73C-E2F415A1EE1B}" type="pres">
      <dgm:prSet presAssocID="{F53F0496-01AD-40B1-BEC5-C28B736DB0ED}" presName="hierChild4" presStyleCnt="0"/>
      <dgm:spPr/>
    </dgm:pt>
    <dgm:pt modelId="{53FF7BCE-550C-4302-8118-931D556F7C3A}" type="pres">
      <dgm:prSet presAssocID="{F53F0496-01AD-40B1-BEC5-C28B736DB0ED}" presName="hierChild5" presStyleCnt="0"/>
      <dgm:spPr/>
    </dgm:pt>
    <dgm:pt modelId="{83EBAFE2-1374-43BD-84BD-A23B5ABD6892}" type="pres">
      <dgm:prSet presAssocID="{8C2BF4B1-B6F2-4A77-97BB-A66B22F99EB5}" presName="Name37" presStyleLbl="parChTrans1D3" presStyleIdx="9" presStyleCnt="19"/>
      <dgm:spPr/>
    </dgm:pt>
    <dgm:pt modelId="{E7924EDD-4E6D-4A20-9BA3-963D5A50D728}" type="pres">
      <dgm:prSet presAssocID="{A5734974-0BE2-4CD5-99FC-825F199813B3}" presName="hierRoot2" presStyleCnt="0">
        <dgm:presLayoutVars>
          <dgm:hierBranch val="init"/>
        </dgm:presLayoutVars>
      </dgm:prSet>
      <dgm:spPr/>
    </dgm:pt>
    <dgm:pt modelId="{9F7765E6-A0EC-4B43-BB95-28C6B271FFE4}" type="pres">
      <dgm:prSet presAssocID="{A5734974-0BE2-4CD5-99FC-825F199813B3}" presName="rootComposite" presStyleCnt="0"/>
      <dgm:spPr/>
    </dgm:pt>
    <dgm:pt modelId="{7A48EC60-51F3-4E67-AB7D-07B29B70C60D}" type="pres">
      <dgm:prSet presAssocID="{A5734974-0BE2-4CD5-99FC-825F199813B3}" presName="rootText" presStyleLbl="node3" presStyleIdx="9" presStyleCnt="19" custScaleX="237141" custScaleY="56948" custLinFactNeighborX="-29594" custLinFactNeighborY="513">
        <dgm:presLayoutVars>
          <dgm:chPref val="3"/>
        </dgm:presLayoutVars>
      </dgm:prSet>
      <dgm:spPr/>
    </dgm:pt>
    <dgm:pt modelId="{2A67B270-8617-4E10-A375-0BE24D42FCDD}" type="pres">
      <dgm:prSet presAssocID="{A5734974-0BE2-4CD5-99FC-825F199813B3}" presName="rootConnector" presStyleLbl="node3" presStyleIdx="9" presStyleCnt="19"/>
      <dgm:spPr/>
    </dgm:pt>
    <dgm:pt modelId="{F08F0E5B-C8E0-41F5-88C8-D5CB7FF425BE}" type="pres">
      <dgm:prSet presAssocID="{A5734974-0BE2-4CD5-99FC-825F199813B3}" presName="hierChild4" presStyleCnt="0"/>
      <dgm:spPr/>
    </dgm:pt>
    <dgm:pt modelId="{74DD0DA6-19F4-4867-99DD-3D036298A548}" type="pres">
      <dgm:prSet presAssocID="{A5734974-0BE2-4CD5-99FC-825F199813B3}" presName="hierChild5" presStyleCnt="0"/>
      <dgm:spPr/>
    </dgm:pt>
    <dgm:pt modelId="{16F40902-B653-4C40-B079-EF437F4745FD}" type="pres">
      <dgm:prSet presAssocID="{E252E372-499C-4A2A-9F73-A5A42CA6D3ED}" presName="Name37" presStyleLbl="parChTrans1D3" presStyleIdx="10" presStyleCnt="19"/>
      <dgm:spPr/>
    </dgm:pt>
    <dgm:pt modelId="{7100E03C-4918-4785-9044-A390A44EC2D2}" type="pres">
      <dgm:prSet presAssocID="{69E7C492-A0CD-449E-9C33-4CAE3655DFB0}" presName="hierRoot2" presStyleCnt="0">
        <dgm:presLayoutVars>
          <dgm:hierBranch val="init"/>
        </dgm:presLayoutVars>
      </dgm:prSet>
      <dgm:spPr/>
    </dgm:pt>
    <dgm:pt modelId="{1F78FD8E-A1F0-4B5C-9C50-26CA3020631D}" type="pres">
      <dgm:prSet presAssocID="{69E7C492-A0CD-449E-9C33-4CAE3655DFB0}" presName="rootComposite" presStyleCnt="0"/>
      <dgm:spPr/>
    </dgm:pt>
    <dgm:pt modelId="{C25DE249-8875-4463-85D3-99FDECF1277F}" type="pres">
      <dgm:prSet presAssocID="{69E7C492-A0CD-449E-9C33-4CAE3655DFB0}" presName="rootText" presStyleLbl="node3" presStyleIdx="10" presStyleCnt="19" custScaleX="237141" custScaleY="56948" custLinFactNeighborX="-29594" custLinFactNeighborY="513">
        <dgm:presLayoutVars>
          <dgm:chPref val="3"/>
        </dgm:presLayoutVars>
      </dgm:prSet>
      <dgm:spPr/>
    </dgm:pt>
    <dgm:pt modelId="{3FFAADE9-1B70-4295-83E7-8D1E478522F6}" type="pres">
      <dgm:prSet presAssocID="{69E7C492-A0CD-449E-9C33-4CAE3655DFB0}" presName="rootConnector" presStyleLbl="node3" presStyleIdx="10" presStyleCnt="19"/>
      <dgm:spPr/>
    </dgm:pt>
    <dgm:pt modelId="{10221AAC-1D5B-4EBF-8A48-B9D3D168E49D}" type="pres">
      <dgm:prSet presAssocID="{69E7C492-A0CD-449E-9C33-4CAE3655DFB0}" presName="hierChild4" presStyleCnt="0"/>
      <dgm:spPr/>
    </dgm:pt>
    <dgm:pt modelId="{BF8A7216-F408-4927-9521-0A8C9DDE6C13}" type="pres">
      <dgm:prSet presAssocID="{69E7C492-A0CD-449E-9C33-4CAE3655DFB0}" presName="hierChild5" presStyleCnt="0"/>
      <dgm:spPr/>
    </dgm:pt>
    <dgm:pt modelId="{DB7F34E6-B5A3-4846-A04C-EBACBE647391}" type="pres">
      <dgm:prSet presAssocID="{AD1672D5-A022-4166-B47C-FDADE706D3DF}" presName="Name37" presStyleLbl="parChTrans1D3" presStyleIdx="11" presStyleCnt="19"/>
      <dgm:spPr/>
    </dgm:pt>
    <dgm:pt modelId="{DE4EB339-58B2-4B3E-ABA6-827194F99F74}" type="pres">
      <dgm:prSet presAssocID="{03C281E7-DDB5-49A7-B1F9-898033612503}" presName="hierRoot2" presStyleCnt="0">
        <dgm:presLayoutVars>
          <dgm:hierBranch val="init"/>
        </dgm:presLayoutVars>
      </dgm:prSet>
      <dgm:spPr/>
    </dgm:pt>
    <dgm:pt modelId="{DE91C667-1EDB-4723-80A8-F85DD6ED2406}" type="pres">
      <dgm:prSet presAssocID="{03C281E7-DDB5-49A7-B1F9-898033612503}" presName="rootComposite" presStyleCnt="0"/>
      <dgm:spPr/>
    </dgm:pt>
    <dgm:pt modelId="{284AAC9C-A343-418C-96D3-0EC938A08886}" type="pres">
      <dgm:prSet presAssocID="{03C281E7-DDB5-49A7-B1F9-898033612503}" presName="rootText" presStyleLbl="node3" presStyleIdx="11" presStyleCnt="19" custScaleX="237141" custScaleY="56948" custLinFactNeighborX="-29594" custLinFactNeighborY="513">
        <dgm:presLayoutVars>
          <dgm:chPref val="3"/>
        </dgm:presLayoutVars>
      </dgm:prSet>
      <dgm:spPr/>
    </dgm:pt>
    <dgm:pt modelId="{4163C214-E3A8-408D-B910-AB7E3A3BCE64}" type="pres">
      <dgm:prSet presAssocID="{03C281E7-DDB5-49A7-B1F9-898033612503}" presName="rootConnector" presStyleLbl="node3" presStyleIdx="11" presStyleCnt="19"/>
      <dgm:spPr/>
    </dgm:pt>
    <dgm:pt modelId="{BB2A9940-355A-4D99-8372-B9AD298EEF09}" type="pres">
      <dgm:prSet presAssocID="{03C281E7-DDB5-49A7-B1F9-898033612503}" presName="hierChild4" presStyleCnt="0"/>
      <dgm:spPr/>
    </dgm:pt>
    <dgm:pt modelId="{BED6AAC5-C0C0-4C11-B4AB-D54063408A74}" type="pres">
      <dgm:prSet presAssocID="{03C281E7-DDB5-49A7-B1F9-898033612503}" presName="hierChild5" presStyleCnt="0"/>
      <dgm:spPr/>
    </dgm:pt>
    <dgm:pt modelId="{EBF61DE1-0F6D-45CE-A263-6AB14AA4E1E8}" type="pres">
      <dgm:prSet presAssocID="{A4AA5E78-2E83-4F60-8055-685BC550D62A}" presName="hierChild5" presStyleCnt="0"/>
      <dgm:spPr/>
    </dgm:pt>
    <dgm:pt modelId="{76F73F54-7CB1-4ACE-9038-DE46166D4079}" type="pres">
      <dgm:prSet presAssocID="{4F7FBD52-D6A1-4338-9771-F2002E5F6B75}" presName="Name37" presStyleLbl="parChTrans1D2" presStyleIdx="2" presStyleCnt="6"/>
      <dgm:spPr/>
    </dgm:pt>
    <dgm:pt modelId="{99383A52-9AB1-4F92-ABEA-F03CA30EA2F2}" type="pres">
      <dgm:prSet presAssocID="{1E34E429-3B1C-474D-9623-B03C5A0898DC}" presName="hierRoot2" presStyleCnt="0">
        <dgm:presLayoutVars>
          <dgm:hierBranch val="init"/>
        </dgm:presLayoutVars>
      </dgm:prSet>
      <dgm:spPr/>
    </dgm:pt>
    <dgm:pt modelId="{700BDA7A-ABE4-49C4-8A68-B80BB307BA4A}" type="pres">
      <dgm:prSet presAssocID="{1E34E429-3B1C-474D-9623-B03C5A0898DC}" presName="rootComposite" presStyleCnt="0"/>
      <dgm:spPr/>
    </dgm:pt>
    <dgm:pt modelId="{ECF10C6A-7C39-40A8-BEE0-63935E4B7D7A}" type="pres">
      <dgm:prSet presAssocID="{1E34E429-3B1C-474D-9623-B03C5A0898DC}" presName="rootText" presStyleLbl="node2" presStyleIdx="2" presStyleCnt="6" custScaleX="84493" custLinFactNeighborX="-21539" custLinFactNeighborY="-1">
        <dgm:presLayoutVars>
          <dgm:chPref val="3"/>
        </dgm:presLayoutVars>
      </dgm:prSet>
      <dgm:spPr/>
    </dgm:pt>
    <dgm:pt modelId="{A4AD4397-C90E-45FC-8C14-4EBF84B8DC03}" type="pres">
      <dgm:prSet presAssocID="{1E34E429-3B1C-474D-9623-B03C5A0898DC}" presName="rootConnector" presStyleLbl="node2" presStyleIdx="2" presStyleCnt="6"/>
      <dgm:spPr/>
    </dgm:pt>
    <dgm:pt modelId="{AB8C4CF8-4D03-49DB-B3A8-5ABD24D6D5EC}" type="pres">
      <dgm:prSet presAssocID="{1E34E429-3B1C-474D-9623-B03C5A0898DC}" presName="hierChild4" presStyleCnt="0"/>
      <dgm:spPr/>
    </dgm:pt>
    <dgm:pt modelId="{5EC49BDC-1198-492C-A48D-927DDAE0DB7E}" type="pres">
      <dgm:prSet presAssocID="{B088BEBF-AE62-4103-8EC7-80EA85259D7F}" presName="Name37" presStyleLbl="parChTrans1D3" presStyleIdx="12" presStyleCnt="19"/>
      <dgm:spPr/>
    </dgm:pt>
    <dgm:pt modelId="{FB0456DE-DCA6-46D0-9036-94FB756CCAFF}" type="pres">
      <dgm:prSet presAssocID="{A14220CC-E46E-4BB5-A14B-0F59CA674199}" presName="hierRoot2" presStyleCnt="0">
        <dgm:presLayoutVars>
          <dgm:hierBranch val="init"/>
        </dgm:presLayoutVars>
      </dgm:prSet>
      <dgm:spPr/>
    </dgm:pt>
    <dgm:pt modelId="{FA88357A-9A11-4531-ADB4-A141CBC9965C}" type="pres">
      <dgm:prSet presAssocID="{A14220CC-E46E-4BB5-A14B-0F59CA674199}" presName="rootComposite" presStyleCnt="0"/>
      <dgm:spPr/>
    </dgm:pt>
    <dgm:pt modelId="{0B44B6FA-92BD-4B30-B532-624F03EFA2BF}" type="pres">
      <dgm:prSet presAssocID="{A14220CC-E46E-4BB5-A14B-0F59CA674199}" presName="rootText" presStyleLbl="node3" presStyleIdx="12" presStyleCnt="19" custScaleX="103176" custScaleY="55711" custLinFactNeighborX="-21539" custLinFactNeighborY="-1601">
        <dgm:presLayoutVars>
          <dgm:chPref val="3"/>
        </dgm:presLayoutVars>
      </dgm:prSet>
      <dgm:spPr/>
    </dgm:pt>
    <dgm:pt modelId="{D78ABB9C-53B2-4EF8-A526-5BCB628E7D39}" type="pres">
      <dgm:prSet presAssocID="{A14220CC-E46E-4BB5-A14B-0F59CA674199}" presName="rootConnector" presStyleLbl="node3" presStyleIdx="12" presStyleCnt="19"/>
      <dgm:spPr/>
    </dgm:pt>
    <dgm:pt modelId="{02871712-484F-4BC7-8C6D-3EC886B5AF35}" type="pres">
      <dgm:prSet presAssocID="{A14220CC-E46E-4BB5-A14B-0F59CA674199}" presName="hierChild4" presStyleCnt="0"/>
      <dgm:spPr/>
    </dgm:pt>
    <dgm:pt modelId="{546C9F8B-6DA5-4AB9-9197-2A46EA4E9922}" type="pres">
      <dgm:prSet presAssocID="{A14220CC-E46E-4BB5-A14B-0F59CA674199}" presName="hierChild5" presStyleCnt="0"/>
      <dgm:spPr/>
    </dgm:pt>
    <dgm:pt modelId="{6829F625-52FD-4A27-983B-23F1A2EF7B61}" type="pres">
      <dgm:prSet presAssocID="{1E34E429-3B1C-474D-9623-B03C5A0898DC}" presName="hierChild5" presStyleCnt="0"/>
      <dgm:spPr/>
    </dgm:pt>
    <dgm:pt modelId="{C30796C7-D7C4-4878-AB65-50CA96A8AD01}" type="pres">
      <dgm:prSet presAssocID="{334B7B4A-A0EC-4BE3-BD57-2D500CC655D9}" presName="Name37" presStyleLbl="parChTrans1D2" presStyleIdx="3" presStyleCnt="6"/>
      <dgm:spPr/>
    </dgm:pt>
    <dgm:pt modelId="{F916A926-B076-484A-B58D-273DEC6B40F5}" type="pres">
      <dgm:prSet presAssocID="{BC0BE655-0F5F-495D-9A00-DAC06F460A34}" presName="hierRoot2" presStyleCnt="0">
        <dgm:presLayoutVars>
          <dgm:hierBranch val="init"/>
        </dgm:presLayoutVars>
      </dgm:prSet>
      <dgm:spPr/>
    </dgm:pt>
    <dgm:pt modelId="{6F9958CC-BC89-4365-8699-3AD7D9159D97}" type="pres">
      <dgm:prSet presAssocID="{BC0BE655-0F5F-495D-9A00-DAC06F460A34}" presName="rootComposite" presStyleCnt="0"/>
      <dgm:spPr/>
    </dgm:pt>
    <dgm:pt modelId="{4EA816CB-6AB7-4D30-91D2-E19223664521}" type="pres">
      <dgm:prSet presAssocID="{BC0BE655-0F5F-495D-9A00-DAC06F460A34}" presName="rootText" presStyleLbl="node2" presStyleIdx="3" presStyleCnt="6" custScaleX="96819">
        <dgm:presLayoutVars>
          <dgm:chPref val="3"/>
        </dgm:presLayoutVars>
      </dgm:prSet>
      <dgm:spPr/>
    </dgm:pt>
    <dgm:pt modelId="{09C6F1B5-B497-4EED-B053-BB14AB305045}" type="pres">
      <dgm:prSet presAssocID="{BC0BE655-0F5F-495D-9A00-DAC06F460A34}" presName="rootConnector" presStyleLbl="node2" presStyleIdx="3" presStyleCnt="6"/>
      <dgm:spPr/>
    </dgm:pt>
    <dgm:pt modelId="{C1BA8958-8495-4827-B5A9-6B1096CD1905}" type="pres">
      <dgm:prSet presAssocID="{BC0BE655-0F5F-495D-9A00-DAC06F460A34}" presName="hierChild4" presStyleCnt="0"/>
      <dgm:spPr/>
    </dgm:pt>
    <dgm:pt modelId="{4A297940-E560-43F1-B899-D90CAFEFF9F9}" type="pres">
      <dgm:prSet presAssocID="{6EDA1C38-4764-4423-8060-5ED8CCC0F01A}" presName="Name37" presStyleLbl="parChTrans1D3" presStyleIdx="13" presStyleCnt="19"/>
      <dgm:spPr/>
    </dgm:pt>
    <dgm:pt modelId="{58AFF325-7802-426B-9BF6-208D702CB128}" type="pres">
      <dgm:prSet presAssocID="{743610C1-9835-4646-A186-61AF59C69A49}" presName="hierRoot2" presStyleCnt="0">
        <dgm:presLayoutVars>
          <dgm:hierBranch val="init"/>
        </dgm:presLayoutVars>
      </dgm:prSet>
      <dgm:spPr/>
    </dgm:pt>
    <dgm:pt modelId="{77F82E10-48DC-49DC-BC5E-65A4287BE15A}" type="pres">
      <dgm:prSet presAssocID="{743610C1-9835-4646-A186-61AF59C69A49}" presName="rootComposite" presStyleCnt="0"/>
      <dgm:spPr/>
    </dgm:pt>
    <dgm:pt modelId="{70190753-20EF-468A-AF58-9CECB07CAC07}" type="pres">
      <dgm:prSet presAssocID="{743610C1-9835-4646-A186-61AF59C69A49}" presName="rootText" presStyleLbl="node3" presStyleIdx="13" presStyleCnt="19" custScaleX="110054" custScaleY="55711">
        <dgm:presLayoutVars>
          <dgm:chPref val="3"/>
        </dgm:presLayoutVars>
      </dgm:prSet>
      <dgm:spPr/>
    </dgm:pt>
    <dgm:pt modelId="{8E822BBC-7809-41B0-93E1-6B60FE855730}" type="pres">
      <dgm:prSet presAssocID="{743610C1-9835-4646-A186-61AF59C69A49}" presName="rootConnector" presStyleLbl="node3" presStyleIdx="13" presStyleCnt="19"/>
      <dgm:spPr/>
    </dgm:pt>
    <dgm:pt modelId="{25E92C3B-C2F3-40C3-9D18-F79BC0A145D3}" type="pres">
      <dgm:prSet presAssocID="{743610C1-9835-4646-A186-61AF59C69A49}" presName="hierChild4" presStyleCnt="0"/>
      <dgm:spPr/>
    </dgm:pt>
    <dgm:pt modelId="{F66023ED-7D5F-4346-8C2D-C8682426D59D}" type="pres">
      <dgm:prSet presAssocID="{743610C1-9835-4646-A186-61AF59C69A49}" presName="hierChild5" presStyleCnt="0"/>
      <dgm:spPr/>
    </dgm:pt>
    <dgm:pt modelId="{42CC8CFF-2ACE-4287-8A38-FE0B19AB0E8A}" type="pres">
      <dgm:prSet presAssocID="{47311D9D-83D8-4ACE-B991-1A0240300974}" presName="Name37" presStyleLbl="parChTrans1D3" presStyleIdx="14" presStyleCnt="19"/>
      <dgm:spPr/>
    </dgm:pt>
    <dgm:pt modelId="{86D86365-603A-4783-AC2D-E60FDC38C582}" type="pres">
      <dgm:prSet presAssocID="{B6D2EDFE-802F-4E0C-93BF-A0ED98D0E7F6}" presName="hierRoot2" presStyleCnt="0">
        <dgm:presLayoutVars>
          <dgm:hierBranch val="init"/>
        </dgm:presLayoutVars>
      </dgm:prSet>
      <dgm:spPr/>
    </dgm:pt>
    <dgm:pt modelId="{272CA3A7-9335-48BE-AE9A-E637B042E271}" type="pres">
      <dgm:prSet presAssocID="{B6D2EDFE-802F-4E0C-93BF-A0ED98D0E7F6}" presName="rootComposite" presStyleCnt="0"/>
      <dgm:spPr/>
    </dgm:pt>
    <dgm:pt modelId="{66591EBC-DAA4-4B50-99CE-1E8801ECC50E}" type="pres">
      <dgm:prSet presAssocID="{B6D2EDFE-802F-4E0C-93BF-A0ED98D0E7F6}" presName="rootText" presStyleLbl="node3" presStyleIdx="14" presStyleCnt="19" custScaleX="110054" custScaleY="55711">
        <dgm:presLayoutVars>
          <dgm:chPref val="3"/>
        </dgm:presLayoutVars>
      </dgm:prSet>
      <dgm:spPr/>
    </dgm:pt>
    <dgm:pt modelId="{32FF7B22-6423-4937-B02E-A59789120BA9}" type="pres">
      <dgm:prSet presAssocID="{B6D2EDFE-802F-4E0C-93BF-A0ED98D0E7F6}" presName="rootConnector" presStyleLbl="node3" presStyleIdx="14" presStyleCnt="19"/>
      <dgm:spPr/>
    </dgm:pt>
    <dgm:pt modelId="{6E43B992-AE0E-4AF9-8926-B4CF444F8DE9}" type="pres">
      <dgm:prSet presAssocID="{B6D2EDFE-802F-4E0C-93BF-A0ED98D0E7F6}" presName="hierChild4" presStyleCnt="0"/>
      <dgm:spPr/>
    </dgm:pt>
    <dgm:pt modelId="{EDD009A6-934B-46FD-81D8-C9099D8FD38C}" type="pres">
      <dgm:prSet presAssocID="{B6D2EDFE-802F-4E0C-93BF-A0ED98D0E7F6}" presName="hierChild5" presStyleCnt="0"/>
      <dgm:spPr/>
    </dgm:pt>
    <dgm:pt modelId="{B02A68B2-BD1F-469F-95C3-E963CE3879AA}" type="pres">
      <dgm:prSet presAssocID="{4E44B729-4FD2-400E-8B90-BD1D868B0915}" presName="Name37" presStyleLbl="parChTrans1D3" presStyleIdx="15" presStyleCnt="19"/>
      <dgm:spPr/>
    </dgm:pt>
    <dgm:pt modelId="{C6767614-A614-41C9-8842-01ED0477FC7A}" type="pres">
      <dgm:prSet presAssocID="{F35C074E-D97A-4488-BCC5-DD2EC3E4159B}" presName="hierRoot2" presStyleCnt="0">
        <dgm:presLayoutVars>
          <dgm:hierBranch val="init"/>
        </dgm:presLayoutVars>
      </dgm:prSet>
      <dgm:spPr/>
    </dgm:pt>
    <dgm:pt modelId="{0542CC96-E471-4E1F-845B-088CAD3A40B0}" type="pres">
      <dgm:prSet presAssocID="{F35C074E-D97A-4488-BCC5-DD2EC3E4159B}" presName="rootComposite" presStyleCnt="0"/>
      <dgm:spPr/>
    </dgm:pt>
    <dgm:pt modelId="{2560D3C0-49B9-4733-B1A3-1F04E90C7D41}" type="pres">
      <dgm:prSet presAssocID="{F35C074E-D97A-4488-BCC5-DD2EC3E4159B}" presName="rootText" presStyleLbl="node3" presStyleIdx="15" presStyleCnt="19" custScaleX="110054" custScaleY="55711">
        <dgm:presLayoutVars>
          <dgm:chPref val="3"/>
        </dgm:presLayoutVars>
      </dgm:prSet>
      <dgm:spPr/>
    </dgm:pt>
    <dgm:pt modelId="{26D402BA-D5F0-485D-A419-0325DD84E60A}" type="pres">
      <dgm:prSet presAssocID="{F35C074E-D97A-4488-BCC5-DD2EC3E4159B}" presName="rootConnector" presStyleLbl="node3" presStyleIdx="15" presStyleCnt="19"/>
      <dgm:spPr/>
    </dgm:pt>
    <dgm:pt modelId="{F925E2A5-4682-41D7-BA28-F4DB21388B02}" type="pres">
      <dgm:prSet presAssocID="{F35C074E-D97A-4488-BCC5-DD2EC3E4159B}" presName="hierChild4" presStyleCnt="0"/>
      <dgm:spPr/>
    </dgm:pt>
    <dgm:pt modelId="{8B74D4C1-1E7C-46EE-9C03-140498DFE852}" type="pres">
      <dgm:prSet presAssocID="{F35C074E-D97A-4488-BCC5-DD2EC3E4159B}" presName="hierChild5" presStyleCnt="0"/>
      <dgm:spPr/>
    </dgm:pt>
    <dgm:pt modelId="{382F202C-55A1-461E-991A-D4DE37D7E4A7}" type="pres">
      <dgm:prSet presAssocID="{BC0BE655-0F5F-495D-9A00-DAC06F460A34}" presName="hierChild5" presStyleCnt="0"/>
      <dgm:spPr/>
    </dgm:pt>
    <dgm:pt modelId="{C0B8E8F5-5261-4BB8-8351-F41EEE304B89}" type="pres">
      <dgm:prSet presAssocID="{3C498F2D-6E89-4945-84AB-C0166F5E6B66}" presName="Name37" presStyleLbl="parChTrans1D2" presStyleIdx="4" presStyleCnt="6"/>
      <dgm:spPr/>
    </dgm:pt>
    <dgm:pt modelId="{236F92CB-D31E-4F28-81C2-76128CF1F566}" type="pres">
      <dgm:prSet presAssocID="{D379CC98-9369-4B4E-AFF9-DCF4FDEA7672}" presName="hierRoot2" presStyleCnt="0">
        <dgm:presLayoutVars>
          <dgm:hierBranch val="init"/>
        </dgm:presLayoutVars>
      </dgm:prSet>
      <dgm:spPr/>
    </dgm:pt>
    <dgm:pt modelId="{56342D74-3305-4F2B-ADFA-0BEE07A3656A}" type="pres">
      <dgm:prSet presAssocID="{D379CC98-9369-4B4E-AFF9-DCF4FDEA7672}" presName="rootComposite" presStyleCnt="0"/>
      <dgm:spPr/>
    </dgm:pt>
    <dgm:pt modelId="{6E874E0E-CD39-4B8F-8BB1-758447ADE981}" type="pres">
      <dgm:prSet presAssocID="{D379CC98-9369-4B4E-AFF9-DCF4FDEA7672}" presName="rootText" presStyleLbl="node2" presStyleIdx="4" presStyleCnt="6" custLinFactNeighborX="20000">
        <dgm:presLayoutVars>
          <dgm:chPref val="3"/>
        </dgm:presLayoutVars>
      </dgm:prSet>
      <dgm:spPr/>
    </dgm:pt>
    <dgm:pt modelId="{95E33629-8A2C-4CAF-81CE-282569EE9D0C}" type="pres">
      <dgm:prSet presAssocID="{D379CC98-9369-4B4E-AFF9-DCF4FDEA7672}" presName="rootConnector" presStyleLbl="node2" presStyleIdx="4" presStyleCnt="6"/>
      <dgm:spPr/>
    </dgm:pt>
    <dgm:pt modelId="{B196C684-3D59-440C-8B60-A53FA93F2757}" type="pres">
      <dgm:prSet presAssocID="{D379CC98-9369-4B4E-AFF9-DCF4FDEA7672}" presName="hierChild4" presStyleCnt="0"/>
      <dgm:spPr/>
    </dgm:pt>
    <dgm:pt modelId="{17F2FE89-923D-4F3C-99B5-26302345BAA2}" type="pres">
      <dgm:prSet presAssocID="{3878C5AF-3488-462E-B12B-FB7AE2419769}" presName="Name37" presStyleLbl="parChTrans1D3" presStyleIdx="16" presStyleCnt="19"/>
      <dgm:spPr/>
    </dgm:pt>
    <dgm:pt modelId="{D16FD5DF-7BA5-49A0-B0A4-C1F7C069EB47}" type="pres">
      <dgm:prSet presAssocID="{C7CCA8F1-3F96-4E96-90F5-ECD1D2FEC15E}" presName="hierRoot2" presStyleCnt="0">
        <dgm:presLayoutVars>
          <dgm:hierBranch val="init"/>
        </dgm:presLayoutVars>
      </dgm:prSet>
      <dgm:spPr/>
    </dgm:pt>
    <dgm:pt modelId="{AF27F899-9B0D-4ABE-974F-E6E18258E1B5}" type="pres">
      <dgm:prSet presAssocID="{C7CCA8F1-3F96-4E96-90F5-ECD1D2FEC15E}" presName="rootComposite" presStyleCnt="0"/>
      <dgm:spPr/>
    </dgm:pt>
    <dgm:pt modelId="{12560C36-BCE1-4E78-ABEE-409BD084B9EA}" type="pres">
      <dgm:prSet presAssocID="{C7CCA8F1-3F96-4E96-90F5-ECD1D2FEC15E}" presName="rootText" presStyleLbl="node3" presStyleIdx="16" presStyleCnt="19" custScaleX="143000" custScaleY="56291" custLinFactNeighborX="20000">
        <dgm:presLayoutVars>
          <dgm:chPref val="3"/>
        </dgm:presLayoutVars>
      </dgm:prSet>
      <dgm:spPr/>
    </dgm:pt>
    <dgm:pt modelId="{4C531565-A2C7-41DC-87BC-5057A3499B96}" type="pres">
      <dgm:prSet presAssocID="{C7CCA8F1-3F96-4E96-90F5-ECD1D2FEC15E}" presName="rootConnector" presStyleLbl="node3" presStyleIdx="16" presStyleCnt="19"/>
      <dgm:spPr/>
    </dgm:pt>
    <dgm:pt modelId="{0DA4C9FB-CCC5-4A89-85F0-2DDA7F6DD190}" type="pres">
      <dgm:prSet presAssocID="{C7CCA8F1-3F96-4E96-90F5-ECD1D2FEC15E}" presName="hierChild4" presStyleCnt="0"/>
      <dgm:spPr/>
    </dgm:pt>
    <dgm:pt modelId="{405F07E1-D709-418A-A90E-2284D9C3B2A0}" type="pres">
      <dgm:prSet presAssocID="{C7CCA8F1-3F96-4E96-90F5-ECD1D2FEC15E}" presName="hierChild5" presStyleCnt="0"/>
      <dgm:spPr/>
    </dgm:pt>
    <dgm:pt modelId="{6E2DF728-2406-4D4A-B12B-3DCA45DC5000}" type="pres">
      <dgm:prSet presAssocID="{D379CC98-9369-4B4E-AFF9-DCF4FDEA7672}" presName="hierChild5" presStyleCnt="0"/>
      <dgm:spPr/>
    </dgm:pt>
    <dgm:pt modelId="{A34E8E39-F97B-4FAC-A009-AC9A2E8FD6EA}" type="pres">
      <dgm:prSet presAssocID="{4F079034-0A01-4BF7-A6C0-E37F7B442244}" presName="Name37" presStyleLbl="parChTrans1D2" presStyleIdx="5" presStyleCnt="6"/>
      <dgm:spPr/>
    </dgm:pt>
    <dgm:pt modelId="{4D4935E0-470B-454A-A087-85E63B7D9A3D}" type="pres">
      <dgm:prSet presAssocID="{35B1A56A-297B-4326-8815-E7CCDD729A8D}" presName="hierRoot2" presStyleCnt="0">
        <dgm:presLayoutVars>
          <dgm:hierBranch val="init"/>
        </dgm:presLayoutVars>
      </dgm:prSet>
      <dgm:spPr/>
    </dgm:pt>
    <dgm:pt modelId="{8841BE60-D5A5-4602-992C-6A2EFEA8B6E9}" type="pres">
      <dgm:prSet presAssocID="{35B1A56A-297B-4326-8815-E7CCDD729A8D}" presName="rootComposite" presStyleCnt="0"/>
      <dgm:spPr/>
    </dgm:pt>
    <dgm:pt modelId="{4DD3E079-E659-4CAA-8BD1-A49E007B995A}" type="pres">
      <dgm:prSet presAssocID="{35B1A56A-297B-4326-8815-E7CCDD729A8D}" presName="rootText" presStyleLbl="node2" presStyleIdx="5" presStyleCnt="6" custScaleX="131869" custLinFactNeighborX="51990">
        <dgm:presLayoutVars>
          <dgm:chPref val="3"/>
        </dgm:presLayoutVars>
      </dgm:prSet>
      <dgm:spPr/>
    </dgm:pt>
    <dgm:pt modelId="{D9E03D1D-3156-453F-9BB7-DA2043496990}" type="pres">
      <dgm:prSet presAssocID="{35B1A56A-297B-4326-8815-E7CCDD729A8D}" presName="rootConnector" presStyleLbl="node2" presStyleIdx="5" presStyleCnt="6"/>
      <dgm:spPr/>
    </dgm:pt>
    <dgm:pt modelId="{F347771F-D50D-412C-8DDA-267B4155D226}" type="pres">
      <dgm:prSet presAssocID="{35B1A56A-297B-4326-8815-E7CCDD729A8D}" presName="hierChild4" presStyleCnt="0"/>
      <dgm:spPr/>
    </dgm:pt>
    <dgm:pt modelId="{E0B4E239-EA6D-4AB8-BFBD-3C844A00FCCC}" type="pres">
      <dgm:prSet presAssocID="{8DC9798A-47C2-4F1F-B828-299329938384}" presName="Name37" presStyleLbl="parChTrans1D3" presStyleIdx="17" presStyleCnt="19"/>
      <dgm:spPr/>
    </dgm:pt>
    <dgm:pt modelId="{547F3F0F-C869-452C-AC0B-ACDEEE90C3D8}" type="pres">
      <dgm:prSet presAssocID="{192579A5-D0C0-4988-A61F-D700CAF33C1A}" presName="hierRoot2" presStyleCnt="0">
        <dgm:presLayoutVars>
          <dgm:hierBranch val="init"/>
        </dgm:presLayoutVars>
      </dgm:prSet>
      <dgm:spPr/>
    </dgm:pt>
    <dgm:pt modelId="{389E7A89-D3C7-4639-8DBD-685CDE7FE2B7}" type="pres">
      <dgm:prSet presAssocID="{192579A5-D0C0-4988-A61F-D700CAF33C1A}" presName="rootComposite" presStyleCnt="0"/>
      <dgm:spPr/>
    </dgm:pt>
    <dgm:pt modelId="{A0A5AC44-05D8-4ED1-B764-B9483CFC86FD}" type="pres">
      <dgm:prSet presAssocID="{192579A5-D0C0-4988-A61F-D700CAF33C1A}" presName="rootText" presStyleLbl="node3" presStyleIdx="17" presStyleCnt="19" custLinFactNeighborX="51990">
        <dgm:presLayoutVars>
          <dgm:chPref val="3"/>
        </dgm:presLayoutVars>
      </dgm:prSet>
      <dgm:spPr/>
    </dgm:pt>
    <dgm:pt modelId="{F761C7CE-19C7-4BC6-8BE6-623B1A9A9A85}" type="pres">
      <dgm:prSet presAssocID="{192579A5-D0C0-4988-A61F-D700CAF33C1A}" presName="rootConnector" presStyleLbl="node3" presStyleIdx="17" presStyleCnt="19"/>
      <dgm:spPr/>
    </dgm:pt>
    <dgm:pt modelId="{E66A1A22-D86F-4874-B8FC-4CF8FA5CD49C}" type="pres">
      <dgm:prSet presAssocID="{192579A5-D0C0-4988-A61F-D700CAF33C1A}" presName="hierChild4" presStyleCnt="0"/>
      <dgm:spPr/>
    </dgm:pt>
    <dgm:pt modelId="{AB496B2D-69D2-4157-BA6A-0F8CC3ED1178}" type="pres">
      <dgm:prSet presAssocID="{192579A5-D0C0-4988-A61F-D700CAF33C1A}" presName="hierChild5" presStyleCnt="0"/>
      <dgm:spPr/>
    </dgm:pt>
    <dgm:pt modelId="{0B257208-B03D-4873-BD72-64C0BFE7BB80}" type="pres">
      <dgm:prSet presAssocID="{32518531-7CC5-462C-AFF4-DB44ACB99C69}" presName="Name37" presStyleLbl="parChTrans1D3" presStyleIdx="18" presStyleCnt="19"/>
      <dgm:spPr/>
    </dgm:pt>
    <dgm:pt modelId="{C74AA743-F5B5-429A-BD28-6C9F37B7255E}" type="pres">
      <dgm:prSet presAssocID="{3D084AE4-D05E-494C-B4E3-F39A1D52C591}" presName="hierRoot2" presStyleCnt="0">
        <dgm:presLayoutVars>
          <dgm:hierBranch val="init"/>
        </dgm:presLayoutVars>
      </dgm:prSet>
      <dgm:spPr/>
    </dgm:pt>
    <dgm:pt modelId="{1A4E0DEC-2790-4A23-A0EE-5FB93136B028}" type="pres">
      <dgm:prSet presAssocID="{3D084AE4-D05E-494C-B4E3-F39A1D52C591}" presName="rootComposite" presStyleCnt="0"/>
      <dgm:spPr/>
    </dgm:pt>
    <dgm:pt modelId="{D822EDDF-D7BE-4830-8BE1-464128AA5270}" type="pres">
      <dgm:prSet presAssocID="{3D084AE4-D05E-494C-B4E3-F39A1D52C591}" presName="rootText" presStyleLbl="node3" presStyleIdx="18" presStyleCnt="19" custLinFactNeighborX="51990">
        <dgm:presLayoutVars>
          <dgm:chPref val="3"/>
        </dgm:presLayoutVars>
      </dgm:prSet>
      <dgm:spPr/>
    </dgm:pt>
    <dgm:pt modelId="{73027393-6A6F-4408-9F37-DF56B6C1A56F}" type="pres">
      <dgm:prSet presAssocID="{3D084AE4-D05E-494C-B4E3-F39A1D52C591}" presName="rootConnector" presStyleLbl="node3" presStyleIdx="18" presStyleCnt="19"/>
      <dgm:spPr/>
    </dgm:pt>
    <dgm:pt modelId="{0FAFB2FA-1E3D-4680-9983-9A714AC23D13}" type="pres">
      <dgm:prSet presAssocID="{3D084AE4-D05E-494C-B4E3-F39A1D52C591}" presName="hierChild4" presStyleCnt="0"/>
      <dgm:spPr/>
    </dgm:pt>
    <dgm:pt modelId="{044CC11F-4EF7-46C2-8458-8D6B630BEF9F}" type="pres">
      <dgm:prSet presAssocID="{3D084AE4-D05E-494C-B4E3-F39A1D52C591}" presName="hierChild5" presStyleCnt="0"/>
      <dgm:spPr/>
    </dgm:pt>
    <dgm:pt modelId="{C4D73A07-34F5-42CA-9616-6CDA7ECFA37F}" type="pres">
      <dgm:prSet presAssocID="{35B1A56A-297B-4326-8815-E7CCDD729A8D}" presName="hierChild5" presStyleCnt="0"/>
      <dgm:spPr/>
    </dgm:pt>
    <dgm:pt modelId="{B4C903CE-321E-4209-B68E-F21CA6A88E37}" type="pres">
      <dgm:prSet presAssocID="{4224F16D-E4C0-4250-9EFA-7C747A39F793}" presName="hierChild3" presStyleCnt="0"/>
      <dgm:spPr/>
    </dgm:pt>
  </dgm:ptLst>
  <dgm:cxnLst>
    <dgm:cxn modelId="{09A5E601-A666-40F3-8388-CEA0D4F2B5A1}" type="presOf" srcId="{192579A5-D0C0-4988-A61F-D700CAF33C1A}" destId="{F761C7CE-19C7-4BC6-8BE6-623B1A9A9A85}" srcOrd="1" destOrd="0" presId="urn:microsoft.com/office/officeart/2005/8/layout/orgChart1"/>
    <dgm:cxn modelId="{26E6C904-B0E8-42BA-BECC-F0EBAD93C00F}" type="presOf" srcId="{F53F0496-01AD-40B1-BEC5-C28B736DB0ED}" destId="{C588F604-4C71-459E-9996-F4A026851A65}" srcOrd="0" destOrd="0" presId="urn:microsoft.com/office/officeart/2005/8/layout/orgChart1"/>
    <dgm:cxn modelId="{C01D3D05-0290-40E1-B6DD-FD6C8EF12043}" srcId="{35B1A56A-297B-4326-8815-E7CCDD729A8D}" destId="{192579A5-D0C0-4988-A61F-D700CAF33C1A}" srcOrd="0" destOrd="0" parTransId="{8DC9798A-47C2-4F1F-B828-299329938384}" sibTransId="{A7E6D7B2-BB6E-4758-A632-1385A3A872FF}"/>
    <dgm:cxn modelId="{26941406-0D38-47F7-B9FC-6133027B49EF}" type="presOf" srcId="{3D084AE4-D05E-494C-B4E3-F39A1D52C591}" destId="{73027393-6A6F-4408-9F37-DF56B6C1A56F}" srcOrd="1" destOrd="0" presId="urn:microsoft.com/office/officeart/2005/8/layout/orgChart1"/>
    <dgm:cxn modelId="{0F9D7608-C575-4A39-B343-A20803F3485F}" srcId="{A4AA5E78-2E83-4F60-8055-685BC550D62A}" destId="{03C281E7-DDB5-49A7-B1F9-898033612503}" srcOrd="5" destOrd="0" parTransId="{AD1672D5-A022-4166-B47C-FDADE706D3DF}" sibTransId="{7E4A52EC-6D57-4D82-AA8E-ADC5C6967529}"/>
    <dgm:cxn modelId="{5A22C309-0586-4676-BBD3-0E8848D1186D}" srcId="{633632CF-3971-4DAE-9D7B-30F94F90EF74}" destId="{9C26E6AD-47AB-46A2-B2EA-EF1F57DFDC1B}" srcOrd="0" destOrd="0" parTransId="{F77BA94F-5F5A-4244-B671-7D147C089B9A}" sibTransId="{511E7827-8C48-4812-81C5-1BFB2F3AE3BA}"/>
    <dgm:cxn modelId="{F353F209-C4B0-4766-A6E1-1C7762CC4FDB}" type="presOf" srcId="{D379CC98-9369-4B4E-AFF9-DCF4FDEA7672}" destId="{6E874E0E-CD39-4B8F-8BB1-758447ADE981}" srcOrd="0" destOrd="0" presId="urn:microsoft.com/office/officeart/2005/8/layout/orgChart1"/>
    <dgm:cxn modelId="{AABB930D-DC23-4E82-ABF4-3D4B2E8F5433}" type="presOf" srcId="{A14220CC-E46E-4BB5-A14B-0F59CA674199}" destId="{D78ABB9C-53B2-4EF8-A526-5BCB628E7D39}" srcOrd="1" destOrd="0" presId="urn:microsoft.com/office/officeart/2005/8/layout/orgChart1"/>
    <dgm:cxn modelId="{8A946119-3312-4101-BB56-3CFA545996DF}" type="presOf" srcId="{4224F16D-E4C0-4250-9EFA-7C747A39F793}" destId="{241526F4-D093-4E9D-BAED-0695FD37EEE8}" srcOrd="0" destOrd="0" presId="urn:microsoft.com/office/officeart/2005/8/layout/orgChart1"/>
    <dgm:cxn modelId="{73FDD51A-3DA9-4A11-9DD9-6B5AF8DD1E32}" type="presOf" srcId="{B6D2EDFE-802F-4E0C-93BF-A0ED98D0E7F6}" destId="{32FF7B22-6423-4937-B02E-A59789120BA9}" srcOrd="1" destOrd="0" presId="urn:microsoft.com/office/officeart/2005/8/layout/orgChart1"/>
    <dgm:cxn modelId="{777BBB1E-A092-4BFA-A01E-15F297309BC0}" srcId="{A4AA5E78-2E83-4F60-8055-685BC550D62A}" destId="{A5734974-0BE2-4CD5-99FC-825F199813B3}" srcOrd="3" destOrd="0" parTransId="{8C2BF4B1-B6F2-4A77-97BB-A66B22F99EB5}" sibTransId="{EBB34965-3941-495F-8828-2B62F607CF25}"/>
    <dgm:cxn modelId="{75EEB51F-688A-4101-8FD7-61870043EC21}" type="presOf" srcId="{4224F16D-E4C0-4250-9EFA-7C747A39F793}" destId="{33BDA6D9-DC2C-4318-B5F5-6BC0E90EE1BF}" srcOrd="1" destOrd="0" presId="urn:microsoft.com/office/officeart/2005/8/layout/orgChart1"/>
    <dgm:cxn modelId="{672DF41F-2485-47C2-AC6A-429D6B742CA4}" type="presOf" srcId="{A4AA5E78-2E83-4F60-8055-685BC550D62A}" destId="{AD6FCBA5-107F-4E39-9D14-0F9C209CE42B}" srcOrd="0" destOrd="0" presId="urn:microsoft.com/office/officeart/2005/8/layout/orgChart1"/>
    <dgm:cxn modelId="{B36B9622-12BA-4A66-A592-25CFB7BAB026}" type="presOf" srcId="{8D362794-51A7-4CE6-994A-4BED6DDDD02F}" destId="{81296338-A6D9-4B44-A1AD-46A27B3F01A8}" srcOrd="1" destOrd="0" presId="urn:microsoft.com/office/officeart/2005/8/layout/orgChart1"/>
    <dgm:cxn modelId="{6A36E522-6199-4A24-85CB-7F85AA422640}" type="presOf" srcId="{C7CCA8F1-3F96-4E96-90F5-ECD1D2FEC15E}" destId="{4C531565-A2C7-41DC-87BC-5057A3499B96}" srcOrd="1" destOrd="0" presId="urn:microsoft.com/office/officeart/2005/8/layout/orgChart1"/>
    <dgm:cxn modelId="{A3248124-22D2-4180-8F9B-6FF9FBDD7450}" type="presOf" srcId="{334B7B4A-A0EC-4BE3-BD57-2D500CC655D9}" destId="{C30796C7-D7C4-4878-AB65-50CA96A8AD01}" srcOrd="0" destOrd="0" presId="urn:microsoft.com/office/officeart/2005/8/layout/orgChart1"/>
    <dgm:cxn modelId="{3CF74433-890B-428F-B358-5BCF09AC00AE}" type="presOf" srcId="{192579A5-D0C0-4988-A61F-D700CAF33C1A}" destId="{A0A5AC44-05D8-4ED1-B764-B9483CFC86FD}" srcOrd="0" destOrd="0" presId="urn:microsoft.com/office/officeart/2005/8/layout/orgChart1"/>
    <dgm:cxn modelId="{807EA633-E7DE-4E18-BA8E-0A3EAA0C411A}" srcId="{4224F16D-E4C0-4250-9EFA-7C747A39F793}" destId="{1E34E429-3B1C-474D-9623-B03C5A0898DC}" srcOrd="2" destOrd="0" parTransId="{4F7FBD52-D6A1-4338-9771-F2002E5F6B75}" sibTransId="{252ADE1E-C336-44E3-B1D6-1F82450F38D6}"/>
    <dgm:cxn modelId="{04C15435-C161-4B89-B68A-766FF58653FF}" srcId="{4224F16D-E4C0-4250-9EFA-7C747A39F793}" destId="{35B1A56A-297B-4326-8815-E7CCDD729A8D}" srcOrd="5" destOrd="0" parTransId="{4F079034-0A01-4BF7-A6C0-E37F7B442244}" sibTransId="{06AE8BEB-D9BA-4651-B908-BB7E024E3256}"/>
    <dgm:cxn modelId="{B318DE36-AADE-4ADE-8223-B4AD14724491}" type="presOf" srcId="{A5734974-0BE2-4CD5-99FC-825F199813B3}" destId="{2A67B270-8617-4E10-A375-0BE24D42FCDD}" srcOrd="1" destOrd="0" presId="urn:microsoft.com/office/officeart/2005/8/layout/orgChart1"/>
    <dgm:cxn modelId="{D9305C38-4639-4BF5-AD26-520BD71520CD}" type="presOf" srcId="{B6D2EDFE-802F-4E0C-93BF-A0ED98D0E7F6}" destId="{66591EBC-DAA4-4B50-99CE-1E8801ECC50E}" srcOrd="0" destOrd="0" presId="urn:microsoft.com/office/officeart/2005/8/layout/orgChart1"/>
    <dgm:cxn modelId="{BD463C39-1F2E-4A7D-A184-B07D199C6F4D}" type="presOf" srcId="{EBC44CF8-5592-46A1-B2EA-2306C7A7B9D8}" destId="{886D2F41-786F-4318-B212-1E2024B15B92}" srcOrd="0" destOrd="0" presId="urn:microsoft.com/office/officeart/2005/8/layout/orgChart1"/>
    <dgm:cxn modelId="{4C33633D-C9B9-4DF1-82C6-4779F205472A}" type="presOf" srcId="{9F45F503-4A73-489C-AE85-E10536341517}" destId="{3F2FD686-4B96-4E90-961D-3F8578F8C453}" srcOrd="0" destOrd="0" presId="urn:microsoft.com/office/officeart/2005/8/layout/orgChart1"/>
    <dgm:cxn modelId="{A2AC595E-6767-4D5D-BF63-62D7F25B2826}" type="presOf" srcId="{D125D46D-5803-498C-8210-A47012081385}" destId="{F0CECF85-B5C3-4F33-9B57-BF760E7F8936}" srcOrd="0" destOrd="0" presId="urn:microsoft.com/office/officeart/2005/8/layout/orgChart1"/>
    <dgm:cxn modelId="{A57D3A66-4A01-446F-871F-6B4D3AE133BC}" type="presOf" srcId="{3878C5AF-3488-462E-B12B-FB7AE2419769}" destId="{17F2FE89-923D-4F3C-99B5-26302345BAA2}" srcOrd="0" destOrd="0" presId="urn:microsoft.com/office/officeart/2005/8/layout/orgChart1"/>
    <dgm:cxn modelId="{60855966-EDB6-45D8-BCAB-0B8F216614F3}" type="presOf" srcId="{884C1984-A1DE-4153-AEE6-77E310F90212}" destId="{D52878E3-FA6D-4AC3-9526-36C011807DD0}" srcOrd="1" destOrd="0" presId="urn:microsoft.com/office/officeart/2005/8/layout/orgChart1"/>
    <dgm:cxn modelId="{2D83E846-9459-4F08-A643-3926E1150A30}" type="presOf" srcId="{789381F5-38E8-4D18-8E95-BD320E8E1B63}" destId="{69E5F15F-E15A-4801-AF72-822CCCE9AB1F}" srcOrd="1" destOrd="0" presId="urn:microsoft.com/office/officeart/2005/8/layout/orgChart1"/>
    <dgm:cxn modelId="{2D0F2247-A216-40B8-8D4C-D1B2BE8034F2}" srcId="{A4AA5E78-2E83-4F60-8055-685BC550D62A}" destId="{D125D46D-5803-498C-8210-A47012081385}" srcOrd="0" destOrd="0" parTransId="{ECBAC60C-C54E-43D5-B4DD-7D03D17F79BB}" sibTransId="{6C9F876D-C243-48CC-A6C6-3E603B596FCC}"/>
    <dgm:cxn modelId="{4914EA47-4013-421C-B000-D16DB0329E7F}" type="presOf" srcId="{03C281E7-DDB5-49A7-B1F9-898033612503}" destId="{284AAC9C-A343-418C-96D3-0EC938A08886}" srcOrd="0" destOrd="0" presId="urn:microsoft.com/office/officeart/2005/8/layout/orgChart1"/>
    <dgm:cxn modelId="{8BF51748-A769-4FB2-BEB1-D7DFBEC4E213}" type="presOf" srcId="{D379CC98-9369-4B4E-AFF9-DCF4FDEA7672}" destId="{95E33629-8A2C-4CAF-81CE-282569EE9D0C}" srcOrd="1" destOrd="0" presId="urn:microsoft.com/office/officeart/2005/8/layout/orgChart1"/>
    <dgm:cxn modelId="{0396DC69-4A34-4D03-ACB1-74F7AD813FC3}" type="presOf" srcId="{ECBAC60C-C54E-43D5-B4DD-7D03D17F79BB}" destId="{6A2A5E04-0027-4083-A33C-78B5179ABE16}" srcOrd="0" destOrd="0" presId="urn:microsoft.com/office/officeart/2005/8/layout/orgChart1"/>
    <dgm:cxn modelId="{5917184B-1580-49C7-85F5-E8AA55ED4AB4}" srcId="{633632CF-3971-4DAE-9D7B-30F94F90EF74}" destId="{45C564E4-40E9-40A3-9415-C70F26DC6101}" srcOrd="3" destOrd="0" parTransId="{89689489-F1A5-4E95-B0DB-755A3DA4438C}" sibTransId="{1A0A6A6E-A427-48F9-BAB2-EAFB47E7C44D}"/>
    <dgm:cxn modelId="{1DA8904C-8FB4-437B-A7D7-4035A1F013A3}" type="presOf" srcId="{D125D46D-5803-498C-8210-A47012081385}" destId="{3DD7B17A-EF6B-4271-8D1D-F6F44750BF7A}" srcOrd="1" destOrd="0" presId="urn:microsoft.com/office/officeart/2005/8/layout/orgChart1"/>
    <dgm:cxn modelId="{E6006B6D-1FA5-4923-AB45-E77CB3871ADC}" srcId="{BC0BE655-0F5F-495D-9A00-DAC06F460A34}" destId="{B6D2EDFE-802F-4E0C-93BF-A0ED98D0E7F6}" srcOrd="1" destOrd="0" parTransId="{47311D9D-83D8-4ACE-B991-1A0240300974}" sibTransId="{2B79E227-8857-4522-97AB-48E450018EF2}"/>
    <dgm:cxn modelId="{1207E84E-CE64-4D3E-97F5-94CC31972A16}" type="presOf" srcId="{9A4EFD8F-03F9-4ED5-B373-EE8E6CEF662D}" destId="{51AD8570-E912-4D3B-AC56-457AA1D5E4F8}" srcOrd="0" destOrd="0" presId="urn:microsoft.com/office/officeart/2005/8/layout/orgChart1"/>
    <dgm:cxn modelId="{1E357270-00A7-4E2E-A647-3AD775402E92}" type="presOf" srcId="{BC0BE655-0F5F-495D-9A00-DAC06F460A34}" destId="{09C6F1B5-B497-4EED-B053-BB14AB305045}" srcOrd="1" destOrd="0" presId="urn:microsoft.com/office/officeart/2005/8/layout/orgChart1"/>
    <dgm:cxn modelId="{A1B68570-27D6-4204-B03A-681D0761A9AC}" type="presOf" srcId="{1E34E429-3B1C-474D-9623-B03C5A0898DC}" destId="{A4AD4397-C90E-45FC-8C14-4EBF84B8DC03}" srcOrd="1" destOrd="0" presId="urn:microsoft.com/office/officeart/2005/8/layout/orgChart1"/>
    <dgm:cxn modelId="{817DC551-98AD-436F-B781-370CC2AD67CE}" type="presOf" srcId="{88CF5CEC-22C5-4BBA-8046-80EB3D1D5343}" destId="{1FFDA1A9-194B-48AB-A17E-DD23F9DA92B1}" srcOrd="0" destOrd="0" presId="urn:microsoft.com/office/officeart/2005/8/layout/orgChart1"/>
    <dgm:cxn modelId="{160EEC72-9932-4590-BF7C-9F4BA6F3FBBC}" type="presOf" srcId="{4E44B729-4FD2-400E-8B90-BD1D868B0915}" destId="{B02A68B2-BD1F-469F-95C3-E963CE3879AA}" srcOrd="0" destOrd="0" presId="urn:microsoft.com/office/officeart/2005/8/layout/orgChart1"/>
    <dgm:cxn modelId="{CF805953-0FE1-4999-A79B-CB786F007E14}" type="presOf" srcId="{D64FE767-F5E9-4BFB-BD3F-EF4B418AB559}" destId="{2CEE59DD-550B-4A18-A1AD-9EB62E296F19}" srcOrd="0" destOrd="0" presId="urn:microsoft.com/office/officeart/2005/8/layout/orgChart1"/>
    <dgm:cxn modelId="{AD9FC974-0CB8-484C-ADD0-1966CE922054}" type="presOf" srcId="{3C498F2D-6E89-4945-84AB-C0166F5E6B66}" destId="{C0B8E8F5-5261-4BB8-8351-F41EEE304B89}" srcOrd="0" destOrd="0" presId="urn:microsoft.com/office/officeart/2005/8/layout/orgChart1"/>
    <dgm:cxn modelId="{D17EF076-3D86-4052-BA2A-AEE023ACA767}" type="presOf" srcId="{45C564E4-40E9-40A3-9415-C70F26DC6101}" destId="{1E9329F2-5F8B-411F-AFB1-645736719AD2}" srcOrd="0" destOrd="0" presId="urn:microsoft.com/office/officeart/2005/8/layout/orgChart1"/>
    <dgm:cxn modelId="{41816977-1DA4-433B-9F43-6E2D4831C40D}" type="presOf" srcId="{B3FB488A-56A7-4EA8-BCA2-4C93732FA7FC}" destId="{C993D4B0-B573-42C4-A863-AB15C8D0AC83}" srcOrd="1" destOrd="0" presId="urn:microsoft.com/office/officeart/2005/8/layout/orgChart1"/>
    <dgm:cxn modelId="{318CF477-C115-4634-B15C-31A2DD787EBE}" type="presOf" srcId="{4F7FBD52-D6A1-4338-9771-F2002E5F6B75}" destId="{76F73F54-7CB1-4ACE-9038-DE46166D4079}" srcOrd="0" destOrd="0" presId="urn:microsoft.com/office/officeart/2005/8/layout/orgChart1"/>
    <dgm:cxn modelId="{19E88178-331F-4528-A981-DAB5A86F8459}" type="presOf" srcId="{3D084AE4-D05E-494C-B4E3-F39A1D52C591}" destId="{D822EDDF-D7BE-4830-8BE1-464128AA5270}" srcOrd="0" destOrd="0" presId="urn:microsoft.com/office/officeart/2005/8/layout/orgChart1"/>
    <dgm:cxn modelId="{233FDA79-2652-40B2-9A95-3363CF9CC73F}" type="presOf" srcId="{F35C074E-D97A-4488-BCC5-DD2EC3E4159B}" destId="{2560D3C0-49B9-4733-B1A3-1F04E90C7D41}" srcOrd="0" destOrd="0" presId="urn:microsoft.com/office/officeart/2005/8/layout/orgChart1"/>
    <dgm:cxn modelId="{7BA4C67A-1DBC-42FC-96E4-2397C651A84A}" type="presOf" srcId="{B088BEBF-AE62-4103-8EC7-80EA85259D7F}" destId="{5EC49BDC-1198-492C-A48D-927DDAE0DB7E}" srcOrd="0" destOrd="0" presId="urn:microsoft.com/office/officeart/2005/8/layout/orgChart1"/>
    <dgm:cxn modelId="{13487F7B-8DC2-4BD8-BBCA-081021E23F87}" srcId="{35B1A56A-297B-4326-8815-E7CCDD729A8D}" destId="{3D084AE4-D05E-494C-B4E3-F39A1D52C591}" srcOrd="1" destOrd="0" parTransId="{32518531-7CC5-462C-AFF4-DB44ACB99C69}" sibTransId="{BA990C9E-6FD3-4A41-BBB1-5006A9BE99DF}"/>
    <dgm:cxn modelId="{5874247F-2422-4E47-8E05-B8808B53F5C9}" srcId="{4224F16D-E4C0-4250-9EFA-7C747A39F793}" destId="{BC0BE655-0F5F-495D-9A00-DAC06F460A34}" srcOrd="3" destOrd="0" parTransId="{334B7B4A-A0EC-4BE3-BD57-2D500CC655D9}" sibTransId="{B44FBCDD-38D0-4763-9095-FA316015ED4F}"/>
    <dgm:cxn modelId="{EB8E2C80-26ED-4FD7-B160-063A61A8DBC3}" type="presOf" srcId="{6EDA1C38-4764-4423-8060-5ED8CCC0F01A}" destId="{4A297940-E560-43F1-B899-D90CAFEFF9F9}" srcOrd="0" destOrd="0" presId="urn:microsoft.com/office/officeart/2005/8/layout/orgChart1"/>
    <dgm:cxn modelId="{BC8E6780-3FC5-4C5B-B5F0-A3B95D6AD797}" srcId="{4224F16D-E4C0-4250-9EFA-7C747A39F793}" destId="{633632CF-3971-4DAE-9D7B-30F94F90EF74}" srcOrd="0" destOrd="0" parTransId="{5BA73491-6D8F-4D54-8C22-ED9718E8C773}" sibTransId="{D3D2AE8F-62FA-4DE6-9400-38E384816E25}"/>
    <dgm:cxn modelId="{6AB21581-8711-4AFC-BD3C-90B4265962DD}" type="presOf" srcId="{E252E372-499C-4A2A-9F73-A5A42CA6D3ED}" destId="{16F40902-B653-4C40-B079-EF437F4745FD}" srcOrd="0" destOrd="0" presId="urn:microsoft.com/office/officeart/2005/8/layout/orgChart1"/>
    <dgm:cxn modelId="{C5C49083-7E1B-4BBE-8832-1F0D617DCC14}" type="presOf" srcId="{8D362794-51A7-4CE6-994A-4BED6DDDD02F}" destId="{9793A294-0BA3-43F6-851A-3E2D432D442C}" srcOrd="0" destOrd="0" presId="urn:microsoft.com/office/officeart/2005/8/layout/orgChart1"/>
    <dgm:cxn modelId="{FBCEA085-B1F7-418B-B0ED-F6B868134CEF}" type="presOf" srcId="{F35C074E-D97A-4488-BCC5-DD2EC3E4159B}" destId="{26D402BA-D5F0-485D-A419-0325DD84E60A}" srcOrd="1" destOrd="0" presId="urn:microsoft.com/office/officeart/2005/8/layout/orgChart1"/>
    <dgm:cxn modelId="{008BB388-954D-4637-9093-4092B7A316C1}" type="presOf" srcId="{B3FB488A-56A7-4EA8-BCA2-4C93732FA7FC}" destId="{FE72D7D6-90BC-428A-9F13-437DFEDD1E5A}" srcOrd="0" destOrd="0" presId="urn:microsoft.com/office/officeart/2005/8/layout/orgChart1"/>
    <dgm:cxn modelId="{26EE6089-67EB-4E8F-A947-12A5DC5DFF7C}" srcId="{633632CF-3971-4DAE-9D7B-30F94F90EF74}" destId="{884C1984-A1DE-4153-AEE6-77E310F90212}" srcOrd="2" destOrd="0" parTransId="{9F45F503-4A73-489C-AE85-E10536341517}" sibTransId="{E7AE3888-5294-4112-B3E9-C4445FFEE8F7}"/>
    <dgm:cxn modelId="{50F60C8B-23EB-450B-BD68-60C2AD72238A}" srcId="{BC0BE655-0F5F-495D-9A00-DAC06F460A34}" destId="{F35C074E-D97A-4488-BCC5-DD2EC3E4159B}" srcOrd="2" destOrd="0" parTransId="{4E44B729-4FD2-400E-8B90-BD1D868B0915}" sibTransId="{4BEFC5DD-50E1-4FBC-8871-071A9976849E}"/>
    <dgm:cxn modelId="{315CDB8C-47F4-4F3F-A86C-20D91D5D9E1F}" type="presOf" srcId="{3FB1CA0A-1F40-4061-847C-0A288031E770}" destId="{22E848BE-DFC7-4FA1-AC09-B7BDD0E2921C}" srcOrd="1" destOrd="0" presId="urn:microsoft.com/office/officeart/2005/8/layout/orgChart1"/>
    <dgm:cxn modelId="{EB42728E-CA4E-49D5-867D-D84234DBF46C}" type="presOf" srcId="{9C26E6AD-47AB-46A2-B2EA-EF1F57DFDC1B}" destId="{62F09096-4F77-4DE7-A555-8295D0B932D8}" srcOrd="1" destOrd="0" presId="urn:microsoft.com/office/officeart/2005/8/layout/orgChart1"/>
    <dgm:cxn modelId="{396F8493-FD28-41DB-B26E-EDC61B59B918}" srcId="{A4AA5E78-2E83-4F60-8055-685BC550D62A}" destId="{69E7C492-A0CD-449E-9C33-4CAE3655DFB0}" srcOrd="4" destOrd="0" parTransId="{E252E372-499C-4A2A-9F73-A5A42CA6D3ED}" sibTransId="{2900A165-48FB-4ECC-881B-369CF6B53168}"/>
    <dgm:cxn modelId="{7BFF7D9D-BA04-4420-B1F7-E69CC4FD6E93}" srcId="{D379CC98-9369-4B4E-AFF9-DCF4FDEA7672}" destId="{C7CCA8F1-3F96-4E96-90F5-ECD1D2FEC15E}" srcOrd="0" destOrd="0" parTransId="{3878C5AF-3488-462E-B12B-FB7AE2419769}" sibTransId="{62AECA73-9CA6-4492-A1EF-A28A6C22754E}"/>
    <dgm:cxn modelId="{2F9AEF9F-ED08-409E-B744-C13805C705AF}" srcId="{633632CF-3971-4DAE-9D7B-30F94F90EF74}" destId="{8D362794-51A7-4CE6-994A-4BED6DDDD02F}" srcOrd="5" destOrd="0" parTransId="{0B55604C-08DB-49D8-95D1-C5D051A8B65C}" sibTransId="{33492943-4029-4ACD-8885-54F69BC3DBA4}"/>
    <dgm:cxn modelId="{179846A6-0505-49AA-882A-E76B5B7704E4}" type="presOf" srcId="{3FB1CA0A-1F40-4061-847C-0A288031E770}" destId="{55DA1A5A-12A0-4BB0-A1B2-14D807FF6FD8}" srcOrd="0" destOrd="0" presId="urn:microsoft.com/office/officeart/2005/8/layout/orgChart1"/>
    <dgm:cxn modelId="{1E8354A9-AECF-4763-9F12-99111F96043E}" type="presOf" srcId="{743610C1-9835-4646-A186-61AF59C69A49}" destId="{70190753-20EF-468A-AF58-9CECB07CAC07}" srcOrd="0" destOrd="0" presId="urn:microsoft.com/office/officeart/2005/8/layout/orgChart1"/>
    <dgm:cxn modelId="{876981AD-75BF-4375-8BD3-A0DA1E9791A0}" srcId="{A4AA5E78-2E83-4F60-8055-685BC550D62A}" destId="{789381F5-38E8-4D18-8E95-BD320E8E1B63}" srcOrd="1" destOrd="0" parTransId="{9A4EFD8F-03F9-4ED5-B373-EE8E6CEF662D}" sibTransId="{3D2EC0CF-B602-45D2-9AD5-1644DD271D0F}"/>
    <dgm:cxn modelId="{77707CB0-0837-48F5-B88F-86797C29FE11}" type="presOf" srcId="{4F079034-0A01-4BF7-A6C0-E37F7B442244}" destId="{A34E8E39-F97B-4FAC-A009-AC9A2E8FD6EA}" srcOrd="0" destOrd="0" presId="urn:microsoft.com/office/officeart/2005/8/layout/orgChart1"/>
    <dgm:cxn modelId="{D45322B1-D8F7-48A6-BB1A-D7A727E56D85}" type="presOf" srcId="{A5734974-0BE2-4CD5-99FC-825F199813B3}" destId="{7A48EC60-51F3-4E67-AB7D-07B29B70C60D}" srcOrd="0" destOrd="0" presId="urn:microsoft.com/office/officeart/2005/8/layout/orgChart1"/>
    <dgm:cxn modelId="{D047D4B2-CC89-4846-B074-D4194E41F232}" type="presOf" srcId="{743610C1-9835-4646-A186-61AF59C69A49}" destId="{8E822BBC-7809-41B0-93E1-6B60FE855730}" srcOrd="1" destOrd="0" presId="urn:microsoft.com/office/officeart/2005/8/layout/orgChart1"/>
    <dgm:cxn modelId="{510FDFB4-2A9D-482D-A30D-DF1B935BB5DB}" type="presOf" srcId="{9C26E6AD-47AB-46A2-B2EA-EF1F57DFDC1B}" destId="{B7050186-4FB5-4A46-BFA1-81A4CAF3AC74}" srcOrd="0" destOrd="0" presId="urn:microsoft.com/office/officeart/2005/8/layout/orgChart1"/>
    <dgm:cxn modelId="{82610AB9-792C-48E5-BA4C-C0F1D9136180}" type="presOf" srcId="{03C281E7-DDB5-49A7-B1F9-898033612503}" destId="{4163C214-E3A8-408D-B910-AB7E3A3BCE64}" srcOrd="1" destOrd="0" presId="urn:microsoft.com/office/officeart/2005/8/layout/orgChart1"/>
    <dgm:cxn modelId="{F98607BB-FCE2-4D66-9362-2D3214635102}" srcId="{4224F16D-E4C0-4250-9EFA-7C747A39F793}" destId="{D379CC98-9369-4B4E-AFF9-DCF4FDEA7672}" srcOrd="4" destOrd="0" parTransId="{3C498F2D-6E89-4945-84AB-C0166F5E6B66}" sibTransId="{D8D87258-3AAC-4040-AA74-C678A2F6A4B8}"/>
    <dgm:cxn modelId="{091B0CBC-D856-4E1D-8C45-062DEC870216}" type="presOf" srcId="{69E7C492-A0CD-449E-9C33-4CAE3655DFB0}" destId="{C25DE249-8875-4463-85D3-99FDECF1277F}" srcOrd="0" destOrd="0" presId="urn:microsoft.com/office/officeart/2005/8/layout/orgChart1"/>
    <dgm:cxn modelId="{5EEADFBC-C870-45B3-9D94-899E557090E5}" type="presOf" srcId="{45C564E4-40E9-40A3-9415-C70F26DC6101}" destId="{586060CF-C56A-4A3B-A3B5-612A425EBD0A}" srcOrd="1" destOrd="0" presId="urn:microsoft.com/office/officeart/2005/8/layout/orgChart1"/>
    <dgm:cxn modelId="{278D86BD-DD72-4BE8-B251-CC7ACEE349AC}" srcId="{4224F16D-E4C0-4250-9EFA-7C747A39F793}" destId="{A4AA5E78-2E83-4F60-8055-685BC550D62A}" srcOrd="1" destOrd="0" parTransId="{88CF5CEC-22C5-4BBA-8046-80EB3D1D5343}" sibTransId="{240E04B3-7F9A-4CAC-AA69-24A02A09EAF4}"/>
    <dgm:cxn modelId="{7E9A02C0-0A17-4DD1-B21E-21FA46ADD57B}" type="presOf" srcId="{633632CF-3971-4DAE-9D7B-30F94F90EF74}" destId="{316149DD-4A20-479B-BCF0-4A4887F9049D}" srcOrd="0" destOrd="0" presId="urn:microsoft.com/office/officeart/2005/8/layout/orgChart1"/>
    <dgm:cxn modelId="{4F9504C0-B05C-4C72-B5D5-1F08C15C9A2C}" type="presOf" srcId="{35B1A56A-297B-4326-8815-E7CCDD729A8D}" destId="{4DD3E079-E659-4CAA-8BD1-A49E007B995A}" srcOrd="0" destOrd="0" presId="urn:microsoft.com/office/officeart/2005/8/layout/orgChart1"/>
    <dgm:cxn modelId="{AE7A91CA-B268-4D9A-BE99-2E9A3F543F4D}" type="presOf" srcId="{0B55604C-08DB-49D8-95D1-C5D051A8B65C}" destId="{9FBDAC58-D7BD-46EE-BAED-22A50B73501E}" srcOrd="0" destOrd="0" presId="urn:microsoft.com/office/officeart/2005/8/layout/orgChart1"/>
    <dgm:cxn modelId="{7DB685CB-D141-43A2-9C0B-CA8F8BEAA0D7}" type="presOf" srcId="{AD1672D5-A022-4166-B47C-FDADE706D3DF}" destId="{DB7F34E6-B5A3-4846-A04C-EBACBE647391}" srcOrd="0" destOrd="0" presId="urn:microsoft.com/office/officeart/2005/8/layout/orgChart1"/>
    <dgm:cxn modelId="{680776CC-FFF3-4FA1-BD99-D875DFD2CE50}" type="presOf" srcId="{1E34E429-3B1C-474D-9623-B03C5A0898DC}" destId="{ECF10C6A-7C39-40A8-BEE0-63935E4B7D7A}" srcOrd="0" destOrd="0" presId="urn:microsoft.com/office/officeart/2005/8/layout/orgChart1"/>
    <dgm:cxn modelId="{2E22C0CC-4FF6-45DF-8A61-EAE98A2CBCFB}" type="presOf" srcId="{97117355-84E6-4A4D-BFA7-120FDBB4E866}" destId="{1626811E-630B-4776-B269-D80AA91087E5}" srcOrd="0" destOrd="0" presId="urn:microsoft.com/office/officeart/2005/8/layout/orgChart1"/>
    <dgm:cxn modelId="{1DEA5DCE-1D0D-4961-B2D4-0D163670736B}" type="presOf" srcId="{F53F0496-01AD-40B1-BEC5-C28B736DB0ED}" destId="{CB856E3A-DE53-4164-B59D-0EDECD8DA8C4}" srcOrd="1" destOrd="0" presId="urn:microsoft.com/office/officeart/2005/8/layout/orgChart1"/>
    <dgm:cxn modelId="{363AD1CE-BBC0-4893-B684-85B8D635FD2B}" type="presOf" srcId="{89689489-F1A5-4E95-B0DB-755A3DA4438C}" destId="{A4BB7E4F-FCC3-4EC9-BAE8-703F3D86DC4F}" srcOrd="0" destOrd="0" presId="urn:microsoft.com/office/officeart/2005/8/layout/orgChart1"/>
    <dgm:cxn modelId="{F2DF25CF-E234-4694-9020-0531F3A42D4A}" srcId="{EBC44CF8-5592-46A1-B2EA-2306C7A7B9D8}" destId="{4224F16D-E4C0-4250-9EFA-7C747A39F793}" srcOrd="0" destOrd="0" parTransId="{4764781C-0A7E-437D-A5A3-7FE315335671}" sibTransId="{2E392CA9-FC57-4CCD-9FAE-221D640476DC}"/>
    <dgm:cxn modelId="{AF041FD0-3A73-4C17-BEDC-5F618B20D169}" type="presOf" srcId="{633632CF-3971-4DAE-9D7B-30F94F90EF74}" destId="{6F32CBB0-2A11-45F0-8023-5D2196D052D7}" srcOrd="1" destOrd="0" presId="urn:microsoft.com/office/officeart/2005/8/layout/orgChart1"/>
    <dgm:cxn modelId="{E6A46FD0-E9F5-484D-B391-4EE17FB9A4DA}" type="presOf" srcId="{884C1984-A1DE-4153-AEE6-77E310F90212}" destId="{C2BE18C1-5CCE-47C6-8255-2BEA16B15BB7}" srcOrd="0" destOrd="0" presId="urn:microsoft.com/office/officeart/2005/8/layout/orgChart1"/>
    <dgm:cxn modelId="{686614D3-3F68-4AF5-8C6F-7F0DD2EAC9EF}" type="presOf" srcId="{32518531-7CC5-462C-AFF4-DB44ACB99C69}" destId="{0B257208-B03D-4873-BD72-64C0BFE7BB80}" srcOrd="0" destOrd="0" presId="urn:microsoft.com/office/officeart/2005/8/layout/orgChart1"/>
    <dgm:cxn modelId="{855447D3-0470-456E-A086-EF3C698507D2}" type="presOf" srcId="{A4AA5E78-2E83-4F60-8055-685BC550D62A}" destId="{583C3239-7A9A-4405-808D-357500F0A444}" srcOrd="1" destOrd="0" presId="urn:microsoft.com/office/officeart/2005/8/layout/orgChart1"/>
    <dgm:cxn modelId="{19AB12D5-191F-4D42-84DE-4F0B5F501851}" srcId="{A4AA5E78-2E83-4F60-8055-685BC550D62A}" destId="{F53F0496-01AD-40B1-BEC5-C28B736DB0ED}" srcOrd="2" destOrd="0" parTransId="{D64FE767-F5E9-4BFB-BD3F-EF4B418AB559}" sibTransId="{75047260-0C40-4E21-ACA0-4A586AC16CDB}"/>
    <dgm:cxn modelId="{FDBC06D6-9CA8-424C-9F84-6FDD5C1247DE}" type="presOf" srcId="{789381F5-38E8-4D18-8E95-BD320E8E1B63}" destId="{AFDD2A41-0AC4-4DD3-BF5A-FAA889D200B5}" srcOrd="0" destOrd="0" presId="urn:microsoft.com/office/officeart/2005/8/layout/orgChart1"/>
    <dgm:cxn modelId="{8D4573D6-32B3-4524-A2F8-0187C0AF69FC}" type="presOf" srcId="{69E7C492-A0CD-449E-9C33-4CAE3655DFB0}" destId="{3FFAADE9-1B70-4295-83E7-8D1E478522F6}" srcOrd="1" destOrd="0" presId="urn:microsoft.com/office/officeart/2005/8/layout/orgChart1"/>
    <dgm:cxn modelId="{CBEFB2DD-33F6-44B1-8802-832A25F954D6}" type="presOf" srcId="{F77BA94F-5F5A-4244-B671-7D147C089B9A}" destId="{712FB5CE-CA05-43F6-82C8-E8310F63E86A}" srcOrd="0" destOrd="0" presId="urn:microsoft.com/office/officeart/2005/8/layout/orgChart1"/>
    <dgm:cxn modelId="{DA6CC2DE-5895-49F4-8C3B-18BBC9DC015D}" type="presOf" srcId="{47311D9D-83D8-4ACE-B991-1A0240300974}" destId="{42CC8CFF-2ACE-4287-8A38-FE0B19AB0E8A}" srcOrd="0" destOrd="0" presId="urn:microsoft.com/office/officeart/2005/8/layout/orgChart1"/>
    <dgm:cxn modelId="{DCDC42E0-2098-4014-A54E-83C523458E4F}" type="presOf" srcId="{35B1A56A-297B-4326-8815-E7CCDD729A8D}" destId="{D9E03D1D-3156-453F-9BB7-DA2043496990}" srcOrd="1" destOrd="0" presId="urn:microsoft.com/office/officeart/2005/8/layout/orgChart1"/>
    <dgm:cxn modelId="{7C107DE4-9BF6-4546-92F3-5F2B2D3F9995}" srcId="{633632CF-3971-4DAE-9D7B-30F94F90EF74}" destId="{B3FB488A-56A7-4EA8-BCA2-4C93732FA7FC}" srcOrd="1" destOrd="0" parTransId="{97117355-84E6-4A4D-BFA7-120FDBB4E866}" sibTransId="{F6FEBA50-1639-47B5-8AE9-FDCF9C71F566}"/>
    <dgm:cxn modelId="{EE8F14E8-23AD-46BF-8DB9-EB490DF860F0}" srcId="{BC0BE655-0F5F-495D-9A00-DAC06F460A34}" destId="{743610C1-9835-4646-A186-61AF59C69A49}" srcOrd="0" destOrd="0" parTransId="{6EDA1C38-4764-4423-8060-5ED8CCC0F01A}" sibTransId="{13176DFB-8060-426F-95B7-3C1710C0F4B6}"/>
    <dgm:cxn modelId="{07A363E9-142B-4BF9-99D4-1E710F5C6525}" type="presOf" srcId="{C7CCA8F1-3F96-4E96-90F5-ECD1D2FEC15E}" destId="{12560C36-BCE1-4E78-ABEE-409BD084B9EA}" srcOrd="0" destOrd="0" presId="urn:microsoft.com/office/officeart/2005/8/layout/orgChart1"/>
    <dgm:cxn modelId="{E78833F4-9061-4AA8-9C01-1DFB34C22149}" type="presOf" srcId="{F027E8DD-E0AE-4EA9-87D6-E322B12D7AB2}" destId="{C35B8903-3443-499B-86F0-E2540D049C8F}" srcOrd="0" destOrd="0" presId="urn:microsoft.com/office/officeart/2005/8/layout/orgChart1"/>
    <dgm:cxn modelId="{552670F5-43E1-4052-AF87-79C05CF696AE}" type="presOf" srcId="{8DC9798A-47C2-4F1F-B828-299329938384}" destId="{E0B4E239-EA6D-4AB8-BFBD-3C844A00FCCC}" srcOrd="0" destOrd="0" presId="urn:microsoft.com/office/officeart/2005/8/layout/orgChart1"/>
    <dgm:cxn modelId="{C597DFF7-E73C-4343-873C-9826973F7B99}" type="presOf" srcId="{A14220CC-E46E-4BB5-A14B-0F59CA674199}" destId="{0B44B6FA-92BD-4B30-B532-624F03EFA2BF}" srcOrd="0" destOrd="0" presId="urn:microsoft.com/office/officeart/2005/8/layout/orgChart1"/>
    <dgm:cxn modelId="{6A5CBFFB-B0F0-48B9-A1DC-BA7FECFF5F71}" type="presOf" srcId="{8C2BF4B1-B6F2-4A77-97BB-A66B22F99EB5}" destId="{83EBAFE2-1374-43BD-84BD-A23B5ABD6892}" srcOrd="0" destOrd="0" presId="urn:microsoft.com/office/officeart/2005/8/layout/orgChart1"/>
    <dgm:cxn modelId="{25C3FAFB-EF76-4941-9547-4C0F328A9926}" srcId="{633632CF-3971-4DAE-9D7B-30F94F90EF74}" destId="{3FB1CA0A-1F40-4061-847C-0A288031E770}" srcOrd="4" destOrd="0" parTransId="{F027E8DD-E0AE-4EA9-87D6-E322B12D7AB2}" sibTransId="{25DC9335-FEEC-460D-97A6-F2B52236320D}"/>
    <dgm:cxn modelId="{0D6EF1FC-01CD-4424-802C-3A6FE2AB21FC}" type="presOf" srcId="{5BA73491-6D8F-4D54-8C22-ED9718E8C773}" destId="{00B09104-B5E2-4D1F-9BEE-CACA494E029F}" srcOrd="0" destOrd="0" presId="urn:microsoft.com/office/officeart/2005/8/layout/orgChart1"/>
    <dgm:cxn modelId="{0E4ECEFD-CBFA-4265-8A81-338D1577DFC9}" type="presOf" srcId="{BC0BE655-0F5F-495D-9A00-DAC06F460A34}" destId="{4EA816CB-6AB7-4D30-91D2-E19223664521}" srcOrd="0" destOrd="0" presId="urn:microsoft.com/office/officeart/2005/8/layout/orgChart1"/>
    <dgm:cxn modelId="{03DFE3FF-FA26-40CC-9B65-624CC6B53608}" srcId="{1E34E429-3B1C-474D-9623-B03C5A0898DC}" destId="{A14220CC-E46E-4BB5-A14B-0F59CA674199}" srcOrd="0" destOrd="0" parTransId="{B088BEBF-AE62-4103-8EC7-80EA85259D7F}" sibTransId="{3D14F5B7-8E45-416A-A422-19F15DB604C5}"/>
    <dgm:cxn modelId="{AEE2209C-5D5A-4BEA-8013-821C36724DA5}" type="presParOf" srcId="{886D2F41-786F-4318-B212-1E2024B15B92}" destId="{545F85D4-67AA-47E0-A140-513A42EFBDC6}" srcOrd="0" destOrd="0" presId="urn:microsoft.com/office/officeart/2005/8/layout/orgChart1"/>
    <dgm:cxn modelId="{3B54FC47-58D9-47F6-9A28-1CE90C6C8DD9}" type="presParOf" srcId="{545F85D4-67AA-47E0-A140-513A42EFBDC6}" destId="{D103BD23-C52E-43FB-B1A0-12FE9F1645D2}" srcOrd="0" destOrd="0" presId="urn:microsoft.com/office/officeart/2005/8/layout/orgChart1"/>
    <dgm:cxn modelId="{ECE3A6E0-1C4E-42CA-856B-91B9441247A7}" type="presParOf" srcId="{D103BD23-C52E-43FB-B1A0-12FE9F1645D2}" destId="{241526F4-D093-4E9D-BAED-0695FD37EEE8}" srcOrd="0" destOrd="0" presId="urn:microsoft.com/office/officeart/2005/8/layout/orgChart1"/>
    <dgm:cxn modelId="{7AFB33DA-E8F5-4F91-8717-4662E8CCCD6F}" type="presParOf" srcId="{D103BD23-C52E-43FB-B1A0-12FE9F1645D2}" destId="{33BDA6D9-DC2C-4318-B5F5-6BC0E90EE1BF}" srcOrd="1" destOrd="0" presId="urn:microsoft.com/office/officeart/2005/8/layout/orgChart1"/>
    <dgm:cxn modelId="{84C2635E-979A-42F9-8A9B-F814EA503019}" type="presParOf" srcId="{545F85D4-67AA-47E0-A140-513A42EFBDC6}" destId="{36F88AE2-1502-4FB0-8D52-E293D086CAD7}" srcOrd="1" destOrd="0" presId="urn:microsoft.com/office/officeart/2005/8/layout/orgChart1"/>
    <dgm:cxn modelId="{0DD158CE-1823-4C30-B70A-326B88F7B93D}" type="presParOf" srcId="{36F88AE2-1502-4FB0-8D52-E293D086CAD7}" destId="{00B09104-B5E2-4D1F-9BEE-CACA494E029F}" srcOrd="0" destOrd="0" presId="urn:microsoft.com/office/officeart/2005/8/layout/orgChart1"/>
    <dgm:cxn modelId="{0AF0407D-FDFA-4C3A-BCD8-5D8DCD3B79FC}" type="presParOf" srcId="{36F88AE2-1502-4FB0-8D52-E293D086CAD7}" destId="{BA149A03-F73F-4AA7-AD37-E5698B8F6BFC}" srcOrd="1" destOrd="0" presId="urn:microsoft.com/office/officeart/2005/8/layout/orgChart1"/>
    <dgm:cxn modelId="{D7E1C8AB-50D3-47CA-985F-274DBC4ED407}" type="presParOf" srcId="{BA149A03-F73F-4AA7-AD37-E5698B8F6BFC}" destId="{142ABBC2-9ED0-40FD-8E81-AA6A7DD4CF1B}" srcOrd="0" destOrd="0" presId="urn:microsoft.com/office/officeart/2005/8/layout/orgChart1"/>
    <dgm:cxn modelId="{2933A3FE-9F16-43BB-9718-3BD73F9D756C}" type="presParOf" srcId="{142ABBC2-9ED0-40FD-8E81-AA6A7DD4CF1B}" destId="{316149DD-4A20-479B-BCF0-4A4887F9049D}" srcOrd="0" destOrd="0" presId="urn:microsoft.com/office/officeart/2005/8/layout/orgChart1"/>
    <dgm:cxn modelId="{2C9098BF-F572-46E7-9D9A-881AF422F3F7}" type="presParOf" srcId="{142ABBC2-9ED0-40FD-8E81-AA6A7DD4CF1B}" destId="{6F32CBB0-2A11-45F0-8023-5D2196D052D7}" srcOrd="1" destOrd="0" presId="urn:microsoft.com/office/officeart/2005/8/layout/orgChart1"/>
    <dgm:cxn modelId="{4DCD583D-E9E1-4C61-BC8C-CB7AB0E9763C}" type="presParOf" srcId="{BA149A03-F73F-4AA7-AD37-E5698B8F6BFC}" destId="{D6C33E95-60B8-4147-92BB-08CEBB19D089}" srcOrd="1" destOrd="0" presId="urn:microsoft.com/office/officeart/2005/8/layout/orgChart1"/>
    <dgm:cxn modelId="{2E2259AB-DFF9-462E-AD89-831C0AB030F6}" type="presParOf" srcId="{D6C33E95-60B8-4147-92BB-08CEBB19D089}" destId="{712FB5CE-CA05-43F6-82C8-E8310F63E86A}" srcOrd="0" destOrd="0" presId="urn:microsoft.com/office/officeart/2005/8/layout/orgChart1"/>
    <dgm:cxn modelId="{5237D2EE-FED7-40BD-BED3-FDBE61118883}" type="presParOf" srcId="{D6C33E95-60B8-4147-92BB-08CEBB19D089}" destId="{CCC6A562-BD99-40AF-BD66-C86AE2C38048}" srcOrd="1" destOrd="0" presId="urn:microsoft.com/office/officeart/2005/8/layout/orgChart1"/>
    <dgm:cxn modelId="{4272AA8F-492E-4553-B812-3A92EE0E0449}" type="presParOf" srcId="{CCC6A562-BD99-40AF-BD66-C86AE2C38048}" destId="{E767134E-7638-4900-A177-CD9D77276893}" srcOrd="0" destOrd="0" presId="urn:microsoft.com/office/officeart/2005/8/layout/orgChart1"/>
    <dgm:cxn modelId="{637C255C-21AE-4853-8C10-F7CC3E07FDB2}" type="presParOf" srcId="{E767134E-7638-4900-A177-CD9D77276893}" destId="{B7050186-4FB5-4A46-BFA1-81A4CAF3AC74}" srcOrd="0" destOrd="0" presId="urn:microsoft.com/office/officeart/2005/8/layout/orgChart1"/>
    <dgm:cxn modelId="{C0DD0D5F-198C-487C-8CA7-CF9D8C1575CB}" type="presParOf" srcId="{E767134E-7638-4900-A177-CD9D77276893}" destId="{62F09096-4F77-4DE7-A555-8295D0B932D8}" srcOrd="1" destOrd="0" presId="urn:microsoft.com/office/officeart/2005/8/layout/orgChart1"/>
    <dgm:cxn modelId="{6C87316B-EF3E-4FC5-8037-43A60F455008}" type="presParOf" srcId="{CCC6A562-BD99-40AF-BD66-C86AE2C38048}" destId="{057E8616-57D7-4D07-9870-92B2E038A22C}" srcOrd="1" destOrd="0" presId="urn:microsoft.com/office/officeart/2005/8/layout/orgChart1"/>
    <dgm:cxn modelId="{DCA276F0-D4A1-4893-B085-C25E3D06A37A}" type="presParOf" srcId="{CCC6A562-BD99-40AF-BD66-C86AE2C38048}" destId="{6A27063C-A5A4-4D82-A750-A8CE64CE715F}" srcOrd="2" destOrd="0" presId="urn:microsoft.com/office/officeart/2005/8/layout/orgChart1"/>
    <dgm:cxn modelId="{6A95261D-9DC2-47F7-9025-F089D529D43B}" type="presParOf" srcId="{D6C33E95-60B8-4147-92BB-08CEBB19D089}" destId="{1626811E-630B-4776-B269-D80AA91087E5}" srcOrd="2" destOrd="0" presId="urn:microsoft.com/office/officeart/2005/8/layout/orgChart1"/>
    <dgm:cxn modelId="{7609ADC0-58D1-4900-96F9-DAD252FB96BB}" type="presParOf" srcId="{D6C33E95-60B8-4147-92BB-08CEBB19D089}" destId="{6988A93A-7A65-402A-9BB0-4F4FEFF6F2D8}" srcOrd="3" destOrd="0" presId="urn:microsoft.com/office/officeart/2005/8/layout/orgChart1"/>
    <dgm:cxn modelId="{9C9ACD74-61EC-4965-9F85-14F2AEE7F050}" type="presParOf" srcId="{6988A93A-7A65-402A-9BB0-4F4FEFF6F2D8}" destId="{1C3E9D2E-450E-49C9-BCFF-BC3366FBC979}" srcOrd="0" destOrd="0" presId="urn:microsoft.com/office/officeart/2005/8/layout/orgChart1"/>
    <dgm:cxn modelId="{CCEEFE60-27E9-4402-8837-51382BE1AD4C}" type="presParOf" srcId="{1C3E9D2E-450E-49C9-BCFF-BC3366FBC979}" destId="{FE72D7D6-90BC-428A-9F13-437DFEDD1E5A}" srcOrd="0" destOrd="0" presId="urn:microsoft.com/office/officeart/2005/8/layout/orgChart1"/>
    <dgm:cxn modelId="{CFC24A1B-37C2-40CB-AEC3-1B2A3DB5C2A6}" type="presParOf" srcId="{1C3E9D2E-450E-49C9-BCFF-BC3366FBC979}" destId="{C993D4B0-B573-42C4-A863-AB15C8D0AC83}" srcOrd="1" destOrd="0" presId="urn:microsoft.com/office/officeart/2005/8/layout/orgChart1"/>
    <dgm:cxn modelId="{BFE352F4-6E07-4C19-A155-EB7D644FCC91}" type="presParOf" srcId="{6988A93A-7A65-402A-9BB0-4F4FEFF6F2D8}" destId="{574B50B6-E3B9-4EE9-9516-77ECD21F9D31}" srcOrd="1" destOrd="0" presId="urn:microsoft.com/office/officeart/2005/8/layout/orgChart1"/>
    <dgm:cxn modelId="{C23E55C8-B0E5-4925-AA45-FC4AA6903714}" type="presParOf" srcId="{6988A93A-7A65-402A-9BB0-4F4FEFF6F2D8}" destId="{6153F0B6-C50A-4547-AC09-E3CBFB7A2BDF}" srcOrd="2" destOrd="0" presId="urn:microsoft.com/office/officeart/2005/8/layout/orgChart1"/>
    <dgm:cxn modelId="{BC198825-03CF-4C69-96EF-625277B38BBD}" type="presParOf" srcId="{D6C33E95-60B8-4147-92BB-08CEBB19D089}" destId="{3F2FD686-4B96-4E90-961D-3F8578F8C453}" srcOrd="4" destOrd="0" presId="urn:microsoft.com/office/officeart/2005/8/layout/orgChart1"/>
    <dgm:cxn modelId="{EDB12DAF-F469-4FBD-9843-E4A63F5D6C65}" type="presParOf" srcId="{D6C33E95-60B8-4147-92BB-08CEBB19D089}" destId="{2629BAC9-F6ED-467F-B9B8-1B7E73790AE7}" srcOrd="5" destOrd="0" presId="urn:microsoft.com/office/officeart/2005/8/layout/orgChart1"/>
    <dgm:cxn modelId="{C93C1BBE-8280-4837-A2B4-1D1EB656D01E}" type="presParOf" srcId="{2629BAC9-F6ED-467F-B9B8-1B7E73790AE7}" destId="{40FF5F0A-9183-4FA0-875D-3BD26C6F799A}" srcOrd="0" destOrd="0" presId="urn:microsoft.com/office/officeart/2005/8/layout/orgChart1"/>
    <dgm:cxn modelId="{695B1946-F80D-46A8-8258-D4AEB777391B}" type="presParOf" srcId="{40FF5F0A-9183-4FA0-875D-3BD26C6F799A}" destId="{C2BE18C1-5CCE-47C6-8255-2BEA16B15BB7}" srcOrd="0" destOrd="0" presId="urn:microsoft.com/office/officeart/2005/8/layout/orgChart1"/>
    <dgm:cxn modelId="{D4EE654B-078E-48E5-8901-34A0A91A6AA4}" type="presParOf" srcId="{40FF5F0A-9183-4FA0-875D-3BD26C6F799A}" destId="{D52878E3-FA6D-4AC3-9526-36C011807DD0}" srcOrd="1" destOrd="0" presId="urn:microsoft.com/office/officeart/2005/8/layout/orgChart1"/>
    <dgm:cxn modelId="{BD6246C2-59AE-4DBB-98AB-447989B44572}" type="presParOf" srcId="{2629BAC9-F6ED-467F-B9B8-1B7E73790AE7}" destId="{6AAB0A4C-337A-42E8-B2BF-21D1F52E866A}" srcOrd="1" destOrd="0" presId="urn:microsoft.com/office/officeart/2005/8/layout/orgChart1"/>
    <dgm:cxn modelId="{0818DA72-1E64-445E-924E-1D816E52DAC1}" type="presParOf" srcId="{2629BAC9-F6ED-467F-B9B8-1B7E73790AE7}" destId="{684E193C-3C22-4DDC-ABCE-C9B354706FCA}" srcOrd="2" destOrd="0" presId="urn:microsoft.com/office/officeart/2005/8/layout/orgChart1"/>
    <dgm:cxn modelId="{80D1BF51-B285-4F74-9C1E-EC06505A75D7}" type="presParOf" srcId="{D6C33E95-60B8-4147-92BB-08CEBB19D089}" destId="{A4BB7E4F-FCC3-4EC9-BAE8-703F3D86DC4F}" srcOrd="6" destOrd="0" presId="urn:microsoft.com/office/officeart/2005/8/layout/orgChart1"/>
    <dgm:cxn modelId="{BAA47225-C57F-4A14-955A-A97C1FA44CEF}" type="presParOf" srcId="{D6C33E95-60B8-4147-92BB-08CEBB19D089}" destId="{2E9F167E-FC3E-459B-98D3-58B4CD79579B}" srcOrd="7" destOrd="0" presId="urn:microsoft.com/office/officeart/2005/8/layout/orgChart1"/>
    <dgm:cxn modelId="{7E61A145-06ED-4283-A362-937FB2C0679C}" type="presParOf" srcId="{2E9F167E-FC3E-459B-98D3-58B4CD79579B}" destId="{B610BC92-51E2-4790-BFF4-DAD22FE0E36B}" srcOrd="0" destOrd="0" presId="urn:microsoft.com/office/officeart/2005/8/layout/orgChart1"/>
    <dgm:cxn modelId="{2AEAFB83-9177-4700-A14F-B80FD368F4CD}" type="presParOf" srcId="{B610BC92-51E2-4790-BFF4-DAD22FE0E36B}" destId="{1E9329F2-5F8B-411F-AFB1-645736719AD2}" srcOrd="0" destOrd="0" presId="urn:microsoft.com/office/officeart/2005/8/layout/orgChart1"/>
    <dgm:cxn modelId="{0D28983E-85E6-4882-9C0B-40C472A7A0F9}" type="presParOf" srcId="{B610BC92-51E2-4790-BFF4-DAD22FE0E36B}" destId="{586060CF-C56A-4A3B-A3B5-612A425EBD0A}" srcOrd="1" destOrd="0" presId="urn:microsoft.com/office/officeart/2005/8/layout/orgChart1"/>
    <dgm:cxn modelId="{74F3E54F-C04B-4158-9FC4-40CC02DDD255}" type="presParOf" srcId="{2E9F167E-FC3E-459B-98D3-58B4CD79579B}" destId="{25079CDD-5BCB-4887-8BAC-E011F3069C21}" srcOrd="1" destOrd="0" presId="urn:microsoft.com/office/officeart/2005/8/layout/orgChart1"/>
    <dgm:cxn modelId="{483A9F94-BCAD-47B4-8C14-20AE929A9D20}" type="presParOf" srcId="{2E9F167E-FC3E-459B-98D3-58B4CD79579B}" destId="{EA75E9B8-0B50-4E6F-9B9D-625A746D3AE1}" srcOrd="2" destOrd="0" presId="urn:microsoft.com/office/officeart/2005/8/layout/orgChart1"/>
    <dgm:cxn modelId="{B429D80D-2CA2-4B48-9B0B-F4669699E068}" type="presParOf" srcId="{D6C33E95-60B8-4147-92BB-08CEBB19D089}" destId="{C35B8903-3443-499B-86F0-E2540D049C8F}" srcOrd="8" destOrd="0" presId="urn:microsoft.com/office/officeart/2005/8/layout/orgChart1"/>
    <dgm:cxn modelId="{8922A027-D245-4820-BE60-600E04767382}" type="presParOf" srcId="{D6C33E95-60B8-4147-92BB-08CEBB19D089}" destId="{B9480CD7-9D77-4292-B560-A604BD6BE50D}" srcOrd="9" destOrd="0" presId="urn:microsoft.com/office/officeart/2005/8/layout/orgChart1"/>
    <dgm:cxn modelId="{F8FFACFB-F7C0-4D59-AC13-A9F3304A4B96}" type="presParOf" srcId="{B9480CD7-9D77-4292-B560-A604BD6BE50D}" destId="{AF5A5B11-EE00-4E1F-B759-2DF8F16C7FE3}" srcOrd="0" destOrd="0" presId="urn:microsoft.com/office/officeart/2005/8/layout/orgChart1"/>
    <dgm:cxn modelId="{C4A8DA45-EC3C-4856-A8D5-EABC113576E8}" type="presParOf" srcId="{AF5A5B11-EE00-4E1F-B759-2DF8F16C7FE3}" destId="{55DA1A5A-12A0-4BB0-A1B2-14D807FF6FD8}" srcOrd="0" destOrd="0" presId="urn:microsoft.com/office/officeart/2005/8/layout/orgChart1"/>
    <dgm:cxn modelId="{301904D6-A78F-4094-8E80-E5285C84D64F}" type="presParOf" srcId="{AF5A5B11-EE00-4E1F-B759-2DF8F16C7FE3}" destId="{22E848BE-DFC7-4FA1-AC09-B7BDD0E2921C}" srcOrd="1" destOrd="0" presId="urn:microsoft.com/office/officeart/2005/8/layout/orgChart1"/>
    <dgm:cxn modelId="{9A803545-ED73-46DB-AD57-9794676DF4BE}" type="presParOf" srcId="{B9480CD7-9D77-4292-B560-A604BD6BE50D}" destId="{04DCB569-540C-4489-965D-C7796C9C7387}" srcOrd="1" destOrd="0" presId="urn:microsoft.com/office/officeart/2005/8/layout/orgChart1"/>
    <dgm:cxn modelId="{DB09AF11-A3A6-4D67-B879-A873C44340AC}" type="presParOf" srcId="{B9480CD7-9D77-4292-B560-A604BD6BE50D}" destId="{E664EE40-1907-4A03-A439-1D8F9D7F069C}" srcOrd="2" destOrd="0" presId="urn:microsoft.com/office/officeart/2005/8/layout/orgChart1"/>
    <dgm:cxn modelId="{D5E8EAD2-8DD6-439E-A762-99CC25DC146F}" type="presParOf" srcId="{D6C33E95-60B8-4147-92BB-08CEBB19D089}" destId="{9FBDAC58-D7BD-46EE-BAED-22A50B73501E}" srcOrd="10" destOrd="0" presId="urn:microsoft.com/office/officeart/2005/8/layout/orgChart1"/>
    <dgm:cxn modelId="{B38A73E1-B296-4B50-B919-D7C3160839BC}" type="presParOf" srcId="{D6C33E95-60B8-4147-92BB-08CEBB19D089}" destId="{F526F095-F815-41D6-A6E0-F1C22373C15E}" srcOrd="11" destOrd="0" presId="urn:microsoft.com/office/officeart/2005/8/layout/orgChart1"/>
    <dgm:cxn modelId="{4BF3E4CA-2749-4161-A0BA-65A65DC5858A}" type="presParOf" srcId="{F526F095-F815-41D6-A6E0-F1C22373C15E}" destId="{15A9166B-9263-4485-8E95-A25B210DC870}" srcOrd="0" destOrd="0" presId="urn:microsoft.com/office/officeart/2005/8/layout/orgChart1"/>
    <dgm:cxn modelId="{948D8C4A-A370-40C7-BB95-E83A43C8B7FD}" type="presParOf" srcId="{15A9166B-9263-4485-8E95-A25B210DC870}" destId="{9793A294-0BA3-43F6-851A-3E2D432D442C}" srcOrd="0" destOrd="0" presId="urn:microsoft.com/office/officeart/2005/8/layout/orgChart1"/>
    <dgm:cxn modelId="{34F34F12-5757-4D8A-8E40-88BC4777C69F}" type="presParOf" srcId="{15A9166B-9263-4485-8E95-A25B210DC870}" destId="{81296338-A6D9-4B44-A1AD-46A27B3F01A8}" srcOrd="1" destOrd="0" presId="urn:microsoft.com/office/officeart/2005/8/layout/orgChart1"/>
    <dgm:cxn modelId="{8894AD7F-E69B-416D-AA63-5BE9C73C73E3}" type="presParOf" srcId="{F526F095-F815-41D6-A6E0-F1C22373C15E}" destId="{8C830CA5-1112-452D-950F-3A99D34D804A}" srcOrd="1" destOrd="0" presId="urn:microsoft.com/office/officeart/2005/8/layout/orgChart1"/>
    <dgm:cxn modelId="{E872EB7C-65B7-4D26-B006-5995D8BCF619}" type="presParOf" srcId="{F526F095-F815-41D6-A6E0-F1C22373C15E}" destId="{7AEB6F44-2DA3-4732-94C8-AFFB2F6EC24E}" srcOrd="2" destOrd="0" presId="urn:microsoft.com/office/officeart/2005/8/layout/orgChart1"/>
    <dgm:cxn modelId="{65688E1F-31F1-4B9D-AE15-9CFB28CE0D4B}" type="presParOf" srcId="{BA149A03-F73F-4AA7-AD37-E5698B8F6BFC}" destId="{6E8B8620-2A3B-4D87-8B07-FB53DEB32338}" srcOrd="2" destOrd="0" presId="urn:microsoft.com/office/officeart/2005/8/layout/orgChart1"/>
    <dgm:cxn modelId="{0CA3169F-4D44-4A92-8EC7-A9997CFF14AA}" type="presParOf" srcId="{36F88AE2-1502-4FB0-8D52-E293D086CAD7}" destId="{1FFDA1A9-194B-48AB-A17E-DD23F9DA92B1}" srcOrd="2" destOrd="0" presId="urn:microsoft.com/office/officeart/2005/8/layout/orgChart1"/>
    <dgm:cxn modelId="{A95FFC48-DDF9-4884-9F0A-D3D933AE9373}" type="presParOf" srcId="{36F88AE2-1502-4FB0-8D52-E293D086CAD7}" destId="{4A30E2F1-8662-4786-BC0A-E6FFD0AFF8E7}" srcOrd="3" destOrd="0" presId="urn:microsoft.com/office/officeart/2005/8/layout/orgChart1"/>
    <dgm:cxn modelId="{9B4A2F6A-85B3-49C3-812D-81D2C4366F64}" type="presParOf" srcId="{4A30E2F1-8662-4786-BC0A-E6FFD0AFF8E7}" destId="{C41BA63F-D8FB-4822-B0F7-DA52BE6ABB47}" srcOrd="0" destOrd="0" presId="urn:microsoft.com/office/officeart/2005/8/layout/orgChart1"/>
    <dgm:cxn modelId="{AAE380B1-377E-46C4-8B48-840204440B80}" type="presParOf" srcId="{C41BA63F-D8FB-4822-B0F7-DA52BE6ABB47}" destId="{AD6FCBA5-107F-4E39-9D14-0F9C209CE42B}" srcOrd="0" destOrd="0" presId="urn:microsoft.com/office/officeart/2005/8/layout/orgChart1"/>
    <dgm:cxn modelId="{35AA35BB-2FBF-4892-8504-130673E11354}" type="presParOf" srcId="{C41BA63F-D8FB-4822-B0F7-DA52BE6ABB47}" destId="{583C3239-7A9A-4405-808D-357500F0A444}" srcOrd="1" destOrd="0" presId="urn:microsoft.com/office/officeart/2005/8/layout/orgChart1"/>
    <dgm:cxn modelId="{4AA402BB-B816-4D70-94FE-B15BEC5A65ED}" type="presParOf" srcId="{4A30E2F1-8662-4786-BC0A-E6FFD0AFF8E7}" destId="{38452564-D35D-4B4A-A1DE-52CBDB677910}" srcOrd="1" destOrd="0" presId="urn:microsoft.com/office/officeart/2005/8/layout/orgChart1"/>
    <dgm:cxn modelId="{608288D8-6F83-4BDF-8A70-4172863AF50D}" type="presParOf" srcId="{38452564-D35D-4B4A-A1DE-52CBDB677910}" destId="{6A2A5E04-0027-4083-A33C-78B5179ABE16}" srcOrd="0" destOrd="0" presId="urn:microsoft.com/office/officeart/2005/8/layout/orgChart1"/>
    <dgm:cxn modelId="{2C8D8F10-9AA2-43EF-BD3A-5D3EC04E92D9}" type="presParOf" srcId="{38452564-D35D-4B4A-A1DE-52CBDB677910}" destId="{F544D54A-A848-44BC-A056-CC5AF6AC70AA}" srcOrd="1" destOrd="0" presId="urn:microsoft.com/office/officeart/2005/8/layout/orgChart1"/>
    <dgm:cxn modelId="{F6FF0ABE-198F-41C6-A9AC-8DE172CBD45D}" type="presParOf" srcId="{F544D54A-A848-44BC-A056-CC5AF6AC70AA}" destId="{FEA49C32-7152-49AA-AB95-9AE15FDDB9A3}" srcOrd="0" destOrd="0" presId="urn:microsoft.com/office/officeart/2005/8/layout/orgChart1"/>
    <dgm:cxn modelId="{98209CF5-BE21-4169-AFDD-579CE7960FC7}" type="presParOf" srcId="{FEA49C32-7152-49AA-AB95-9AE15FDDB9A3}" destId="{F0CECF85-B5C3-4F33-9B57-BF760E7F8936}" srcOrd="0" destOrd="0" presId="urn:microsoft.com/office/officeart/2005/8/layout/orgChart1"/>
    <dgm:cxn modelId="{62AEF944-4FAF-4BE1-87F8-7FB1CD2BF663}" type="presParOf" srcId="{FEA49C32-7152-49AA-AB95-9AE15FDDB9A3}" destId="{3DD7B17A-EF6B-4271-8D1D-F6F44750BF7A}" srcOrd="1" destOrd="0" presId="urn:microsoft.com/office/officeart/2005/8/layout/orgChart1"/>
    <dgm:cxn modelId="{BF0372B6-BFA5-4BAA-8614-EB8EDBF2EBD4}" type="presParOf" srcId="{F544D54A-A848-44BC-A056-CC5AF6AC70AA}" destId="{8B4CF692-2190-41E6-89E5-9E65FA69AE84}" srcOrd="1" destOrd="0" presId="urn:microsoft.com/office/officeart/2005/8/layout/orgChart1"/>
    <dgm:cxn modelId="{512A8146-2976-4BDA-98DC-894E1BA68ABD}" type="presParOf" srcId="{F544D54A-A848-44BC-A056-CC5AF6AC70AA}" destId="{7492B679-451C-4491-9E5E-BDEC595CB6AF}" srcOrd="2" destOrd="0" presId="urn:microsoft.com/office/officeart/2005/8/layout/orgChart1"/>
    <dgm:cxn modelId="{077F10E9-5817-4D2E-8C12-5148BCE87DE9}" type="presParOf" srcId="{38452564-D35D-4B4A-A1DE-52CBDB677910}" destId="{51AD8570-E912-4D3B-AC56-457AA1D5E4F8}" srcOrd="2" destOrd="0" presId="urn:microsoft.com/office/officeart/2005/8/layout/orgChart1"/>
    <dgm:cxn modelId="{6E48DFF2-F8FE-48D8-90B1-04238FA824BF}" type="presParOf" srcId="{38452564-D35D-4B4A-A1DE-52CBDB677910}" destId="{97E7DB2C-100F-4C48-ABD5-90143D8AA4BC}" srcOrd="3" destOrd="0" presId="urn:microsoft.com/office/officeart/2005/8/layout/orgChart1"/>
    <dgm:cxn modelId="{51B5B6EB-B668-4C2F-9387-831F765C8918}" type="presParOf" srcId="{97E7DB2C-100F-4C48-ABD5-90143D8AA4BC}" destId="{CB6645B0-F671-4F42-A111-AFA28E492B6B}" srcOrd="0" destOrd="0" presId="urn:microsoft.com/office/officeart/2005/8/layout/orgChart1"/>
    <dgm:cxn modelId="{F2FB1164-AA80-450E-95E3-748C4E10F184}" type="presParOf" srcId="{CB6645B0-F671-4F42-A111-AFA28E492B6B}" destId="{AFDD2A41-0AC4-4DD3-BF5A-FAA889D200B5}" srcOrd="0" destOrd="0" presId="urn:microsoft.com/office/officeart/2005/8/layout/orgChart1"/>
    <dgm:cxn modelId="{46D6E3DF-D0B0-4A63-95E8-3643C9DF87E3}" type="presParOf" srcId="{CB6645B0-F671-4F42-A111-AFA28E492B6B}" destId="{69E5F15F-E15A-4801-AF72-822CCCE9AB1F}" srcOrd="1" destOrd="0" presId="urn:microsoft.com/office/officeart/2005/8/layout/orgChart1"/>
    <dgm:cxn modelId="{FBFFE810-F818-4CEA-B49F-8859524C71A0}" type="presParOf" srcId="{97E7DB2C-100F-4C48-ABD5-90143D8AA4BC}" destId="{E03F5181-A7CC-4546-A12F-6C15FF61AA32}" srcOrd="1" destOrd="0" presId="urn:microsoft.com/office/officeart/2005/8/layout/orgChart1"/>
    <dgm:cxn modelId="{8406397F-B2E8-4509-9A54-8B62C6BE08AD}" type="presParOf" srcId="{97E7DB2C-100F-4C48-ABD5-90143D8AA4BC}" destId="{09C9D295-32AB-4DCB-B388-D399EE326E22}" srcOrd="2" destOrd="0" presId="urn:microsoft.com/office/officeart/2005/8/layout/orgChart1"/>
    <dgm:cxn modelId="{4F754F45-4E9E-46E3-8E89-F178F08C7AA9}" type="presParOf" srcId="{38452564-D35D-4B4A-A1DE-52CBDB677910}" destId="{2CEE59DD-550B-4A18-A1AD-9EB62E296F19}" srcOrd="4" destOrd="0" presId="urn:microsoft.com/office/officeart/2005/8/layout/orgChart1"/>
    <dgm:cxn modelId="{E5E6A59C-1180-4FAD-AD5F-1AFBDFA3656F}" type="presParOf" srcId="{38452564-D35D-4B4A-A1DE-52CBDB677910}" destId="{0EFA87C0-BC83-4372-9C24-75C614EBE8CD}" srcOrd="5" destOrd="0" presId="urn:microsoft.com/office/officeart/2005/8/layout/orgChart1"/>
    <dgm:cxn modelId="{92A36BDE-CC99-4E81-89E3-3D445002ECA8}" type="presParOf" srcId="{0EFA87C0-BC83-4372-9C24-75C614EBE8CD}" destId="{89D9B32A-DF8D-4410-9569-31BBC1215EF5}" srcOrd="0" destOrd="0" presId="urn:microsoft.com/office/officeart/2005/8/layout/orgChart1"/>
    <dgm:cxn modelId="{70415DBB-7ABE-4808-8ACF-8E53623D2648}" type="presParOf" srcId="{89D9B32A-DF8D-4410-9569-31BBC1215EF5}" destId="{C588F604-4C71-459E-9996-F4A026851A65}" srcOrd="0" destOrd="0" presId="urn:microsoft.com/office/officeart/2005/8/layout/orgChart1"/>
    <dgm:cxn modelId="{0F8D6C22-685A-4D3C-ABE4-567A90320F01}" type="presParOf" srcId="{89D9B32A-DF8D-4410-9569-31BBC1215EF5}" destId="{CB856E3A-DE53-4164-B59D-0EDECD8DA8C4}" srcOrd="1" destOrd="0" presId="urn:microsoft.com/office/officeart/2005/8/layout/orgChart1"/>
    <dgm:cxn modelId="{961EA92B-8D08-472A-BFB0-AC77BC25D94D}" type="presParOf" srcId="{0EFA87C0-BC83-4372-9C24-75C614EBE8CD}" destId="{FF5650FE-87EF-486B-A73C-E2F415A1EE1B}" srcOrd="1" destOrd="0" presId="urn:microsoft.com/office/officeart/2005/8/layout/orgChart1"/>
    <dgm:cxn modelId="{A55A1204-C5BE-4137-BCB3-47813252F73F}" type="presParOf" srcId="{0EFA87C0-BC83-4372-9C24-75C614EBE8CD}" destId="{53FF7BCE-550C-4302-8118-931D556F7C3A}" srcOrd="2" destOrd="0" presId="urn:microsoft.com/office/officeart/2005/8/layout/orgChart1"/>
    <dgm:cxn modelId="{79209962-84F8-48C8-BC28-B6FD74CB5AEA}" type="presParOf" srcId="{38452564-D35D-4B4A-A1DE-52CBDB677910}" destId="{83EBAFE2-1374-43BD-84BD-A23B5ABD6892}" srcOrd="6" destOrd="0" presId="urn:microsoft.com/office/officeart/2005/8/layout/orgChart1"/>
    <dgm:cxn modelId="{95D29C42-2D11-47E8-B870-A74515C96288}" type="presParOf" srcId="{38452564-D35D-4B4A-A1DE-52CBDB677910}" destId="{E7924EDD-4E6D-4A20-9BA3-963D5A50D728}" srcOrd="7" destOrd="0" presId="urn:microsoft.com/office/officeart/2005/8/layout/orgChart1"/>
    <dgm:cxn modelId="{3CE41F30-6030-4C39-9444-1963852150EA}" type="presParOf" srcId="{E7924EDD-4E6D-4A20-9BA3-963D5A50D728}" destId="{9F7765E6-A0EC-4B43-BB95-28C6B271FFE4}" srcOrd="0" destOrd="0" presId="urn:microsoft.com/office/officeart/2005/8/layout/orgChart1"/>
    <dgm:cxn modelId="{5B04FFA1-46E0-469D-ABEC-9099720E8B62}" type="presParOf" srcId="{9F7765E6-A0EC-4B43-BB95-28C6B271FFE4}" destId="{7A48EC60-51F3-4E67-AB7D-07B29B70C60D}" srcOrd="0" destOrd="0" presId="urn:microsoft.com/office/officeart/2005/8/layout/orgChart1"/>
    <dgm:cxn modelId="{70393DD3-DA4F-4189-BF92-1AF4B38CAF19}" type="presParOf" srcId="{9F7765E6-A0EC-4B43-BB95-28C6B271FFE4}" destId="{2A67B270-8617-4E10-A375-0BE24D42FCDD}" srcOrd="1" destOrd="0" presId="urn:microsoft.com/office/officeart/2005/8/layout/orgChart1"/>
    <dgm:cxn modelId="{A07ECB18-9AC2-4BAC-886F-7B5C5E13905C}" type="presParOf" srcId="{E7924EDD-4E6D-4A20-9BA3-963D5A50D728}" destId="{F08F0E5B-C8E0-41F5-88C8-D5CB7FF425BE}" srcOrd="1" destOrd="0" presId="urn:microsoft.com/office/officeart/2005/8/layout/orgChart1"/>
    <dgm:cxn modelId="{194E2131-EFD9-48D6-A9DD-30C76BA1D863}" type="presParOf" srcId="{E7924EDD-4E6D-4A20-9BA3-963D5A50D728}" destId="{74DD0DA6-19F4-4867-99DD-3D036298A548}" srcOrd="2" destOrd="0" presId="urn:microsoft.com/office/officeart/2005/8/layout/orgChart1"/>
    <dgm:cxn modelId="{ADDA276A-603F-458C-98A0-9833F0DEF888}" type="presParOf" srcId="{38452564-D35D-4B4A-A1DE-52CBDB677910}" destId="{16F40902-B653-4C40-B079-EF437F4745FD}" srcOrd="8" destOrd="0" presId="urn:microsoft.com/office/officeart/2005/8/layout/orgChart1"/>
    <dgm:cxn modelId="{D0D0F009-64D2-48FE-B2A6-1572D3F3B287}" type="presParOf" srcId="{38452564-D35D-4B4A-A1DE-52CBDB677910}" destId="{7100E03C-4918-4785-9044-A390A44EC2D2}" srcOrd="9" destOrd="0" presId="urn:microsoft.com/office/officeart/2005/8/layout/orgChart1"/>
    <dgm:cxn modelId="{9B77FD88-1167-4F20-9A7E-43A47B80479F}" type="presParOf" srcId="{7100E03C-4918-4785-9044-A390A44EC2D2}" destId="{1F78FD8E-A1F0-4B5C-9C50-26CA3020631D}" srcOrd="0" destOrd="0" presId="urn:microsoft.com/office/officeart/2005/8/layout/orgChart1"/>
    <dgm:cxn modelId="{211DB9CD-7BF4-444D-9DBA-F74F17D8C629}" type="presParOf" srcId="{1F78FD8E-A1F0-4B5C-9C50-26CA3020631D}" destId="{C25DE249-8875-4463-85D3-99FDECF1277F}" srcOrd="0" destOrd="0" presId="urn:microsoft.com/office/officeart/2005/8/layout/orgChart1"/>
    <dgm:cxn modelId="{71050C7B-3305-44AA-86BC-17A9D795CE16}" type="presParOf" srcId="{1F78FD8E-A1F0-4B5C-9C50-26CA3020631D}" destId="{3FFAADE9-1B70-4295-83E7-8D1E478522F6}" srcOrd="1" destOrd="0" presId="urn:microsoft.com/office/officeart/2005/8/layout/orgChart1"/>
    <dgm:cxn modelId="{87BF865A-92C9-4203-A4F3-13EC27358B7E}" type="presParOf" srcId="{7100E03C-4918-4785-9044-A390A44EC2D2}" destId="{10221AAC-1D5B-4EBF-8A48-B9D3D168E49D}" srcOrd="1" destOrd="0" presId="urn:microsoft.com/office/officeart/2005/8/layout/orgChart1"/>
    <dgm:cxn modelId="{5E5D1B92-9B8E-4650-8469-4F762FA96740}" type="presParOf" srcId="{7100E03C-4918-4785-9044-A390A44EC2D2}" destId="{BF8A7216-F408-4927-9521-0A8C9DDE6C13}" srcOrd="2" destOrd="0" presId="urn:microsoft.com/office/officeart/2005/8/layout/orgChart1"/>
    <dgm:cxn modelId="{ECF6CE74-BF94-4F15-93AD-BD1CB4098305}" type="presParOf" srcId="{38452564-D35D-4B4A-A1DE-52CBDB677910}" destId="{DB7F34E6-B5A3-4846-A04C-EBACBE647391}" srcOrd="10" destOrd="0" presId="urn:microsoft.com/office/officeart/2005/8/layout/orgChart1"/>
    <dgm:cxn modelId="{91396FEE-26AD-4537-9005-311676F76697}" type="presParOf" srcId="{38452564-D35D-4B4A-A1DE-52CBDB677910}" destId="{DE4EB339-58B2-4B3E-ABA6-827194F99F74}" srcOrd="11" destOrd="0" presId="urn:microsoft.com/office/officeart/2005/8/layout/orgChart1"/>
    <dgm:cxn modelId="{A77EE281-8619-492E-BFA3-E41BF02DF355}" type="presParOf" srcId="{DE4EB339-58B2-4B3E-ABA6-827194F99F74}" destId="{DE91C667-1EDB-4723-80A8-F85DD6ED2406}" srcOrd="0" destOrd="0" presId="urn:microsoft.com/office/officeart/2005/8/layout/orgChart1"/>
    <dgm:cxn modelId="{3D176B80-8381-45F5-B8A1-C3CBA0156473}" type="presParOf" srcId="{DE91C667-1EDB-4723-80A8-F85DD6ED2406}" destId="{284AAC9C-A343-418C-96D3-0EC938A08886}" srcOrd="0" destOrd="0" presId="urn:microsoft.com/office/officeart/2005/8/layout/orgChart1"/>
    <dgm:cxn modelId="{E45E4B27-91FB-4FFF-B1F6-3832D9563E93}" type="presParOf" srcId="{DE91C667-1EDB-4723-80A8-F85DD6ED2406}" destId="{4163C214-E3A8-408D-B910-AB7E3A3BCE64}" srcOrd="1" destOrd="0" presId="urn:microsoft.com/office/officeart/2005/8/layout/orgChart1"/>
    <dgm:cxn modelId="{FD0F13AF-9467-4BFF-8290-C2B838F18863}" type="presParOf" srcId="{DE4EB339-58B2-4B3E-ABA6-827194F99F74}" destId="{BB2A9940-355A-4D99-8372-B9AD298EEF09}" srcOrd="1" destOrd="0" presId="urn:microsoft.com/office/officeart/2005/8/layout/orgChart1"/>
    <dgm:cxn modelId="{205D1992-75CE-4583-8839-8B48EC04CCF5}" type="presParOf" srcId="{DE4EB339-58B2-4B3E-ABA6-827194F99F74}" destId="{BED6AAC5-C0C0-4C11-B4AB-D54063408A74}" srcOrd="2" destOrd="0" presId="urn:microsoft.com/office/officeart/2005/8/layout/orgChart1"/>
    <dgm:cxn modelId="{46E00C3D-A51E-4BE7-8D85-F164323C237E}" type="presParOf" srcId="{4A30E2F1-8662-4786-BC0A-E6FFD0AFF8E7}" destId="{EBF61DE1-0F6D-45CE-A263-6AB14AA4E1E8}" srcOrd="2" destOrd="0" presId="urn:microsoft.com/office/officeart/2005/8/layout/orgChart1"/>
    <dgm:cxn modelId="{3649A759-7DB2-41AB-A742-0E086AE83055}" type="presParOf" srcId="{36F88AE2-1502-4FB0-8D52-E293D086CAD7}" destId="{76F73F54-7CB1-4ACE-9038-DE46166D4079}" srcOrd="4" destOrd="0" presId="urn:microsoft.com/office/officeart/2005/8/layout/orgChart1"/>
    <dgm:cxn modelId="{D7852AF4-A6A6-4933-9D12-17DFDBC27264}" type="presParOf" srcId="{36F88AE2-1502-4FB0-8D52-E293D086CAD7}" destId="{99383A52-9AB1-4F92-ABEA-F03CA30EA2F2}" srcOrd="5" destOrd="0" presId="urn:microsoft.com/office/officeart/2005/8/layout/orgChart1"/>
    <dgm:cxn modelId="{53D6547D-DC8F-4E46-A42C-06D9D200CBBA}" type="presParOf" srcId="{99383A52-9AB1-4F92-ABEA-F03CA30EA2F2}" destId="{700BDA7A-ABE4-49C4-8A68-B80BB307BA4A}" srcOrd="0" destOrd="0" presId="urn:microsoft.com/office/officeart/2005/8/layout/orgChart1"/>
    <dgm:cxn modelId="{63041A94-2B76-4C3E-A106-11B8E4B316BB}" type="presParOf" srcId="{700BDA7A-ABE4-49C4-8A68-B80BB307BA4A}" destId="{ECF10C6A-7C39-40A8-BEE0-63935E4B7D7A}" srcOrd="0" destOrd="0" presId="urn:microsoft.com/office/officeart/2005/8/layout/orgChart1"/>
    <dgm:cxn modelId="{6B31E76D-DAA0-45C8-B40D-0FF88F986917}" type="presParOf" srcId="{700BDA7A-ABE4-49C4-8A68-B80BB307BA4A}" destId="{A4AD4397-C90E-45FC-8C14-4EBF84B8DC03}" srcOrd="1" destOrd="0" presId="urn:microsoft.com/office/officeart/2005/8/layout/orgChart1"/>
    <dgm:cxn modelId="{EE2AC8AC-9964-41CD-8111-29A0A7E165B3}" type="presParOf" srcId="{99383A52-9AB1-4F92-ABEA-F03CA30EA2F2}" destId="{AB8C4CF8-4D03-49DB-B3A8-5ABD24D6D5EC}" srcOrd="1" destOrd="0" presId="urn:microsoft.com/office/officeart/2005/8/layout/orgChart1"/>
    <dgm:cxn modelId="{97D41C47-742C-426A-A164-63BD357A27A1}" type="presParOf" srcId="{AB8C4CF8-4D03-49DB-B3A8-5ABD24D6D5EC}" destId="{5EC49BDC-1198-492C-A48D-927DDAE0DB7E}" srcOrd="0" destOrd="0" presId="urn:microsoft.com/office/officeart/2005/8/layout/orgChart1"/>
    <dgm:cxn modelId="{EA4CA3F8-152F-45F9-92ED-864B0711F8B2}" type="presParOf" srcId="{AB8C4CF8-4D03-49DB-B3A8-5ABD24D6D5EC}" destId="{FB0456DE-DCA6-46D0-9036-94FB756CCAFF}" srcOrd="1" destOrd="0" presId="urn:microsoft.com/office/officeart/2005/8/layout/orgChart1"/>
    <dgm:cxn modelId="{D83BAFB1-3354-4BBC-9CDC-0D6C5C8FF891}" type="presParOf" srcId="{FB0456DE-DCA6-46D0-9036-94FB756CCAFF}" destId="{FA88357A-9A11-4531-ADB4-A141CBC9965C}" srcOrd="0" destOrd="0" presId="urn:microsoft.com/office/officeart/2005/8/layout/orgChart1"/>
    <dgm:cxn modelId="{9BF945FF-0C6C-4696-9235-19FB9F3971FA}" type="presParOf" srcId="{FA88357A-9A11-4531-ADB4-A141CBC9965C}" destId="{0B44B6FA-92BD-4B30-B532-624F03EFA2BF}" srcOrd="0" destOrd="0" presId="urn:microsoft.com/office/officeart/2005/8/layout/orgChart1"/>
    <dgm:cxn modelId="{F2A70378-2EAD-4AB6-916A-0EF7B9CA8459}" type="presParOf" srcId="{FA88357A-9A11-4531-ADB4-A141CBC9965C}" destId="{D78ABB9C-53B2-4EF8-A526-5BCB628E7D39}" srcOrd="1" destOrd="0" presId="urn:microsoft.com/office/officeart/2005/8/layout/orgChart1"/>
    <dgm:cxn modelId="{1A81807C-02C5-43E8-8EF1-60CA35A375DC}" type="presParOf" srcId="{FB0456DE-DCA6-46D0-9036-94FB756CCAFF}" destId="{02871712-484F-4BC7-8C6D-3EC886B5AF35}" srcOrd="1" destOrd="0" presId="urn:microsoft.com/office/officeart/2005/8/layout/orgChart1"/>
    <dgm:cxn modelId="{1CB3C9C3-FC98-428E-9D6B-DC42CD426E8E}" type="presParOf" srcId="{FB0456DE-DCA6-46D0-9036-94FB756CCAFF}" destId="{546C9F8B-6DA5-4AB9-9197-2A46EA4E9922}" srcOrd="2" destOrd="0" presId="urn:microsoft.com/office/officeart/2005/8/layout/orgChart1"/>
    <dgm:cxn modelId="{A9B90160-2676-43A2-AFBF-A59D074BE90A}" type="presParOf" srcId="{99383A52-9AB1-4F92-ABEA-F03CA30EA2F2}" destId="{6829F625-52FD-4A27-983B-23F1A2EF7B61}" srcOrd="2" destOrd="0" presId="urn:microsoft.com/office/officeart/2005/8/layout/orgChart1"/>
    <dgm:cxn modelId="{5B5180BA-D7AD-4916-A2BB-800BCE08D4DF}" type="presParOf" srcId="{36F88AE2-1502-4FB0-8D52-E293D086CAD7}" destId="{C30796C7-D7C4-4878-AB65-50CA96A8AD01}" srcOrd="6" destOrd="0" presId="urn:microsoft.com/office/officeart/2005/8/layout/orgChart1"/>
    <dgm:cxn modelId="{24EC6DF8-04E6-4E39-B846-47E3C32557A6}" type="presParOf" srcId="{36F88AE2-1502-4FB0-8D52-E293D086CAD7}" destId="{F916A926-B076-484A-B58D-273DEC6B40F5}" srcOrd="7" destOrd="0" presId="urn:microsoft.com/office/officeart/2005/8/layout/orgChart1"/>
    <dgm:cxn modelId="{52B1C76A-0AE4-4C31-9328-D99675692B34}" type="presParOf" srcId="{F916A926-B076-484A-B58D-273DEC6B40F5}" destId="{6F9958CC-BC89-4365-8699-3AD7D9159D97}" srcOrd="0" destOrd="0" presId="urn:microsoft.com/office/officeart/2005/8/layout/orgChart1"/>
    <dgm:cxn modelId="{BBFB2F29-331B-42B5-811B-41E786CEC013}" type="presParOf" srcId="{6F9958CC-BC89-4365-8699-3AD7D9159D97}" destId="{4EA816CB-6AB7-4D30-91D2-E19223664521}" srcOrd="0" destOrd="0" presId="urn:microsoft.com/office/officeart/2005/8/layout/orgChart1"/>
    <dgm:cxn modelId="{1F48BFC8-7CF2-4023-8613-5504ECD91F15}" type="presParOf" srcId="{6F9958CC-BC89-4365-8699-3AD7D9159D97}" destId="{09C6F1B5-B497-4EED-B053-BB14AB305045}" srcOrd="1" destOrd="0" presId="urn:microsoft.com/office/officeart/2005/8/layout/orgChart1"/>
    <dgm:cxn modelId="{2B35F72E-0496-4ABB-BBFE-1CE2E42E07C5}" type="presParOf" srcId="{F916A926-B076-484A-B58D-273DEC6B40F5}" destId="{C1BA8958-8495-4827-B5A9-6B1096CD1905}" srcOrd="1" destOrd="0" presId="urn:microsoft.com/office/officeart/2005/8/layout/orgChart1"/>
    <dgm:cxn modelId="{E063B4A8-D5AF-4E9C-BD25-6ECE03B722EB}" type="presParOf" srcId="{C1BA8958-8495-4827-B5A9-6B1096CD1905}" destId="{4A297940-E560-43F1-B899-D90CAFEFF9F9}" srcOrd="0" destOrd="0" presId="urn:microsoft.com/office/officeart/2005/8/layout/orgChart1"/>
    <dgm:cxn modelId="{8582516F-63CF-45AE-BEED-43F5884BFF8B}" type="presParOf" srcId="{C1BA8958-8495-4827-B5A9-6B1096CD1905}" destId="{58AFF325-7802-426B-9BF6-208D702CB128}" srcOrd="1" destOrd="0" presId="urn:microsoft.com/office/officeart/2005/8/layout/orgChart1"/>
    <dgm:cxn modelId="{7331BC72-94C2-4D66-8D36-846695D00948}" type="presParOf" srcId="{58AFF325-7802-426B-9BF6-208D702CB128}" destId="{77F82E10-48DC-49DC-BC5E-65A4287BE15A}" srcOrd="0" destOrd="0" presId="urn:microsoft.com/office/officeart/2005/8/layout/orgChart1"/>
    <dgm:cxn modelId="{B86D9FCF-3412-453F-BA28-28AEC83E10BC}" type="presParOf" srcId="{77F82E10-48DC-49DC-BC5E-65A4287BE15A}" destId="{70190753-20EF-468A-AF58-9CECB07CAC07}" srcOrd="0" destOrd="0" presId="urn:microsoft.com/office/officeart/2005/8/layout/orgChart1"/>
    <dgm:cxn modelId="{B0551B64-1F51-4C53-A2DD-327C42741C04}" type="presParOf" srcId="{77F82E10-48DC-49DC-BC5E-65A4287BE15A}" destId="{8E822BBC-7809-41B0-93E1-6B60FE855730}" srcOrd="1" destOrd="0" presId="urn:microsoft.com/office/officeart/2005/8/layout/orgChart1"/>
    <dgm:cxn modelId="{9AE31E5F-5393-464F-ABFA-30D9273DAA9B}" type="presParOf" srcId="{58AFF325-7802-426B-9BF6-208D702CB128}" destId="{25E92C3B-C2F3-40C3-9D18-F79BC0A145D3}" srcOrd="1" destOrd="0" presId="urn:microsoft.com/office/officeart/2005/8/layout/orgChart1"/>
    <dgm:cxn modelId="{0A87DC71-5658-4600-9428-C9FB5C71E3B0}" type="presParOf" srcId="{58AFF325-7802-426B-9BF6-208D702CB128}" destId="{F66023ED-7D5F-4346-8C2D-C8682426D59D}" srcOrd="2" destOrd="0" presId="urn:microsoft.com/office/officeart/2005/8/layout/orgChart1"/>
    <dgm:cxn modelId="{05BB1B19-4F54-4A80-A26F-F43A9F81F7AC}" type="presParOf" srcId="{C1BA8958-8495-4827-B5A9-6B1096CD1905}" destId="{42CC8CFF-2ACE-4287-8A38-FE0B19AB0E8A}" srcOrd="2" destOrd="0" presId="urn:microsoft.com/office/officeart/2005/8/layout/orgChart1"/>
    <dgm:cxn modelId="{904FB8DE-9799-46C3-9039-D8EDB0429BDD}" type="presParOf" srcId="{C1BA8958-8495-4827-B5A9-6B1096CD1905}" destId="{86D86365-603A-4783-AC2D-E60FDC38C582}" srcOrd="3" destOrd="0" presId="urn:microsoft.com/office/officeart/2005/8/layout/orgChart1"/>
    <dgm:cxn modelId="{DA7B2FD3-D17F-4FC9-9420-3F92482C4BB8}" type="presParOf" srcId="{86D86365-603A-4783-AC2D-E60FDC38C582}" destId="{272CA3A7-9335-48BE-AE9A-E637B042E271}" srcOrd="0" destOrd="0" presId="urn:microsoft.com/office/officeart/2005/8/layout/orgChart1"/>
    <dgm:cxn modelId="{6981B7CD-F794-4EEF-B554-6E6E5C2D6F5D}" type="presParOf" srcId="{272CA3A7-9335-48BE-AE9A-E637B042E271}" destId="{66591EBC-DAA4-4B50-99CE-1E8801ECC50E}" srcOrd="0" destOrd="0" presId="urn:microsoft.com/office/officeart/2005/8/layout/orgChart1"/>
    <dgm:cxn modelId="{87C4E147-AA6C-4CF5-85D8-004CB7B50761}" type="presParOf" srcId="{272CA3A7-9335-48BE-AE9A-E637B042E271}" destId="{32FF7B22-6423-4937-B02E-A59789120BA9}" srcOrd="1" destOrd="0" presId="urn:microsoft.com/office/officeart/2005/8/layout/orgChart1"/>
    <dgm:cxn modelId="{526854FE-80CC-4642-B33B-34A774140230}" type="presParOf" srcId="{86D86365-603A-4783-AC2D-E60FDC38C582}" destId="{6E43B992-AE0E-4AF9-8926-B4CF444F8DE9}" srcOrd="1" destOrd="0" presId="urn:microsoft.com/office/officeart/2005/8/layout/orgChart1"/>
    <dgm:cxn modelId="{94EBD2DB-DAD8-4ABB-B8B8-817B3836FDF1}" type="presParOf" srcId="{86D86365-603A-4783-AC2D-E60FDC38C582}" destId="{EDD009A6-934B-46FD-81D8-C9099D8FD38C}" srcOrd="2" destOrd="0" presId="urn:microsoft.com/office/officeart/2005/8/layout/orgChart1"/>
    <dgm:cxn modelId="{5ADD7A9E-4532-413D-8511-5E0D98481BAC}" type="presParOf" srcId="{C1BA8958-8495-4827-B5A9-6B1096CD1905}" destId="{B02A68B2-BD1F-469F-95C3-E963CE3879AA}" srcOrd="4" destOrd="0" presId="urn:microsoft.com/office/officeart/2005/8/layout/orgChart1"/>
    <dgm:cxn modelId="{BA8AC4DD-B6C5-46E2-B034-F81FE669C319}" type="presParOf" srcId="{C1BA8958-8495-4827-B5A9-6B1096CD1905}" destId="{C6767614-A614-41C9-8842-01ED0477FC7A}" srcOrd="5" destOrd="0" presId="urn:microsoft.com/office/officeart/2005/8/layout/orgChart1"/>
    <dgm:cxn modelId="{1D82E441-875D-4DF6-810A-2DBD27FE19F7}" type="presParOf" srcId="{C6767614-A614-41C9-8842-01ED0477FC7A}" destId="{0542CC96-E471-4E1F-845B-088CAD3A40B0}" srcOrd="0" destOrd="0" presId="urn:microsoft.com/office/officeart/2005/8/layout/orgChart1"/>
    <dgm:cxn modelId="{0F8F30BD-B011-4481-BA80-AE24382AF594}" type="presParOf" srcId="{0542CC96-E471-4E1F-845B-088CAD3A40B0}" destId="{2560D3C0-49B9-4733-B1A3-1F04E90C7D41}" srcOrd="0" destOrd="0" presId="urn:microsoft.com/office/officeart/2005/8/layout/orgChart1"/>
    <dgm:cxn modelId="{6054C0D1-6C0D-4702-BE66-B460F9812063}" type="presParOf" srcId="{0542CC96-E471-4E1F-845B-088CAD3A40B0}" destId="{26D402BA-D5F0-485D-A419-0325DD84E60A}" srcOrd="1" destOrd="0" presId="urn:microsoft.com/office/officeart/2005/8/layout/orgChart1"/>
    <dgm:cxn modelId="{4EFC233F-76AF-40FA-8856-17E62F2D4C81}" type="presParOf" srcId="{C6767614-A614-41C9-8842-01ED0477FC7A}" destId="{F925E2A5-4682-41D7-BA28-F4DB21388B02}" srcOrd="1" destOrd="0" presId="urn:microsoft.com/office/officeart/2005/8/layout/orgChart1"/>
    <dgm:cxn modelId="{1E7A1525-DA64-45FB-A426-A1BC69DCCAFF}" type="presParOf" srcId="{C6767614-A614-41C9-8842-01ED0477FC7A}" destId="{8B74D4C1-1E7C-46EE-9C03-140498DFE852}" srcOrd="2" destOrd="0" presId="urn:microsoft.com/office/officeart/2005/8/layout/orgChart1"/>
    <dgm:cxn modelId="{45FF88B3-3729-4335-9FE6-74B7E2B257E5}" type="presParOf" srcId="{F916A926-B076-484A-B58D-273DEC6B40F5}" destId="{382F202C-55A1-461E-991A-D4DE37D7E4A7}" srcOrd="2" destOrd="0" presId="urn:microsoft.com/office/officeart/2005/8/layout/orgChart1"/>
    <dgm:cxn modelId="{3766EE12-E3E0-4E9D-8006-1082854F04C1}" type="presParOf" srcId="{36F88AE2-1502-4FB0-8D52-E293D086CAD7}" destId="{C0B8E8F5-5261-4BB8-8351-F41EEE304B89}" srcOrd="8" destOrd="0" presId="urn:microsoft.com/office/officeart/2005/8/layout/orgChart1"/>
    <dgm:cxn modelId="{F2CD62BB-00CB-4C63-9BE7-48BAC000DB1D}" type="presParOf" srcId="{36F88AE2-1502-4FB0-8D52-E293D086CAD7}" destId="{236F92CB-D31E-4F28-81C2-76128CF1F566}" srcOrd="9" destOrd="0" presId="urn:microsoft.com/office/officeart/2005/8/layout/orgChart1"/>
    <dgm:cxn modelId="{C9A94BA9-900A-40FA-8936-AE5306488A00}" type="presParOf" srcId="{236F92CB-D31E-4F28-81C2-76128CF1F566}" destId="{56342D74-3305-4F2B-ADFA-0BEE07A3656A}" srcOrd="0" destOrd="0" presId="urn:microsoft.com/office/officeart/2005/8/layout/orgChart1"/>
    <dgm:cxn modelId="{EF2DFB6D-A291-4734-8B4D-0714C40DBA20}" type="presParOf" srcId="{56342D74-3305-4F2B-ADFA-0BEE07A3656A}" destId="{6E874E0E-CD39-4B8F-8BB1-758447ADE981}" srcOrd="0" destOrd="0" presId="urn:microsoft.com/office/officeart/2005/8/layout/orgChart1"/>
    <dgm:cxn modelId="{A4E1AEF4-046E-490F-9EC9-474AA1EE8607}" type="presParOf" srcId="{56342D74-3305-4F2B-ADFA-0BEE07A3656A}" destId="{95E33629-8A2C-4CAF-81CE-282569EE9D0C}" srcOrd="1" destOrd="0" presId="urn:microsoft.com/office/officeart/2005/8/layout/orgChart1"/>
    <dgm:cxn modelId="{AD81B6AA-726A-47A8-834A-8F18C378E100}" type="presParOf" srcId="{236F92CB-D31E-4F28-81C2-76128CF1F566}" destId="{B196C684-3D59-440C-8B60-A53FA93F2757}" srcOrd="1" destOrd="0" presId="urn:microsoft.com/office/officeart/2005/8/layout/orgChart1"/>
    <dgm:cxn modelId="{C41504FC-8C16-4B57-83B1-9E407A29CE22}" type="presParOf" srcId="{B196C684-3D59-440C-8B60-A53FA93F2757}" destId="{17F2FE89-923D-4F3C-99B5-26302345BAA2}" srcOrd="0" destOrd="0" presId="urn:microsoft.com/office/officeart/2005/8/layout/orgChart1"/>
    <dgm:cxn modelId="{8BCA651A-E003-4D4E-9BF1-FB9470764BB6}" type="presParOf" srcId="{B196C684-3D59-440C-8B60-A53FA93F2757}" destId="{D16FD5DF-7BA5-49A0-B0A4-C1F7C069EB47}" srcOrd="1" destOrd="0" presId="urn:microsoft.com/office/officeart/2005/8/layout/orgChart1"/>
    <dgm:cxn modelId="{7AF19229-6B0D-45D9-9F73-7A26417CAE6F}" type="presParOf" srcId="{D16FD5DF-7BA5-49A0-B0A4-C1F7C069EB47}" destId="{AF27F899-9B0D-4ABE-974F-E6E18258E1B5}" srcOrd="0" destOrd="0" presId="urn:microsoft.com/office/officeart/2005/8/layout/orgChart1"/>
    <dgm:cxn modelId="{A7AB2154-3F62-4B36-B479-5501DCE57F91}" type="presParOf" srcId="{AF27F899-9B0D-4ABE-974F-E6E18258E1B5}" destId="{12560C36-BCE1-4E78-ABEE-409BD084B9EA}" srcOrd="0" destOrd="0" presId="urn:microsoft.com/office/officeart/2005/8/layout/orgChart1"/>
    <dgm:cxn modelId="{376F5116-9FA9-4780-8768-AF39C9AE6D60}" type="presParOf" srcId="{AF27F899-9B0D-4ABE-974F-E6E18258E1B5}" destId="{4C531565-A2C7-41DC-87BC-5057A3499B96}" srcOrd="1" destOrd="0" presId="urn:microsoft.com/office/officeart/2005/8/layout/orgChart1"/>
    <dgm:cxn modelId="{A37994E3-9C4E-401C-9196-71AEB1E5FDF2}" type="presParOf" srcId="{D16FD5DF-7BA5-49A0-B0A4-C1F7C069EB47}" destId="{0DA4C9FB-CCC5-4A89-85F0-2DDA7F6DD190}" srcOrd="1" destOrd="0" presId="urn:microsoft.com/office/officeart/2005/8/layout/orgChart1"/>
    <dgm:cxn modelId="{584EB595-8A94-456F-A419-B0B02B38DA38}" type="presParOf" srcId="{D16FD5DF-7BA5-49A0-B0A4-C1F7C069EB47}" destId="{405F07E1-D709-418A-A90E-2284D9C3B2A0}" srcOrd="2" destOrd="0" presId="urn:microsoft.com/office/officeart/2005/8/layout/orgChart1"/>
    <dgm:cxn modelId="{1E984A6F-B045-45A8-A604-4AC8C346BBA7}" type="presParOf" srcId="{236F92CB-D31E-4F28-81C2-76128CF1F566}" destId="{6E2DF728-2406-4D4A-B12B-3DCA45DC5000}" srcOrd="2" destOrd="0" presId="urn:microsoft.com/office/officeart/2005/8/layout/orgChart1"/>
    <dgm:cxn modelId="{1E3353A0-CD3F-43D6-B549-2D662B53DD39}" type="presParOf" srcId="{36F88AE2-1502-4FB0-8D52-E293D086CAD7}" destId="{A34E8E39-F97B-4FAC-A009-AC9A2E8FD6EA}" srcOrd="10" destOrd="0" presId="urn:microsoft.com/office/officeart/2005/8/layout/orgChart1"/>
    <dgm:cxn modelId="{21955A3C-9C8E-4F3A-A36D-8913C208358C}" type="presParOf" srcId="{36F88AE2-1502-4FB0-8D52-E293D086CAD7}" destId="{4D4935E0-470B-454A-A087-85E63B7D9A3D}" srcOrd="11" destOrd="0" presId="urn:microsoft.com/office/officeart/2005/8/layout/orgChart1"/>
    <dgm:cxn modelId="{642A0BCA-6405-4C49-BD56-0E154487E2FB}" type="presParOf" srcId="{4D4935E0-470B-454A-A087-85E63B7D9A3D}" destId="{8841BE60-D5A5-4602-992C-6A2EFEA8B6E9}" srcOrd="0" destOrd="0" presId="urn:microsoft.com/office/officeart/2005/8/layout/orgChart1"/>
    <dgm:cxn modelId="{5D65E11C-4565-493B-9122-D5E5F17F7AE1}" type="presParOf" srcId="{8841BE60-D5A5-4602-992C-6A2EFEA8B6E9}" destId="{4DD3E079-E659-4CAA-8BD1-A49E007B995A}" srcOrd="0" destOrd="0" presId="urn:microsoft.com/office/officeart/2005/8/layout/orgChart1"/>
    <dgm:cxn modelId="{C85F10F6-AFE2-452B-BD6A-219D83CF531D}" type="presParOf" srcId="{8841BE60-D5A5-4602-992C-6A2EFEA8B6E9}" destId="{D9E03D1D-3156-453F-9BB7-DA2043496990}" srcOrd="1" destOrd="0" presId="urn:microsoft.com/office/officeart/2005/8/layout/orgChart1"/>
    <dgm:cxn modelId="{8D7385E0-DC31-4B7D-AD0B-AB58D051E454}" type="presParOf" srcId="{4D4935E0-470B-454A-A087-85E63B7D9A3D}" destId="{F347771F-D50D-412C-8DDA-267B4155D226}" srcOrd="1" destOrd="0" presId="urn:microsoft.com/office/officeart/2005/8/layout/orgChart1"/>
    <dgm:cxn modelId="{F640FD7D-8502-4798-AE87-A903DE4FA9D0}" type="presParOf" srcId="{F347771F-D50D-412C-8DDA-267B4155D226}" destId="{E0B4E239-EA6D-4AB8-BFBD-3C844A00FCCC}" srcOrd="0" destOrd="0" presId="urn:microsoft.com/office/officeart/2005/8/layout/orgChart1"/>
    <dgm:cxn modelId="{542D46C1-D455-45A3-8B52-23AF981C1C82}" type="presParOf" srcId="{F347771F-D50D-412C-8DDA-267B4155D226}" destId="{547F3F0F-C869-452C-AC0B-ACDEEE90C3D8}" srcOrd="1" destOrd="0" presId="urn:microsoft.com/office/officeart/2005/8/layout/orgChart1"/>
    <dgm:cxn modelId="{E3CF34F5-D369-4704-95BC-7CFC4D5E4BB9}" type="presParOf" srcId="{547F3F0F-C869-452C-AC0B-ACDEEE90C3D8}" destId="{389E7A89-D3C7-4639-8DBD-685CDE7FE2B7}" srcOrd="0" destOrd="0" presId="urn:microsoft.com/office/officeart/2005/8/layout/orgChart1"/>
    <dgm:cxn modelId="{34F9B215-1EF4-4557-8A9E-2F3B1C8A3006}" type="presParOf" srcId="{389E7A89-D3C7-4639-8DBD-685CDE7FE2B7}" destId="{A0A5AC44-05D8-4ED1-B764-B9483CFC86FD}" srcOrd="0" destOrd="0" presId="urn:microsoft.com/office/officeart/2005/8/layout/orgChart1"/>
    <dgm:cxn modelId="{FE84345D-FDFF-487C-ADDF-F4BEDB97B591}" type="presParOf" srcId="{389E7A89-D3C7-4639-8DBD-685CDE7FE2B7}" destId="{F761C7CE-19C7-4BC6-8BE6-623B1A9A9A85}" srcOrd="1" destOrd="0" presId="urn:microsoft.com/office/officeart/2005/8/layout/orgChart1"/>
    <dgm:cxn modelId="{4C95B0B8-3A60-4206-B551-1DE1281BF069}" type="presParOf" srcId="{547F3F0F-C869-452C-AC0B-ACDEEE90C3D8}" destId="{E66A1A22-D86F-4874-B8FC-4CF8FA5CD49C}" srcOrd="1" destOrd="0" presId="urn:microsoft.com/office/officeart/2005/8/layout/orgChart1"/>
    <dgm:cxn modelId="{58E58E09-3568-4768-B03F-138D8741803B}" type="presParOf" srcId="{547F3F0F-C869-452C-AC0B-ACDEEE90C3D8}" destId="{AB496B2D-69D2-4157-BA6A-0F8CC3ED1178}" srcOrd="2" destOrd="0" presId="urn:microsoft.com/office/officeart/2005/8/layout/orgChart1"/>
    <dgm:cxn modelId="{6551503C-E189-48EC-BC0B-438D48C8731A}" type="presParOf" srcId="{F347771F-D50D-412C-8DDA-267B4155D226}" destId="{0B257208-B03D-4873-BD72-64C0BFE7BB80}" srcOrd="2" destOrd="0" presId="urn:microsoft.com/office/officeart/2005/8/layout/orgChart1"/>
    <dgm:cxn modelId="{2BA395F2-72A2-4480-9F6C-C4C6AA788B42}" type="presParOf" srcId="{F347771F-D50D-412C-8DDA-267B4155D226}" destId="{C74AA743-F5B5-429A-BD28-6C9F37B7255E}" srcOrd="3" destOrd="0" presId="urn:microsoft.com/office/officeart/2005/8/layout/orgChart1"/>
    <dgm:cxn modelId="{FE00DB1A-E4F0-4AE9-A112-47FC31B3EE79}" type="presParOf" srcId="{C74AA743-F5B5-429A-BD28-6C9F37B7255E}" destId="{1A4E0DEC-2790-4A23-A0EE-5FB93136B028}" srcOrd="0" destOrd="0" presId="urn:microsoft.com/office/officeart/2005/8/layout/orgChart1"/>
    <dgm:cxn modelId="{16C1D18E-4DC7-45CF-B92B-F6E4A4AF1776}" type="presParOf" srcId="{1A4E0DEC-2790-4A23-A0EE-5FB93136B028}" destId="{D822EDDF-D7BE-4830-8BE1-464128AA5270}" srcOrd="0" destOrd="0" presId="urn:microsoft.com/office/officeart/2005/8/layout/orgChart1"/>
    <dgm:cxn modelId="{17715E7E-A178-48A3-9D97-359FEB27B92E}" type="presParOf" srcId="{1A4E0DEC-2790-4A23-A0EE-5FB93136B028}" destId="{73027393-6A6F-4408-9F37-DF56B6C1A56F}" srcOrd="1" destOrd="0" presId="urn:microsoft.com/office/officeart/2005/8/layout/orgChart1"/>
    <dgm:cxn modelId="{39082883-B1CA-425A-AFD6-8D933ED60C9F}" type="presParOf" srcId="{C74AA743-F5B5-429A-BD28-6C9F37B7255E}" destId="{0FAFB2FA-1E3D-4680-9983-9A714AC23D13}" srcOrd="1" destOrd="0" presId="urn:microsoft.com/office/officeart/2005/8/layout/orgChart1"/>
    <dgm:cxn modelId="{812E7EA5-2F5C-4C2D-9F26-8331B28FEADB}" type="presParOf" srcId="{C74AA743-F5B5-429A-BD28-6C9F37B7255E}" destId="{044CC11F-4EF7-46C2-8458-8D6B630BEF9F}" srcOrd="2" destOrd="0" presId="urn:microsoft.com/office/officeart/2005/8/layout/orgChart1"/>
    <dgm:cxn modelId="{55079817-C980-4E5B-A0F3-31FF32E9E84E}" type="presParOf" srcId="{4D4935E0-470B-454A-A087-85E63B7D9A3D}" destId="{C4D73A07-34F5-42CA-9616-6CDA7ECFA37F}" srcOrd="2" destOrd="0" presId="urn:microsoft.com/office/officeart/2005/8/layout/orgChart1"/>
    <dgm:cxn modelId="{541D44DD-1940-44EB-A405-937B855105DE}" type="presParOf" srcId="{545F85D4-67AA-47E0-A140-513A42EFBDC6}" destId="{B4C903CE-321E-4209-B68E-F21CA6A88E37}" srcOrd="2" destOrd="0" presId="urn:microsoft.com/office/officeart/2005/8/layout/orgChart1"/>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257208-B03D-4873-BD72-64C0BFE7BB80}">
      <dsp:nvSpPr>
        <dsp:cNvPr id="0" name=""/>
        <dsp:cNvSpPr/>
      </dsp:nvSpPr>
      <dsp:spPr>
        <a:xfrm>
          <a:off x="9804759" y="1271781"/>
          <a:ext cx="207463" cy="1227138"/>
        </a:xfrm>
        <a:custGeom>
          <a:avLst/>
          <a:gdLst/>
          <a:ahLst/>
          <a:cxnLst/>
          <a:rect l="0" t="0" r="0" b="0"/>
          <a:pathLst>
            <a:path>
              <a:moveTo>
                <a:pt x="0" y="0"/>
              </a:moveTo>
              <a:lnTo>
                <a:pt x="0" y="1227138"/>
              </a:lnTo>
              <a:lnTo>
                <a:pt x="207463" y="122713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B4E239-EA6D-4AB8-BFBD-3C844A00FCCC}">
      <dsp:nvSpPr>
        <dsp:cNvPr id="0" name=""/>
        <dsp:cNvSpPr/>
      </dsp:nvSpPr>
      <dsp:spPr>
        <a:xfrm>
          <a:off x="9804759" y="1271781"/>
          <a:ext cx="207463" cy="482464"/>
        </a:xfrm>
        <a:custGeom>
          <a:avLst/>
          <a:gdLst/>
          <a:ahLst/>
          <a:cxnLst/>
          <a:rect l="0" t="0" r="0" b="0"/>
          <a:pathLst>
            <a:path>
              <a:moveTo>
                <a:pt x="0" y="0"/>
              </a:moveTo>
              <a:lnTo>
                <a:pt x="0" y="482464"/>
              </a:lnTo>
              <a:lnTo>
                <a:pt x="207463" y="48246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34E8E39-F97B-4FAC-A009-AC9A2E8FD6EA}">
      <dsp:nvSpPr>
        <dsp:cNvPr id="0" name=""/>
        <dsp:cNvSpPr/>
      </dsp:nvSpPr>
      <dsp:spPr>
        <a:xfrm>
          <a:off x="5664621" y="524418"/>
          <a:ext cx="4693373" cy="222945"/>
        </a:xfrm>
        <a:custGeom>
          <a:avLst/>
          <a:gdLst/>
          <a:ahLst/>
          <a:cxnLst/>
          <a:rect l="0" t="0" r="0" b="0"/>
          <a:pathLst>
            <a:path>
              <a:moveTo>
                <a:pt x="0" y="0"/>
              </a:moveTo>
              <a:lnTo>
                <a:pt x="0" y="112817"/>
              </a:lnTo>
              <a:lnTo>
                <a:pt x="4693373" y="112817"/>
              </a:lnTo>
              <a:lnTo>
                <a:pt x="4693373" y="2229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F2FE89-923D-4F3C-99B5-26302345BAA2}">
      <dsp:nvSpPr>
        <dsp:cNvPr id="0" name=""/>
        <dsp:cNvSpPr/>
      </dsp:nvSpPr>
      <dsp:spPr>
        <a:xfrm>
          <a:off x="7799282" y="1271781"/>
          <a:ext cx="157325" cy="367855"/>
        </a:xfrm>
        <a:custGeom>
          <a:avLst/>
          <a:gdLst/>
          <a:ahLst/>
          <a:cxnLst/>
          <a:rect l="0" t="0" r="0" b="0"/>
          <a:pathLst>
            <a:path>
              <a:moveTo>
                <a:pt x="0" y="0"/>
              </a:moveTo>
              <a:lnTo>
                <a:pt x="0" y="367855"/>
              </a:lnTo>
              <a:lnTo>
                <a:pt x="157325" y="36785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B8E8F5-5261-4BB8-8351-F41EEE304B89}">
      <dsp:nvSpPr>
        <dsp:cNvPr id="0" name=""/>
        <dsp:cNvSpPr/>
      </dsp:nvSpPr>
      <dsp:spPr>
        <a:xfrm>
          <a:off x="5664621" y="524418"/>
          <a:ext cx="2554195" cy="222945"/>
        </a:xfrm>
        <a:custGeom>
          <a:avLst/>
          <a:gdLst/>
          <a:ahLst/>
          <a:cxnLst/>
          <a:rect l="0" t="0" r="0" b="0"/>
          <a:pathLst>
            <a:path>
              <a:moveTo>
                <a:pt x="0" y="0"/>
              </a:moveTo>
              <a:lnTo>
                <a:pt x="0" y="112817"/>
              </a:lnTo>
              <a:lnTo>
                <a:pt x="2554195" y="112817"/>
              </a:lnTo>
              <a:lnTo>
                <a:pt x="2554195" y="2229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2A68B2-BD1F-469F-95C3-E963CE3879AA}">
      <dsp:nvSpPr>
        <dsp:cNvPr id="0" name=""/>
        <dsp:cNvSpPr/>
      </dsp:nvSpPr>
      <dsp:spPr>
        <a:xfrm>
          <a:off x="6219977" y="1271781"/>
          <a:ext cx="152320" cy="1391163"/>
        </a:xfrm>
        <a:custGeom>
          <a:avLst/>
          <a:gdLst/>
          <a:ahLst/>
          <a:cxnLst/>
          <a:rect l="0" t="0" r="0" b="0"/>
          <a:pathLst>
            <a:path>
              <a:moveTo>
                <a:pt x="0" y="0"/>
              </a:moveTo>
              <a:lnTo>
                <a:pt x="0" y="1391163"/>
              </a:lnTo>
              <a:lnTo>
                <a:pt x="152320" y="139116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CC8CFF-2ACE-4287-8A38-FE0B19AB0E8A}">
      <dsp:nvSpPr>
        <dsp:cNvPr id="0" name=""/>
        <dsp:cNvSpPr/>
      </dsp:nvSpPr>
      <dsp:spPr>
        <a:xfrm>
          <a:off x="6219977" y="1271781"/>
          <a:ext cx="152320" cy="878749"/>
        </a:xfrm>
        <a:custGeom>
          <a:avLst/>
          <a:gdLst/>
          <a:ahLst/>
          <a:cxnLst/>
          <a:rect l="0" t="0" r="0" b="0"/>
          <a:pathLst>
            <a:path>
              <a:moveTo>
                <a:pt x="0" y="0"/>
              </a:moveTo>
              <a:lnTo>
                <a:pt x="0" y="878749"/>
              </a:lnTo>
              <a:lnTo>
                <a:pt x="152320" y="87874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297940-E560-43F1-B899-D90CAFEFF9F9}">
      <dsp:nvSpPr>
        <dsp:cNvPr id="0" name=""/>
        <dsp:cNvSpPr/>
      </dsp:nvSpPr>
      <dsp:spPr>
        <a:xfrm>
          <a:off x="6219977" y="1271781"/>
          <a:ext cx="152320" cy="366335"/>
        </a:xfrm>
        <a:custGeom>
          <a:avLst/>
          <a:gdLst/>
          <a:ahLst/>
          <a:cxnLst/>
          <a:rect l="0" t="0" r="0" b="0"/>
          <a:pathLst>
            <a:path>
              <a:moveTo>
                <a:pt x="0" y="0"/>
              </a:moveTo>
              <a:lnTo>
                <a:pt x="0" y="366335"/>
              </a:lnTo>
              <a:lnTo>
                <a:pt x="152320" y="36633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0796C7-D7C4-4878-AB65-50CA96A8AD01}">
      <dsp:nvSpPr>
        <dsp:cNvPr id="0" name=""/>
        <dsp:cNvSpPr/>
      </dsp:nvSpPr>
      <dsp:spPr>
        <a:xfrm>
          <a:off x="5664621" y="524418"/>
          <a:ext cx="961544" cy="222945"/>
        </a:xfrm>
        <a:custGeom>
          <a:avLst/>
          <a:gdLst/>
          <a:ahLst/>
          <a:cxnLst/>
          <a:rect l="0" t="0" r="0" b="0"/>
          <a:pathLst>
            <a:path>
              <a:moveTo>
                <a:pt x="0" y="0"/>
              </a:moveTo>
              <a:lnTo>
                <a:pt x="0" y="112817"/>
              </a:lnTo>
              <a:lnTo>
                <a:pt x="961544" y="112817"/>
              </a:lnTo>
              <a:lnTo>
                <a:pt x="961544" y="2229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C49BDC-1198-492C-A48D-927DDAE0DB7E}">
      <dsp:nvSpPr>
        <dsp:cNvPr id="0" name=""/>
        <dsp:cNvSpPr/>
      </dsp:nvSpPr>
      <dsp:spPr>
        <a:xfrm>
          <a:off x="4711056" y="1271776"/>
          <a:ext cx="132929" cy="357944"/>
        </a:xfrm>
        <a:custGeom>
          <a:avLst/>
          <a:gdLst/>
          <a:ahLst/>
          <a:cxnLst/>
          <a:rect l="0" t="0" r="0" b="0"/>
          <a:pathLst>
            <a:path>
              <a:moveTo>
                <a:pt x="0" y="0"/>
              </a:moveTo>
              <a:lnTo>
                <a:pt x="0" y="357944"/>
              </a:lnTo>
              <a:lnTo>
                <a:pt x="132929" y="35794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F73F54-7CB1-4ACE-9038-DE46166D4079}">
      <dsp:nvSpPr>
        <dsp:cNvPr id="0" name=""/>
        <dsp:cNvSpPr/>
      </dsp:nvSpPr>
      <dsp:spPr>
        <a:xfrm>
          <a:off x="5065534" y="524418"/>
          <a:ext cx="599087" cy="222939"/>
        </a:xfrm>
        <a:custGeom>
          <a:avLst/>
          <a:gdLst/>
          <a:ahLst/>
          <a:cxnLst/>
          <a:rect l="0" t="0" r="0" b="0"/>
          <a:pathLst>
            <a:path>
              <a:moveTo>
                <a:pt x="599087" y="0"/>
              </a:moveTo>
              <a:lnTo>
                <a:pt x="599087" y="112811"/>
              </a:lnTo>
              <a:lnTo>
                <a:pt x="0" y="112811"/>
              </a:lnTo>
              <a:lnTo>
                <a:pt x="0" y="22293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7F34E6-B5A3-4846-A04C-EBACBE647391}">
      <dsp:nvSpPr>
        <dsp:cNvPr id="0" name=""/>
        <dsp:cNvSpPr/>
      </dsp:nvSpPr>
      <dsp:spPr>
        <a:xfrm>
          <a:off x="1926731" y="1274472"/>
          <a:ext cx="125292" cy="2964085"/>
        </a:xfrm>
        <a:custGeom>
          <a:avLst/>
          <a:gdLst/>
          <a:ahLst/>
          <a:cxnLst/>
          <a:rect l="0" t="0" r="0" b="0"/>
          <a:pathLst>
            <a:path>
              <a:moveTo>
                <a:pt x="0" y="0"/>
              </a:moveTo>
              <a:lnTo>
                <a:pt x="0" y="2964085"/>
              </a:lnTo>
              <a:lnTo>
                <a:pt x="125292" y="29640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F40902-B653-4C40-B079-EF437F4745FD}">
      <dsp:nvSpPr>
        <dsp:cNvPr id="0" name=""/>
        <dsp:cNvSpPr/>
      </dsp:nvSpPr>
      <dsp:spPr>
        <a:xfrm>
          <a:off x="1926731" y="1274472"/>
          <a:ext cx="125292" cy="2445184"/>
        </a:xfrm>
        <a:custGeom>
          <a:avLst/>
          <a:gdLst/>
          <a:ahLst/>
          <a:cxnLst/>
          <a:rect l="0" t="0" r="0" b="0"/>
          <a:pathLst>
            <a:path>
              <a:moveTo>
                <a:pt x="0" y="0"/>
              </a:moveTo>
              <a:lnTo>
                <a:pt x="0" y="2445184"/>
              </a:lnTo>
              <a:lnTo>
                <a:pt x="125292" y="24451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EBAFE2-1374-43BD-84BD-A23B5ABD6892}">
      <dsp:nvSpPr>
        <dsp:cNvPr id="0" name=""/>
        <dsp:cNvSpPr/>
      </dsp:nvSpPr>
      <dsp:spPr>
        <a:xfrm>
          <a:off x="1926731" y="1274472"/>
          <a:ext cx="125292" cy="1926283"/>
        </a:xfrm>
        <a:custGeom>
          <a:avLst/>
          <a:gdLst/>
          <a:ahLst/>
          <a:cxnLst/>
          <a:rect l="0" t="0" r="0" b="0"/>
          <a:pathLst>
            <a:path>
              <a:moveTo>
                <a:pt x="0" y="0"/>
              </a:moveTo>
              <a:lnTo>
                <a:pt x="0" y="1926283"/>
              </a:lnTo>
              <a:lnTo>
                <a:pt x="125292" y="192628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EE59DD-550B-4A18-A1AD-9EB62E296F19}">
      <dsp:nvSpPr>
        <dsp:cNvPr id="0" name=""/>
        <dsp:cNvSpPr/>
      </dsp:nvSpPr>
      <dsp:spPr>
        <a:xfrm>
          <a:off x="1926731" y="1274472"/>
          <a:ext cx="125292" cy="1407381"/>
        </a:xfrm>
        <a:custGeom>
          <a:avLst/>
          <a:gdLst/>
          <a:ahLst/>
          <a:cxnLst/>
          <a:rect l="0" t="0" r="0" b="0"/>
          <a:pathLst>
            <a:path>
              <a:moveTo>
                <a:pt x="0" y="0"/>
              </a:moveTo>
              <a:lnTo>
                <a:pt x="0" y="1407381"/>
              </a:lnTo>
              <a:lnTo>
                <a:pt x="125292" y="140738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AD8570-E912-4D3B-AC56-457AA1D5E4F8}">
      <dsp:nvSpPr>
        <dsp:cNvPr id="0" name=""/>
        <dsp:cNvSpPr/>
      </dsp:nvSpPr>
      <dsp:spPr>
        <a:xfrm>
          <a:off x="1926731" y="1274472"/>
          <a:ext cx="125292" cy="888480"/>
        </a:xfrm>
        <a:custGeom>
          <a:avLst/>
          <a:gdLst/>
          <a:ahLst/>
          <a:cxnLst/>
          <a:rect l="0" t="0" r="0" b="0"/>
          <a:pathLst>
            <a:path>
              <a:moveTo>
                <a:pt x="0" y="0"/>
              </a:moveTo>
              <a:lnTo>
                <a:pt x="0" y="888480"/>
              </a:lnTo>
              <a:lnTo>
                <a:pt x="125292" y="8884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2A5E04-0027-4083-A33C-78B5179ABE16}">
      <dsp:nvSpPr>
        <dsp:cNvPr id="0" name=""/>
        <dsp:cNvSpPr/>
      </dsp:nvSpPr>
      <dsp:spPr>
        <a:xfrm>
          <a:off x="1926731" y="1274472"/>
          <a:ext cx="125292" cy="369578"/>
        </a:xfrm>
        <a:custGeom>
          <a:avLst/>
          <a:gdLst/>
          <a:ahLst/>
          <a:cxnLst/>
          <a:rect l="0" t="0" r="0" b="0"/>
          <a:pathLst>
            <a:path>
              <a:moveTo>
                <a:pt x="0" y="0"/>
              </a:moveTo>
              <a:lnTo>
                <a:pt x="0" y="369578"/>
              </a:lnTo>
              <a:lnTo>
                <a:pt x="125292" y="3695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FDA1A9-194B-48AB-A17E-DD23F9DA92B1}">
      <dsp:nvSpPr>
        <dsp:cNvPr id="0" name=""/>
        <dsp:cNvSpPr/>
      </dsp:nvSpPr>
      <dsp:spPr>
        <a:xfrm>
          <a:off x="2343186" y="524418"/>
          <a:ext cx="3321435" cy="225635"/>
        </a:xfrm>
        <a:custGeom>
          <a:avLst/>
          <a:gdLst/>
          <a:ahLst/>
          <a:cxnLst/>
          <a:rect l="0" t="0" r="0" b="0"/>
          <a:pathLst>
            <a:path>
              <a:moveTo>
                <a:pt x="3321435" y="0"/>
              </a:moveTo>
              <a:lnTo>
                <a:pt x="3321435" y="115507"/>
              </a:lnTo>
              <a:lnTo>
                <a:pt x="0" y="115507"/>
              </a:lnTo>
              <a:lnTo>
                <a:pt x="0" y="22563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BDAC58-D7BD-46EE-BAED-22A50B73501E}">
      <dsp:nvSpPr>
        <dsp:cNvPr id="0" name=""/>
        <dsp:cNvSpPr/>
      </dsp:nvSpPr>
      <dsp:spPr>
        <a:xfrm>
          <a:off x="100720" y="1271781"/>
          <a:ext cx="276783" cy="2966775"/>
        </a:xfrm>
        <a:custGeom>
          <a:avLst/>
          <a:gdLst/>
          <a:ahLst/>
          <a:cxnLst/>
          <a:rect l="0" t="0" r="0" b="0"/>
          <a:pathLst>
            <a:path>
              <a:moveTo>
                <a:pt x="0" y="0"/>
              </a:moveTo>
              <a:lnTo>
                <a:pt x="0" y="2966775"/>
              </a:lnTo>
              <a:lnTo>
                <a:pt x="276783" y="296677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5B8903-3443-499B-86F0-E2540D049C8F}">
      <dsp:nvSpPr>
        <dsp:cNvPr id="0" name=""/>
        <dsp:cNvSpPr/>
      </dsp:nvSpPr>
      <dsp:spPr>
        <a:xfrm>
          <a:off x="100720" y="1271781"/>
          <a:ext cx="276783" cy="2447874"/>
        </a:xfrm>
        <a:custGeom>
          <a:avLst/>
          <a:gdLst/>
          <a:ahLst/>
          <a:cxnLst/>
          <a:rect l="0" t="0" r="0" b="0"/>
          <a:pathLst>
            <a:path>
              <a:moveTo>
                <a:pt x="0" y="0"/>
              </a:moveTo>
              <a:lnTo>
                <a:pt x="0" y="2447874"/>
              </a:lnTo>
              <a:lnTo>
                <a:pt x="276783" y="244787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BB7E4F-FCC3-4EC9-BAE8-703F3D86DC4F}">
      <dsp:nvSpPr>
        <dsp:cNvPr id="0" name=""/>
        <dsp:cNvSpPr/>
      </dsp:nvSpPr>
      <dsp:spPr>
        <a:xfrm>
          <a:off x="100720" y="1271781"/>
          <a:ext cx="276783" cy="1928973"/>
        </a:xfrm>
        <a:custGeom>
          <a:avLst/>
          <a:gdLst/>
          <a:ahLst/>
          <a:cxnLst/>
          <a:rect l="0" t="0" r="0" b="0"/>
          <a:pathLst>
            <a:path>
              <a:moveTo>
                <a:pt x="0" y="0"/>
              </a:moveTo>
              <a:lnTo>
                <a:pt x="0" y="1928973"/>
              </a:lnTo>
              <a:lnTo>
                <a:pt x="276783" y="19289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2FD686-4B96-4E90-961D-3F8578F8C453}">
      <dsp:nvSpPr>
        <dsp:cNvPr id="0" name=""/>
        <dsp:cNvSpPr/>
      </dsp:nvSpPr>
      <dsp:spPr>
        <a:xfrm>
          <a:off x="100720" y="1271781"/>
          <a:ext cx="276783" cy="1410071"/>
        </a:xfrm>
        <a:custGeom>
          <a:avLst/>
          <a:gdLst/>
          <a:ahLst/>
          <a:cxnLst/>
          <a:rect l="0" t="0" r="0" b="0"/>
          <a:pathLst>
            <a:path>
              <a:moveTo>
                <a:pt x="0" y="0"/>
              </a:moveTo>
              <a:lnTo>
                <a:pt x="0" y="1410071"/>
              </a:lnTo>
              <a:lnTo>
                <a:pt x="276783" y="14100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26811E-630B-4776-B269-D80AA91087E5}">
      <dsp:nvSpPr>
        <dsp:cNvPr id="0" name=""/>
        <dsp:cNvSpPr/>
      </dsp:nvSpPr>
      <dsp:spPr>
        <a:xfrm>
          <a:off x="100720" y="1271781"/>
          <a:ext cx="276783" cy="891170"/>
        </a:xfrm>
        <a:custGeom>
          <a:avLst/>
          <a:gdLst/>
          <a:ahLst/>
          <a:cxnLst/>
          <a:rect l="0" t="0" r="0" b="0"/>
          <a:pathLst>
            <a:path>
              <a:moveTo>
                <a:pt x="0" y="0"/>
              </a:moveTo>
              <a:lnTo>
                <a:pt x="0" y="891170"/>
              </a:lnTo>
              <a:lnTo>
                <a:pt x="276783" y="89117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2FB5CE-CA05-43F6-82C8-E8310F63E86A}">
      <dsp:nvSpPr>
        <dsp:cNvPr id="0" name=""/>
        <dsp:cNvSpPr/>
      </dsp:nvSpPr>
      <dsp:spPr>
        <a:xfrm>
          <a:off x="100720" y="1271781"/>
          <a:ext cx="276783" cy="372268"/>
        </a:xfrm>
        <a:custGeom>
          <a:avLst/>
          <a:gdLst/>
          <a:ahLst/>
          <a:cxnLst/>
          <a:rect l="0" t="0" r="0" b="0"/>
          <a:pathLst>
            <a:path>
              <a:moveTo>
                <a:pt x="0" y="0"/>
              </a:moveTo>
              <a:lnTo>
                <a:pt x="0" y="372268"/>
              </a:lnTo>
              <a:lnTo>
                <a:pt x="276783" y="37226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B09104-B5E2-4D1F-9BEE-CACA494E029F}">
      <dsp:nvSpPr>
        <dsp:cNvPr id="0" name=""/>
        <dsp:cNvSpPr/>
      </dsp:nvSpPr>
      <dsp:spPr>
        <a:xfrm>
          <a:off x="503604" y="524418"/>
          <a:ext cx="5161017" cy="222945"/>
        </a:xfrm>
        <a:custGeom>
          <a:avLst/>
          <a:gdLst/>
          <a:ahLst/>
          <a:cxnLst/>
          <a:rect l="0" t="0" r="0" b="0"/>
          <a:pathLst>
            <a:path>
              <a:moveTo>
                <a:pt x="5161017" y="0"/>
              </a:moveTo>
              <a:lnTo>
                <a:pt x="5161017" y="112817"/>
              </a:lnTo>
              <a:lnTo>
                <a:pt x="0" y="112817"/>
              </a:lnTo>
              <a:lnTo>
                <a:pt x="0" y="2229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1526F4-D093-4E9D-BAED-0695FD37EEE8}">
      <dsp:nvSpPr>
        <dsp:cNvPr id="0" name=""/>
        <dsp:cNvSpPr/>
      </dsp:nvSpPr>
      <dsp:spPr>
        <a:xfrm>
          <a:off x="4915081" y="0"/>
          <a:ext cx="1499081"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Tokens in C</a:t>
          </a:r>
        </a:p>
      </dsp:txBody>
      <dsp:txXfrm>
        <a:off x="4915081" y="0"/>
        <a:ext cx="1499081" cy="524418"/>
      </dsp:txXfrm>
    </dsp:sp>
    <dsp:sp modelId="{316149DD-4A20-479B-BCF0-4A4887F9049D}">
      <dsp:nvSpPr>
        <dsp:cNvPr id="0" name=""/>
        <dsp:cNvSpPr/>
      </dsp:nvSpPr>
      <dsp:spPr>
        <a:xfrm>
          <a:off x="0" y="747363"/>
          <a:ext cx="1007208"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Keywords</a:t>
          </a:r>
        </a:p>
      </dsp:txBody>
      <dsp:txXfrm>
        <a:off x="0" y="747363"/>
        <a:ext cx="1007208" cy="524418"/>
      </dsp:txXfrm>
    </dsp:sp>
    <dsp:sp modelId="{B7050186-4FB5-4A46-BFA1-81A4CAF3AC74}">
      <dsp:nvSpPr>
        <dsp:cNvPr id="0" name=""/>
        <dsp:cNvSpPr/>
      </dsp:nvSpPr>
      <dsp:spPr>
        <a:xfrm>
          <a:off x="377503" y="1494727"/>
          <a:ext cx="1082147"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void</a:t>
          </a:r>
        </a:p>
      </dsp:txBody>
      <dsp:txXfrm>
        <a:off x="377503" y="1494727"/>
        <a:ext cx="1082147" cy="298645"/>
      </dsp:txXfrm>
    </dsp:sp>
    <dsp:sp modelId="{FE72D7D6-90BC-428A-9F13-437DFEDD1E5A}">
      <dsp:nvSpPr>
        <dsp:cNvPr id="0" name=""/>
        <dsp:cNvSpPr/>
      </dsp:nvSpPr>
      <dsp:spPr>
        <a:xfrm>
          <a:off x="377503" y="2013629"/>
          <a:ext cx="1048836"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while</a:t>
          </a:r>
          <a:endParaRPr lang="en-US" sz="1200" kern="1200" noProof="0" dirty="0"/>
        </a:p>
      </dsp:txBody>
      <dsp:txXfrm>
        <a:off x="377503" y="2013629"/>
        <a:ext cx="1048836" cy="298645"/>
      </dsp:txXfrm>
    </dsp:sp>
    <dsp:sp modelId="{C2BE18C1-5CCE-47C6-8255-2BEA16B15BB7}">
      <dsp:nvSpPr>
        <dsp:cNvPr id="0" name=""/>
        <dsp:cNvSpPr/>
      </dsp:nvSpPr>
      <dsp:spPr>
        <a:xfrm>
          <a:off x="377503" y="2532530"/>
          <a:ext cx="1048836"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if</a:t>
          </a:r>
          <a:endParaRPr lang="en-US" sz="1200" kern="1200" noProof="0" dirty="0"/>
        </a:p>
      </dsp:txBody>
      <dsp:txXfrm>
        <a:off x="377503" y="2532530"/>
        <a:ext cx="1048836" cy="298645"/>
      </dsp:txXfrm>
    </dsp:sp>
    <dsp:sp modelId="{1E9329F2-5F8B-411F-AFB1-645736719AD2}">
      <dsp:nvSpPr>
        <dsp:cNvPr id="0" name=""/>
        <dsp:cNvSpPr/>
      </dsp:nvSpPr>
      <dsp:spPr>
        <a:xfrm>
          <a:off x="377503" y="3051432"/>
          <a:ext cx="1048836"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int</a:t>
          </a:r>
          <a:endParaRPr lang="da-DK" sz="1200" kern="1200" noProof="0" dirty="0"/>
        </a:p>
      </dsp:txBody>
      <dsp:txXfrm>
        <a:off x="377503" y="3051432"/>
        <a:ext cx="1048836" cy="298645"/>
      </dsp:txXfrm>
    </dsp:sp>
    <dsp:sp modelId="{55DA1A5A-12A0-4BB0-A1B2-14D807FF6FD8}">
      <dsp:nvSpPr>
        <dsp:cNvPr id="0" name=""/>
        <dsp:cNvSpPr/>
      </dsp:nvSpPr>
      <dsp:spPr>
        <a:xfrm>
          <a:off x="377503" y="3570333"/>
          <a:ext cx="1048836"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a:t>break</a:t>
          </a:r>
        </a:p>
      </dsp:txBody>
      <dsp:txXfrm>
        <a:off x="377503" y="3570333"/>
        <a:ext cx="1048836" cy="298645"/>
      </dsp:txXfrm>
    </dsp:sp>
    <dsp:sp modelId="{9793A294-0BA3-43F6-851A-3E2D432D442C}">
      <dsp:nvSpPr>
        <dsp:cNvPr id="0" name=""/>
        <dsp:cNvSpPr/>
      </dsp:nvSpPr>
      <dsp:spPr>
        <a:xfrm>
          <a:off x="377503" y="4089234"/>
          <a:ext cx="1048836"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a:t>…</a:t>
          </a:r>
        </a:p>
      </dsp:txBody>
      <dsp:txXfrm>
        <a:off x="377503" y="4089234"/>
        <a:ext cx="1048836" cy="298645"/>
      </dsp:txXfrm>
    </dsp:sp>
    <dsp:sp modelId="{AD6FCBA5-107F-4E39-9D14-0F9C209CE42B}">
      <dsp:nvSpPr>
        <dsp:cNvPr id="0" name=""/>
        <dsp:cNvSpPr/>
      </dsp:nvSpPr>
      <dsp:spPr>
        <a:xfrm>
          <a:off x="1822617" y="750053"/>
          <a:ext cx="1041138"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Operators</a:t>
          </a:r>
        </a:p>
      </dsp:txBody>
      <dsp:txXfrm>
        <a:off x="1822617" y="750053"/>
        <a:ext cx="1041138" cy="524418"/>
      </dsp:txXfrm>
    </dsp:sp>
    <dsp:sp modelId="{F0CECF85-B5C3-4F33-9B57-BF760E7F8936}">
      <dsp:nvSpPr>
        <dsp:cNvPr id="0" name=""/>
        <dsp:cNvSpPr/>
      </dsp:nvSpPr>
      <dsp:spPr>
        <a:xfrm>
          <a:off x="2052024" y="1494727"/>
          <a:ext cx="2487221"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err="1"/>
            <a:t>Arithmatic</a:t>
          </a:r>
          <a:r>
            <a:rPr lang="en-US" sz="1200" kern="1200" noProof="0" dirty="0"/>
            <a:t>: +, -, /, *, %</a:t>
          </a:r>
        </a:p>
      </dsp:txBody>
      <dsp:txXfrm>
        <a:off x="2052024" y="1494727"/>
        <a:ext cx="2487221" cy="298645"/>
      </dsp:txXfrm>
    </dsp:sp>
    <dsp:sp modelId="{AFDD2A41-0AC4-4DD3-BF5A-FAA889D200B5}">
      <dsp:nvSpPr>
        <dsp:cNvPr id="0" name=""/>
        <dsp:cNvSpPr/>
      </dsp:nvSpPr>
      <dsp:spPr>
        <a:xfrm>
          <a:off x="2052024" y="2013629"/>
          <a:ext cx="2487221"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Relational: &lt;, &lt;=, &gt;, &gt;=, ==, !=</a:t>
          </a:r>
        </a:p>
      </dsp:txBody>
      <dsp:txXfrm>
        <a:off x="2052024" y="2013629"/>
        <a:ext cx="2487221" cy="298645"/>
      </dsp:txXfrm>
    </dsp:sp>
    <dsp:sp modelId="{C588F604-4C71-459E-9996-F4A026851A65}">
      <dsp:nvSpPr>
        <dsp:cNvPr id="0" name=""/>
        <dsp:cNvSpPr/>
      </dsp:nvSpPr>
      <dsp:spPr>
        <a:xfrm>
          <a:off x="2052024" y="2532530"/>
          <a:ext cx="2487221"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Logical: &amp;&amp;, ||, !</a:t>
          </a:r>
        </a:p>
      </dsp:txBody>
      <dsp:txXfrm>
        <a:off x="2052024" y="2532530"/>
        <a:ext cx="2487221" cy="298645"/>
      </dsp:txXfrm>
    </dsp:sp>
    <dsp:sp modelId="{7A48EC60-51F3-4E67-AB7D-07B29B70C60D}">
      <dsp:nvSpPr>
        <dsp:cNvPr id="0" name=""/>
        <dsp:cNvSpPr/>
      </dsp:nvSpPr>
      <dsp:spPr>
        <a:xfrm>
          <a:off x="2052024" y="3051432"/>
          <a:ext cx="2487221"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Bitwise: &amp;, |, &lt;&lt;, &gt;&gt;, ~, ^</a:t>
          </a:r>
        </a:p>
      </dsp:txBody>
      <dsp:txXfrm>
        <a:off x="2052024" y="3051432"/>
        <a:ext cx="2487221" cy="298645"/>
      </dsp:txXfrm>
    </dsp:sp>
    <dsp:sp modelId="{C25DE249-8875-4463-85D3-99FDECF1277F}">
      <dsp:nvSpPr>
        <dsp:cNvPr id="0" name=""/>
        <dsp:cNvSpPr/>
      </dsp:nvSpPr>
      <dsp:spPr>
        <a:xfrm>
          <a:off x="2052024" y="3570333"/>
          <a:ext cx="2487221"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Conditonal</a:t>
          </a:r>
          <a:r>
            <a:rPr lang="da-DK" sz="1200" kern="1200" noProof="0" dirty="0"/>
            <a:t>: ? :</a:t>
          </a:r>
          <a:endParaRPr lang="en-US" sz="1200" kern="1200" noProof="0" dirty="0"/>
        </a:p>
      </dsp:txBody>
      <dsp:txXfrm>
        <a:off x="2052024" y="3570333"/>
        <a:ext cx="2487221" cy="298645"/>
      </dsp:txXfrm>
    </dsp:sp>
    <dsp:sp modelId="{284AAC9C-A343-418C-96D3-0EC938A08886}">
      <dsp:nvSpPr>
        <dsp:cNvPr id="0" name=""/>
        <dsp:cNvSpPr/>
      </dsp:nvSpPr>
      <dsp:spPr>
        <a:xfrm>
          <a:off x="2052024" y="4089234"/>
          <a:ext cx="2487221" cy="2986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Assignment</a:t>
          </a:r>
          <a:r>
            <a:rPr lang="da-DK" sz="1200" kern="1200" noProof="0" dirty="0"/>
            <a:t>: =, +=, -=, *=, /=, %=</a:t>
          </a:r>
          <a:endParaRPr lang="en-US" sz="1200" kern="1200" noProof="0" dirty="0"/>
        </a:p>
      </dsp:txBody>
      <dsp:txXfrm>
        <a:off x="2052024" y="4089234"/>
        <a:ext cx="2487221" cy="298645"/>
      </dsp:txXfrm>
    </dsp:sp>
    <dsp:sp modelId="{ECF10C6A-7C39-40A8-BEE0-63935E4B7D7A}">
      <dsp:nvSpPr>
        <dsp:cNvPr id="0" name=""/>
        <dsp:cNvSpPr/>
      </dsp:nvSpPr>
      <dsp:spPr>
        <a:xfrm>
          <a:off x="4622437" y="747358"/>
          <a:ext cx="886193"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Strings</a:t>
          </a:r>
        </a:p>
      </dsp:txBody>
      <dsp:txXfrm>
        <a:off x="4622437" y="747358"/>
        <a:ext cx="886193" cy="524418"/>
      </dsp:txXfrm>
    </dsp:sp>
    <dsp:sp modelId="{0B44B6FA-92BD-4B30-B532-624F03EFA2BF}">
      <dsp:nvSpPr>
        <dsp:cNvPr id="0" name=""/>
        <dsp:cNvSpPr/>
      </dsp:nvSpPr>
      <dsp:spPr>
        <a:xfrm>
          <a:off x="4843985" y="1483641"/>
          <a:ext cx="1082147" cy="29215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“Hello, World!”</a:t>
          </a:r>
        </a:p>
      </dsp:txBody>
      <dsp:txXfrm>
        <a:off x="4843985" y="1483641"/>
        <a:ext cx="1082147" cy="292158"/>
      </dsp:txXfrm>
    </dsp:sp>
    <dsp:sp modelId="{4EA816CB-6AB7-4D30-91D2-E19223664521}">
      <dsp:nvSpPr>
        <dsp:cNvPr id="0" name=""/>
        <dsp:cNvSpPr/>
      </dsp:nvSpPr>
      <dsp:spPr>
        <a:xfrm>
          <a:off x="6118429" y="747363"/>
          <a:ext cx="1015473"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Constants</a:t>
          </a:r>
        </a:p>
      </dsp:txBody>
      <dsp:txXfrm>
        <a:off x="6118429" y="747363"/>
        <a:ext cx="1015473" cy="524418"/>
      </dsp:txXfrm>
    </dsp:sp>
    <dsp:sp modelId="{70190753-20EF-468A-AF58-9CECB07CAC07}">
      <dsp:nvSpPr>
        <dsp:cNvPr id="0" name=""/>
        <dsp:cNvSpPr/>
      </dsp:nvSpPr>
      <dsp:spPr>
        <a:xfrm>
          <a:off x="6372298" y="1492037"/>
          <a:ext cx="1154286" cy="29215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Integer</a:t>
          </a:r>
        </a:p>
      </dsp:txBody>
      <dsp:txXfrm>
        <a:off x="6372298" y="1492037"/>
        <a:ext cx="1154286" cy="292158"/>
      </dsp:txXfrm>
    </dsp:sp>
    <dsp:sp modelId="{66591EBC-DAA4-4B50-99CE-1E8801ECC50E}">
      <dsp:nvSpPr>
        <dsp:cNvPr id="0" name=""/>
        <dsp:cNvSpPr/>
      </dsp:nvSpPr>
      <dsp:spPr>
        <a:xfrm>
          <a:off x="6372298" y="2004451"/>
          <a:ext cx="1154286" cy="29215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Float</a:t>
          </a:r>
        </a:p>
      </dsp:txBody>
      <dsp:txXfrm>
        <a:off x="6372298" y="2004451"/>
        <a:ext cx="1154286" cy="292158"/>
      </dsp:txXfrm>
    </dsp:sp>
    <dsp:sp modelId="{2560D3C0-49B9-4733-B1A3-1F04E90C7D41}">
      <dsp:nvSpPr>
        <dsp:cNvPr id="0" name=""/>
        <dsp:cNvSpPr/>
      </dsp:nvSpPr>
      <dsp:spPr>
        <a:xfrm>
          <a:off x="6372298" y="2516866"/>
          <a:ext cx="1154286" cy="29215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Character</a:t>
          </a:r>
        </a:p>
      </dsp:txBody>
      <dsp:txXfrm>
        <a:off x="6372298" y="2516866"/>
        <a:ext cx="1154286" cy="292158"/>
      </dsp:txXfrm>
    </dsp:sp>
    <dsp:sp modelId="{6E874E0E-CD39-4B8F-8BB1-758447ADE981}">
      <dsp:nvSpPr>
        <dsp:cNvPr id="0" name=""/>
        <dsp:cNvSpPr/>
      </dsp:nvSpPr>
      <dsp:spPr>
        <a:xfrm>
          <a:off x="7694398" y="747363"/>
          <a:ext cx="1048836"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Special Characters</a:t>
          </a:r>
        </a:p>
      </dsp:txBody>
      <dsp:txXfrm>
        <a:off x="7694398" y="747363"/>
        <a:ext cx="1048836" cy="524418"/>
      </dsp:txXfrm>
    </dsp:sp>
    <dsp:sp modelId="{12560C36-BCE1-4E78-ABEE-409BD084B9EA}">
      <dsp:nvSpPr>
        <dsp:cNvPr id="0" name=""/>
        <dsp:cNvSpPr/>
      </dsp:nvSpPr>
      <dsp:spPr>
        <a:xfrm>
          <a:off x="7956607" y="1492037"/>
          <a:ext cx="1499836" cy="2952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a-DK" sz="1400" kern="1200" noProof="0" dirty="0"/>
            <a:t>{}, [], (), \, /, #, …</a:t>
          </a:r>
          <a:endParaRPr lang="en-US" sz="1400" kern="1200" noProof="0" dirty="0"/>
        </a:p>
      </dsp:txBody>
      <dsp:txXfrm>
        <a:off x="7956607" y="1492037"/>
        <a:ext cx="1499836" cy="295200"/>
      </dsp:txXfrm>
    </dsp:sp>
    <dsp:sp modelId="{4DD3E079-E659-4CAA-8BD1-A49E007B995A}">
      <dsp:nvSpPr>
        <dsp:cNvPr id="0" name=""/>
        <dsp:cNvSpPr/>
      </dsp:nvSpPr>
      <dsp:spPr>
        <a:xfrm>
          <a:off x="9666450" y="747363"/>
          <a:ext cx="1383090"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Identifies</a:t>
          </a:r>
          <a:br>
            <a:rPr lang="en-US" sz="1400" kern="1200" noProof="0" dirty="0"/>
          </a:br>
          <a:r>
            <a:rPr lang="en-US" sz="1400" kern="1200" noProof="0" dirty="0"/>
            <a:t>(user-defined)</a:t>
          </a:r>
        </a:p>
      </dsp:txBody>
      <dsp:txXfrm>
        <a:off x="9666450" y="747363"/>
        <a:ext cx="1383090" cy="524418"/>
      </dsp:txXfrm>
    </dsp:sp>
    <dsp:sp modelId="{A0A5AC44-05D8-4ED1-B764-B9483CFC86FD}">
      <dsp:nvSpPr>
        <dsp:cNvPr id="0" name=""/>
        <dsp:cNvSpPr/>
      </dsp:nvSpPr>
      <dsp:spPr>
        <a:xfrm>
          <a:off x="10012223" y="1492037"/>
          <a:ext cx="1048836"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a-DK" sz="1400" kern="1200" noProof="0" dirty="0"/>
            <a:t>Variable </a:t>
          </a:r>
          <a:r>
            <a:rPr lang="da-DK" sz="1400" kern="1200" noProof="0" dirty="0" err="1"/>
            <a:t>names</a:t>
          </a:r>
          <a:endParaRPr lang="en-US" sz="1400" kern="1200" noProof="0" dirty="0"/>
        </a:p>
      </dsp:txBody>
      <dsp:txXfrm>
        <a:off x="10012223" y="1492037"/>
        <a:ext cx="1048836" cy="524418"/>
      </dsp:txXfrm>
    </dsp:sp>
    <dsp:sp modelId="{D822EDDF-D7BE-4830-8BE1-464128AA5270}">
      <dsp:nvSpPr>
        <dsp:cNvPr id="0" name=""/>
        <dsp:cNvSpPr/>
      </dsp:nvSpPr>
      <dsp:spPr>
        <a:xfrm>
          <a:off x="10012223" y="2236711"/>
          <a:ext cx="1048836" cy="52441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a-DK" sz="1400" kern="1200" noProof="0" dirty="0" err="1"/>
            <a:t>Function</a:t>
          </a:r>
          <a:r>
            <a:rPr lang="da-DK" sz="1400" kern="1200" noProof="0" dirty="0"/>
            <a:t> </a:t>
          </a:r>
          <a:r>
            <a:rPr lang="da-DK" sz="1400" kern="1200" noProof="0" dirty="0" err="1"/>
            <a:t>names</a:t>
          </a:r>
          <a:endParaRPr lang="en-US" sz="1400" kern="1200" noProof="0" dirty="0"/>
        </a:p>
      </dsp:txBody>
      <dsp:txXfrm>
        <a:off x="10012223" y="2236711"/>
        <a:ext cx="1048836" cy="5244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257208-B03D-4873-BD72-64C0BFE7BB80}">
      <dsp:nvSpPr>
        <dsp:cNvPr id="0" name=""/>
        <dsp:cNvSpPr/>
      </dsp:nvSpPr>
      <dsp:spPr>
        <a:xfrm>
          <a:off x="4259825" y="1095457"/>
          <a:ext cx="98619" cy="617620"/>
        </a:xfrm>
        <a:custGeom>
          <a:avLst/>
          <a:gdLst/>
          <a:ahLst/>
          <a:cxnLst/>
          <a:rect l="0" t="0" r="0" b="0"/>
          <a:pathLst>
            <a:path>
              <a:moveTo>
                <a:pt x="0" y="0"/>
              </a:moveTo>
              <a:lnTo>
                <a:pt x="0" y="617620"/>
              </a:lnTo>
              <a:lnTo>
                <a:pt x="98619" y="6176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B4E239-EA6D-4AB8-BFBD-3C844A00FCCC}">
      <dsp:nvSpPr>
        <dsp:cNvPr id="0" name=""/>
        <dsp:cNvSpPr/>
      </dsp:nvSpPr>
      <dsp:spPr>
        <a:xfrm>
          <a:off x="4259825" y="1095457"/>
          <a:ext cx="98619" cy="242825"/>
        </a:xfrm>
        <a:custGeom>
          <a:avLst/>
          <a:gdLst/>
          <a:ahLst/>
          <a:cxnLst/>
          <a:rect l="0" t="0" r="0" b="0"/>
          <a:pathLst>
            <a:path>
              <a:moveTo>
                <a:pt x="0" y="0"/>
              </a:moveTo>
              <a:lnTo>
                <a:pt x="0" y="242825"/>
              </a:lnTo>
              <a:lnTo>
                <a:pt x="98619" y="2428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34E8E39-F97B-4FAC-A009-AC9A2E8FD6EA}">
      <dsp:nvSpPr>
        <dsp:cNvPr id="0" name=""/>
        <dsp:cNvSpPr/>
      </dsp:nvSpPr>
      <dsp:spPr>
        <a:xfrm>
          <a:off x="2444486" y="599693"/>
          <a:ext cx="2093782" cy="231824"/>
        </a:xfrm>
        <a:custGeom>
          <a:avLst/>
          <a:gdLst/>
          <a:ahLst/>
          <a:cxnLst/>
          <a:rect l="0" t="0" r="0" b="0"/>
          <a:pathLst>
            <a:path>
              <a:moveTo>
                <a:pt x="0" y="0"/>
              </a:moveTo>
              <a:lnTo>
                <a:pt x="0" y="176396"/>
              </a:lnTo>
              <a:lnTo>
                <a:pt x="2093782" y="176396"/>
              </a:lnTo>
              <a:lnTo>
                <a:pt x="2093782" y="23182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F2FE89-923D-4F3C-99B5-26302345BAA2}">
      <dsp:nvSpPr>
        <dsp:cNvPr id="0" name=""/>
        <dsp:cNvSpPr/>
      </dsp:nvSpPr>
      <dsp:spPr>
        <a:xfrm>
          <a:off x="3473143" y="1095457"/>
          <a:ext cx="91440" cy="185142"/>
        </a:xfrm>
        <a:custGeom>
          <a:avLst/>
          <a:gdLst/>
          <a:ahLst/>
          <a:cxnLst/>
          <a:rect l="0" t="0" r="0" b="0"/>
          <a:pathLst>
            <a:path>
              <a:moveTo>
                <a:pt x="45720" y="0"/>
              </a:moveTo>
              <a:lnTo>
                <a:pt x="45720" y="185142"/>
              </a:lnTo>
              <a:lnTo>
                <a:pt x="124902" y="18514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B8E8F5-5261-4BB8-8351-F41EEE304B89}">
      <dsp:nvSpPr>
        <dsp:cNvPr id="0" name=""/>
        <dsp:cNvSpPr/>
      </dsp:nvSpPr>
      <dsp:spPr>
        <a:xfrm>
          <a:off x="2444486" y="599693"/>
          <a:ext cx="1285529" cy="231824"/>
        </a:xfrm>
        <a:custGeom>
          <a:avLst/>
          <a:gdLst/>
          <a:ahLst/>
          <a:cxnLst/>
          <a:rect l="0" t="0" r="0" b="0"/>
          <a:pathLst>
            <a:path>
              <a:moveTo>
                <a:pt x="0" y="0"/>
              </a:moveTo>
              <a:lnTo>
                <a:pt x="0" y="176396"/>
              </a:lnTo>
              <a:lnTo>
                <a:pt x="1285529" y="176396"/>
              </a:lnTo>
              <a:lnTo>
                <a:pt x="1285529" y="23182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2A68B2-BD1F-469F-95C3-E963CE3879AA}">
      <dsp:nvSpPr>
        <dsp:cNvPr id="0" name=""/>
        <dsp:cNvSpPr/>
      </dsp:nvSpPr>
      <dsp:spPr>
        <a:xfrm>
          <a:off x="2678277" y="1095457"/>
          <a:ext cx="91440" cy="700174"/>
        </a:xfrm>
        <a:custGeom>
          <a:avLst/>
          <a:gdLst/>
          <a:ahLst/>
          <a:cxnLst/>
          <a:rect l="0" t="0" r="0" b="0"/>
          <a:pathLst>
            <a:path>
              <a:moveTo>
                <a:pt x="45720" y="0"/>
              </a:moveTo>
              <a:lnTo>
                <a:pt x="45720" y="700174"/>
              </a:lnTo>
              <a:lnTo>
                <a:pt x="122383" y="70017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CC8CFF-2ACE-4287-8A38-FE0B19AB0E8A}">
      <dsp:nvSpPr>
        <dsp:cNvPr id="0" name=""/>
        <dsp:cNvSpPr/>
      </dsp:nvSpPr>
      <dsp:spPr>
        <a:xfrm>
          <a:off x="2678277" y="1095457"/>
          <a:ext cx="91440" cy="442275"/>
        </a:xfrm>
        <a:custGeom>
          <a:avLst/>
          <a:gdLst/>
          <a:ahLst/>
          <a:cxnLst/>
          <a:rect l="0" t="0" r="0" b="0"/>
          <a:pathLst>
            <a:path>
              <a:moveTo>
                <a:pt x="45720" y="0"/>
              </a:moveTo>
              <a:lnTo>
                <a:pt x="45720" y="442275"/>
              </a:lnTo>
              <a:lnTo>
                <a:pt x="122383" y="44227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297940-E560-43F1-B899-D90CAFEFF9F9}">
      <dsp:nvSpPr>
        <dsp:cNvPr id="0" name=""/>
        <dsp:cNvSpPr/>
      </dsp:nvSpPr>
      <dsp:spPr>
        <a:xfrm>
          <a:off x="2678277" y="1095457"/>
          <a:ext cx="91440" cy="184376"/>
        </a:xfrm>
        <a:custGeom>
          <a:avLst/>
          <a:gdLst/>
          <a:ahLst/>
          <a:cxnLst/>
          <a:rect l="0" t="0" r="0" b="0"/>
          <a:pathLst>
            <a:path>
              <a:moveTo>
                <a:pt x="45720" y="0"/>
              </a:moveTo>
              <a:lnTo>
                <a:pt x="45720" y="184376"/>
              </a:lnTo>
              <a:lnTo>
                <a:pt x="122383" y="18437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0796C7-D7C4-4878-AB65-50CA96A8AD01}">
      <dsp:nvSpPr>
        <dsp:cNvPr id="0" name=""/>
        <dsp:cNvSpPr/>
      </dsp:nvSpPr>
      <dsp:spPr>
        <a:xfrm>
          <a:off x="2444486" y="599693"/>
          <a:ext cx="483946" cy="231824"/>
        </a:xfrm>
        <a:custGeom>
          <a:avLst/>
          <a:gdLst/>
          <a:ahLst/>
          <a:cxnLst/>
          <a:rect l="0" t="0" r="0" b="0"/>
          <a:pathLst>
            <a:path>
              <a:moveTo>
                <a:pt x="0" y="0"/>
              </a:moveTo>
              <a:lnTo>
                <a:pt x="0" y="176396"/>
              </a:lnTo>
              <a:lnTo>
                <a:pt x="483946" y="176396"/>
              </a:lnTo>
              <a:lnTo>
                <a:pt x="483946" y="23182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C49BDC-1198-492C-A48D-927DDAE0DB7E}">
      <dsp:nvSpPr>
        <dsp:cNvPr id="0" name=""/>
        <dsp:cNvSpPr/>
      </dsp:nvSpPr>
      <dsp:spPr>
        <a:xfrm>
          <a:off x="1918836" y="1095455"/>
          <a:ext cx="91440" cy="180153"/>
        </a:xfrm>
        <a:custGeom>
          <a:avLst/>
          <a:gdLst/>
          <a:ahLst/>
          <a:cxnLst/>
          <a:rect l="0" t="0" r="0" b="0"/>
          <a:pathLst>
            <a:path>
              <a:moveTo>
                <a:pt x="45720" y="0"/>
              </a:moveTo>
              <a:lnTo>
                <a:pt x="45720" y="180153"/>
              </a:lnTo>
              <a:lnTo>
                <a:pt x="112623" y="18015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F73F54-7CB1-4ACE-9038-DE46166D4079}">
      <dsp:nvSpPr>
        <dsp:cNvPr id="0" name=""/>
        <dsp:cNvSpPr/>
      </dsp:nvSpPr>
      <dsp:spPr>
        <a:xfrm>
          <a:off x="2142965" y="599693"/>
          <a:ext cx="301521" cy="231821"/>
        </a:xfrm>
        <a:custGeom>
          <a:avLst/>
          <a:gdLst/>
          <a:ahLst/>
          <a:cxnLst/>
          <a:rect l="0" t="0" r="0" b="0"/>
          <a:pathLst>
            <a:path>
              <a:moveTo>
                <a:pt x="301521" y="0"/>
              </a:moveTo>
              <a:lnTo>
                <a:pt x="301521" y="176393"/>
              </a:lnTo>
              <a:lnTo>
                <a:pt x="0" y="176393"/>
              </a:lnTo>
              <a:lnTo>
                <a:pt x="0" y="2318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7F34E6-B5A3-4846-A04C-EBACBE647391}">
      <dsp:nvSpPr>
        <dsp:cNvPr id="0" name=""/>
        <dsp:cNvSpPr/>
      </dsp:nvSpPr>
      <dsp:spPr>
        <a:xfrm>
          <a:off x="517482" y="1096811"/>
          <a:ext cx="91440" cy="1491827"/>
        </a:xfrm>
        <a:custGeom>
          <a:avLst/>
          <a:gdLst/>
          <a:ahLst/>
          <a:cxnLst/>
          <a:rect l="0" t="0" r="0" b="0"/>
          <a:pathLst>
            <a:path>
              <a:moveTo>
                <a:pt x="45720" y="0"/>
              </a:moveTo>
              <a:lnTo>
                <a:pt x="45720" y="1491827"/>
              </a:lnTo>
              <a:lnTo>
                <a:pt x="108780" y="14918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F40902-B653-4C40-B079-EF437F4745FD}">
      <dsp:nvSpPr>
        <dsp:cNvPr id="0" name=""/>
        <dsp:cNvSpPr/>
      </dsp:nvSpPr>
      <dsp:spPr>
        <a:xfrm>
          <a:off x="517482" y="1096811"/>
          <a:ext cx="91440" cy="1230663"/>
        </a:xfrm>
        <a:custGeom>
          <a:avLst/>
          <a:gdLst/>
          <a:ahLst/>
          <a:cxnLst/>
          <a:rect l="0" t="0" r="0" b="0"/>
          <a:pathLst>
            <a:path>
              <a:moveTo>
                <a:pt x="45720" y="0"/>
              </a:moveTo>
              <a:lnTo>
                <a:pt x="45720" y="1230663"/>
              </a:lnTo>
              <a:lnTo>
                <a:pt x="108780" y="123066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EBAFE2-1374-43BD-84BD-A23B5ABD6892}">
      <dsp:nvSpPr>
        <dsp:cNvPr id="0" name=""/>
        <dsp:cNvSpPr/>
      </dsp:nvSpPr>
      <dsp:spPr>
        <a:xfrm>
          <a:off x="517482" y="1096811"/>
          <a:ext cx="91440" cy="969500"/>
        </a:xfrm>
        <a:custGeom>
          <a:avLst/>
          <a:gdLst/>
          <a:ahLst/>
          <a:cxnLst/>
          <a:rect l="0" t="0" r="0" b="0"/>
          <a:pathLst>
            <a:path>
              <a:moveTo>
                <a:pt x="45720" y="0"/>
              </a:moveTo>
              <a:lnTo>
                <a:pt x="45720" y="969500"/>
              </a:lnTo>
              <a:lnTo>
                <a:pt x="108780" y="96950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EE59DD-550B-4A18-A1AD-9EB62E296F19}">
      <dsp:nvSpPr>
        <dsp:cNvPr id="0" name=""/>
        <dsp:cNvSpPr/>
      </dsp:nvSpPr>
      <dsp:spPr>
        <a:xfrm>
          <a:off x="517482" y="1096811"/>
          <a:ext cx="91440" cy="708336"/>
        </a:xfrm>
        <a:custGeom>
          <a:avLst/>
          <a:gdLst/>
          <a:ahLst/>
          <a:cxnLst/>
          <a:rect l="0" t="0" r="0" b="0"/>
          <a:pathLst>
            <a:path>
              <a:moveTo>
                <a:pt x="45720" y="0"/>
              </a:moveTo>
              <a:lnTo>
                <a:pt x="45720" y="708336"/>
              </a:lnTo>
              <a:lnTo>
                <a:pt x="108780" y="70833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AD8570-E912-4D3B-AC56-457AA1D5E4F8}">
      <dsp:nvSpPr>
        <dsp:cNvPr id="0" name=""/>
        <dsp:cNvSpPr/>
      </dsp:nvSpPr>
      <dsp:spPr>
        <a:xfrm>
          <a:off x="517482" y="1096811"/>
          <a:ext cx="91440" cy="447172"/>
        </a:xfrm>
        <a:custGeom>
          <a:avLst/>
          <a:gdLst/>
          <a:ahLst/>
          <a:cxnLst/>
          <a:rect l="0" t="0" r="0" b="0"/>
          <a:pathLst>
            <a:path>
              <a:moveTo>
                <a:pt x="45720" y="0"/>
              </a:moveTo>
              <a:lnTo>
                <a:pt x="45720" y="447172"/>
              </a:lnTo>
              <a:lnTo>
                <a:pt x="108780" y="44717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2A5E04-0027-4083-A33C-78B5179ABE16}">
      <dsp:nvSpPr>
        <dsp:cNvPr id="0" name=""/>
        <dsp:cNvSpPr/>
      </dsp:nvSpPr>
      <dsp:spPr>
        <a:xfrm>
          <a:off x="517482" y="1096811"/>
          <a:ext cx="91440" cy="186009"/>
        </a:xfrm>
        <a:custGeom>
          <a:avLst/>
          <a:gdLst/>
          <a:ahLst/>
          <a:cxnLst/>
          <a:rect l="0" t="0" r="0" b="0"/>
          <a:pathLst>
            <a:path>
              <a:moveTo>
                <a:pt x="45720" y="0"/>
              </a:moveTo>
              <a:lnTo>
                <a:pt x="45720" y="186009"/>
              </a:lnTo>
              <a:lnTo>
                <a:pt x="108780" y="18600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FDA1A9-194B-48AB-A17E-DD23F9DA92B1}">
      <dsp:nvSpPr>
        <dsp:cNvPr id="0" name=""/>
        <dsp:cNvSpPr/>
      </dsp:nvSpPr>
      <dsp:spPr>
        <a:xfrm>
          <a:off x="772805" y="599693"/>
          <a:ext cx="1671681" cy="233178"/>
        </a:xfrm>
        <a:custGeom>
          <a:avLst/>
          <a:gdLst/>
          <a:ahLst/>
          <a:cxnLst/>
          <a:rect l="0" t="0" r="0" b="0"/>
          <a:pathLst>
            <a:path>
              <a:moveTo>
                <a:pt x="1671681" y="0"/>
              </a:moveTo>
              <a:lnTo>
                <a:pt x="1671681" y="177750"/>
              </a:lnTo>
              <a:lnTo>
                <a:pt x="0" y="177750"/>
              </a:lnTo>
              <a:lnTo>
                <a:pt x="0" y="23317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BDAC58-D7BD-46EE-BAED-22A50B73501E}">
      <dsp:nvSpPr>
        <dsp:cNvPr id="0" name=""/>
        <dsp:cNvSpPr/>
      </dsp:nvSpPr>
      <dsp:spPr>
        <a:xfrm>
          <a:off x="-45720" y="1095457"/>
          <a:ext cx="91440" cy="1493181"/>
        </a:xfrm>
        <a:custGeom>
          <a:avLst/>
          <a:gdLst/>
          <a:ahLst/>
          <a:cxnLst/>
          <a:rect l="0" t="0" r="0" b="0"/>
          <a:pathLst>
            <a:path>
              <a:moveTo>
                <a:pt x="96412" y="0"/>
              </a:moveTo>
              <a:lnTo>
                <a:pt x="45720" y="149318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5B8903-3443-499B-86F0-E2540D049C8F}">
      <dsp:nvSpPr>
        <dsp:cNvPr id="0" name=""/>
        <dsp:cNvSpPr/>
      </dsp:nvSpPr>
      <dsp:spPr>
        <a:xfrm>
          <a:off x="-45720" y="1095457"/>
          <a:ext cx="91440" cy="1232017"/>
        </a:xfrm>
        <a:custGeom>
          <a:avLst/>
          <a:gdLst/>
          <a:ahLst/>
          <a:cxnLst/>
          <a:rect l="0" t="0" r="0" b="0"/>
          <a:pathLst>
            <a:path>
              <a:moveTo>
                <a:pt x="96412" y="0"/>
              </a:moveTo>
              <a:lnTo>
                <a:pt x="45720" y="123201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BB7E4F-FCC3-4EC9-BAE8-703F3D86DC4F}">
      <dsp:nvSpPr>
        <dsp:cNvPr id="0" name=""/>
        <dsp:cNvSpPr/>
      </dsp:nvSpPr>
      <dsp:spPr>
        <a:xfrm>
          <a:off x="-45720" y="1095457"/>
          <a:ext cx="91440" cy="970854"/>
        </a:xfrm>
        <a:custGeom>
          <a:avLst/>
          <a:gdLst/>
          <a:ahLst/>
          <a:cxnLst/>
          <a:rect l="0" t="0" r="0" b="0"/>
          <a:pathLst>
            <a:path>
              <a:moveTo>
                <a:pt x="96412" y="0"/>
              </a:moveTo>
              <a:lnTo>
                <a:pt x="45720" y="97085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2FD686-4B96-4E90-961D-3F8578F8C453}">
      <dsp:nvSpPr>
        <dsp:cNvPr id="0" name=""/>
        <dsp:cNvSpPr/>
      </dsp:nvSpPr>
      <dsp:spPr>
        <a:xfrm>
          <a:off x="-45720" y="1095457"/>
          <a:ext cx="91440" cy="709690"/>
        </a:xfrm>
        <a:custGeom>
          <a:avLst/>
          <a:gdLst/>
          <a:ahLst/>
          <a:cxnLst/>
          <a:rect l="0" t="0" r="0" b="0"/>
          <a:pathLst>
            <a:path>
              <a:moveTo>
                <a:pt x="96412" y="0"/>
              </a:moveTo>
              <a:lnTo>
                <a:pt x="45720" y="70969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26811E-630B-4776-B269-D80AA91087E5}">
      <dsp:nvSpPr>
        <dsp:cNvPr id="0" name=""/>
        <dsp:cNvSpPr/>
      </dsp:nvSpPr>
      <dsp:spPr>
        <a:xfrm>
          <a:off x="-45720" y="1095457"/>
          <a:ext cx="91440" cy="448526"/>
        </a:xfrm>
        <a:custGeom>
          <a:avLst/>
          <a:gdLst/>
          <a:ahLst/>
          <a:cxnLst/>
          <a:rect l="0" t="0" r="0" b="0"/>
          <a:pathLst>
            <a:path>
              <a:moveTo>
                <a:pt x="96412" y="0"/>
              </a:moveTo>
              <a:lnTo>
                <a:pt x="45720" y="44852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2FB5CE-CA05-43F6-82C8-E8310F63E86A}">
      <dsp:nvSpPr>
        <dsp:cNvPr id="0" name=""/>
        <dsp:cNvSpPr/>
      </dsp:nvSpPr>
      <dsp:spPr>
        <a:xfrm>
          <a:off x="-45720" y="1095457"/>
          <a:ext cx="91440" cy="187363"/>
        </a:xfrm>
        <a:custGeom>
          <a:avLst/>
          <a:gdLst/>
          <a:ahLst/>
          <a:cxnLst/>
          <a:rect l="0" t="0" r="0" b="0"/>
          <a:pathLst>
            <a:path>
              <a:moveTo>
                <a:pt x="96412" y="0"/>
              </a:moveTo>
              <a:lnTo>
                <a:pt x="45720" y="18736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B09104-B5E2-4D1F-9BEE-CACA494E029F}">
      <dsp:nvSpPr>
        <dsp:cNvPr id="0" name=""/>
        <dsp:cNvSpPr/>
      </dsp:nvSpPr>
      <dsp:spPr>
        <a:xfrm>
          <a:off x="253464" y="599693"/>
          <a:ext cx="2191022" cy="231824"/>
        </a:xfrm>
        <a:custGeom>
          <a:avLst/>
          <a:gdLst/>
          <a:ahLst/>
          <a:cxnLst/>
          <a:rect l="0" t="0" r="0" b="0"/>
          <a:pathLst>
            <a:path>
              <a:moveTo>
                <a:pt x="2191022" y="0"/>
              </a:moveTo>
              <a:lnTo>
                <a:pt x="2191022" y="176396"/>
              </a:lnTo>
              <a:lnTo>
                <a:pt x="0" y="176396"/>
              </a:lnTo>
              <a:lnTo>
                <a:pt x="0" y="23182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1526F4-D093-4E9D-BAED-0695FD37EEE8}">
      <dsp:nvSpPr>
        <dsp:cNvPr id="0" name=""/>
        <dsp:cNvSpPr/>
      </dsp:nvSpPr>
      <dsp:spPr>
        <a:xfrm>
          <a:off x="2067242" y="335753"/>
          <a:ext cx="754489" cy="263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noProof="0" dirty="0"/>
            <a:t>Tokens in C</a:t>
          </a:r>
        </a:p>
      </dsp:txBody>
      <dsp:txXfrm>
        <a:off x="2067242" y="335753"/>
        <a:ext cx="754489" cy="263940"/>
      </dsp:txXfrm>
    </dsp:sp>
    <dsp:sp modelId="{316149DD-4A20-479B-BCF0-4A4887F9049D}">
      <dsp:nvSpPr>
        <dsp:cNvPr id="0" name=""/>
        <dsp:cNvSpPr/>
      </dsp:nvSpPr>
      <dsp:spPr>
        <a:xfrm>
          <a:off x="0" y="831517"/>
          <a:ext cx="506928" cy="263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noProof="0" dirty="0"/>
            <a:t>Keywords</a:t>
          </a:r>
        </a:p>
      </dsp:txBody>
      <dsp:txXfrm>
        <a:off x="0" y="831517"/>
        <a:ext cx="506928" cy="263940"/>
      </dsp:txXfrm>
    </dsp:sp>
    <dsp:sp modelId="{B7050186-4FB5-4A46-BFA1-81A4CAF3AC74}">
      <dsp:nvSpPr>
        <dsp:cNvPr id="0" name=""/>
        <dsp:cNvSpPr/>
      </dsp:nvSpPr>
      <dsp:spPr>
        <a:xfrm>
          <a:off x="0" y="1207666"/>
          <a:ext cx="544646" cy="1503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en-US" sz="400" kern="1200" noProof="0" dirty="0"/>
            <a:t>void</a:t>
          </a:r>
        </a:p>
      </dsp:txBody>
      <dsp:txXfrm>
        <a:off x="0" y="1207666"/>
        <a:ext cx="544646" cy="150308"/>
      </dsp:txXfrm>
    </dsp:sp>
    <dsp:sp modelId="{FE72D7D6-90BC-428A-9F13-437DFEDD1E5A}">
      <dsp:nvSpPr>
        <dsp:cNvPr id="0" name=""/>
        <dsp:cNvSpPr/>
      </dsp:nvSpPr>
      <dsp:spPr>
        <a:xfrm>
          <a:off x="0" y="1468830"/>
          <a:ext cx="527880" cy="1503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da-DK" sz="400" kern="1200" noProof="0" dirty="0" err="1"/>
            <a:t>while</a:t>
          </a:r>
          <a:endParaRPr lang="en-US" sz="400" kern="1200" noProof="0" dirty="0"/>
        </a:p>
      </dsp:txBody>
      <dsp:txXfrm>
        <a:off x="0" y="1468830"/>
        <a:ext cx="527880" cy="150308"/>
      </dsp:txXfrm>
    </dsp:sp>
    <dsp:sp modelId="{C2BE18C1-5CCE-47C6-8255-2BEA16B15BB7}">
      <dsp:nvSpPr>
        <dsp:cNvPr id="0" name=""/>
        <dsp:cNvSpPr/>
      </dsp:nvSpPr>
      <dsp:spPr>
        <a:xfrm>
          <a:off x="0" y="1729994"/>
          <a:ext cx="527880" cy="1503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da-DK" sz="400" kern="1200" noProof="0" dirty="0" err="1"/>
            <a:t>if</a:t>
          </a:r>
          <a:endParaRPr lang="en-US" sz="400" kern="1200" noProof="0" dirty="0"/>
        </a:p>
      </dsp:txBody>
      <dsp:txXfrm>
        <a:off x="0" y="1729994"/>
        <a:ext cx="527880" cy="150308"/>
      </dsp:txXfrm>
    </dsp:sp>
    <dsp:sp modelId="{1E9329F2-5F8B-411F-AFB1-645736719AD2}">
      <dsp:nvSpPr>
        <dsp:cNvPr id="0" name=""/>
        <dsp:cNvSpPr/>
      </dsp:nvSpPr>
      <dsp:spPr>
        <a:xfrm>
          <a:off x="0" y="1991157"/>
          <a:ext cx="527880" cy="1503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da-DK" sz="400" kern="1200" noProof="0" dirty="0" err="1"/>
            <a:t>int</a:t>
          </a:r>
          <a:endParaRPr lang="da-DK" sz="400" kern="1200" noProof="0" dirty="0"/>
        </a:p>
      </dsp:txBody>
      <dsp:txXfrm>
        <a:off x="0" y="1991157"/>
        <a:ext cx="527880" cy="150308"/>
      </dsp:txXfrm>
    </dsp:sp>
    <dsp:sp modelId="{55DA1A5A-12A0-4BB0-A1B2-14D807FF6FD8}">
      <dsp:nvSpPr>
        <dsp:cNvPr id="0" name=""/>
        <dsp:cNvSpPr/>
      </dsp:nvSpPr>
      <dsp:spPr>
        <a:xfrm>
          <a:off x="0" y="2252321"/>
          <a:ext cx="527880" cy="1503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da-DK" sz="400" kern="1200" noProof="0" dirty="0"/>
            <a:t>break</a:t>
          </a:r>
        </a:p>
      </dsp:txBody>
      <dsp:txXfrm>
        <a:off x="0" y="2252321"/>
        <a:ext cx="527880" cy="150308"/>
      </dsp:txXfrm>
    </dsp:sp>
    <dsp:sp modelId="{9793A294-0BA3-43F6-851A-3E2D432D442C}">
      <dsp:nvSpPr>
        <dsp:cNvPr id="0" name=""/>
        <dsp:cNvSpPr/>
      </dsp:nvSpPr>
      <dsp:spPr>
        <a:xfrm>
          <a:off x="0" y="2513484"/>
          <a:ext cx="527880" cy="1503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da-DK" sz="400" kern="1200" noProof="0" dirty="0"/>
            <a:t>…</a:t>
          </a:r>
        </a:p>
      </dsp:txBody>
      <dsp:txXfrm>
        <a:off x="0" y="2513484"/>
        <a:ext cx="527880" cy="150308"/>
      </dsp:txXfrm>
    </dsp:sp>
    <dsp:sp modelId="{AD6FCBA5-107F-4E39-9D14-0F9C209CE42B}">
      <dsp:nvSpPr>
        <dsp:cNvPr id="0" name=""/>
        <dsp:cNvSpPr/>
      </dsp:nvSpPr>
      <dsp:spPr>
        <a:xfrm>
          <a:off x="510802" y="832871"/>
          <a:ext cx="524005" cy="263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noProof="0" dirty="0"/>
            <a:t>Operators</a:t>
          </a:r>
        </a:p>
      </dsp:txBody>
      <dsp:txXfrm>
        <a:off x="510802" y="832871"/>
        <a:ext cx="524005" cy="263940"/>
      </dsp:txXfrm>
    </dsp:sp>
    <dsp:sp modelId="{F0CECF85-B5C3-4F33-9B57-BF760E7F8936}">
      <dsp:nvSpPr>
        <dsp:cNvPr id="0" name=""/>
        <dsp:cNvSpPr/>
      </dsp:nvSpPr>
      <dsp:spPr>
        <a:xfrm>
          <a:off x="626262" y="1207666"/>
          <a:ext cx="1251821" cy="1503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en-US" sz="400" kern="1200" noProof="0" dirty="0" err="1"/>
            <a:t>Arithmatic</a:t>
          </a:r>
          <a:r>
            <a:rPr lang="en-US" sz="400" kern="1200" noProof="0" dirty="0"/>
            <a:t>: +, -, /, *, %</a:t>
          </a:r>
        </a:p>
      </dsp:txBody>
      <dsp:txXfrm>
        <a:off x="626262" y="1207666"/>
        <a:ext cx="1251821" cy="150308"/>
      </dsp:txXfrm>
    </dsp:sp>
    <dsp:sp modelId="{AFDD2A41-0AC4-4DD3-BF5A-FAA889D200B5}">
      <dsp:nvSpPr>
        <dsp:cNvPr id="0" name=""/>
        <dsp:cNvSpPr/>
      </dsp:nvSpPr>
      <dsp:spPr>
        <a:xfrm>
          <a:off x="626262" y="1468830"/>
          <a:ext cx="1251821" cy="1503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en-US" sz="400" kern="1200" noProof="0" dirty="0"/>
            <a:t>Relational: &lt;, &lt;=, &gt;, &gt;=, ==, !=</a:t>
          </a:r>
        </a:p>
      </dsp:txBody>
      <dsp:txXfrm>
        <a:off x="626262" y="1468830"/>
        <a:ext cx="1251821" cy="150308"/>
      </dsp:txXfrm>
    </dsp:sp>
    <dsp:sp modelId="{C588F604-4C71-459E-9996-F4A026851A65}">
      <dsp:nvSpPr>
        <dsp:cNvPr id="0" name=""/>
        <dsp:cNvSpPr/>
      </dsp:nvSpPr>
      <dsp:spPr>
        <a:xfrm>
          <a:off x="626262" y="1729994"/>
          <a:ext cx="1251821" cy="1503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en-US" sz="400" kern="1200" noProof="0" dirty="0"/>
            <a:t>Logical: &amp;&amp;, ||, !</a:t>
          </a:r>
        </a:p>
      </dsp:txBody>
      <dsp:txXfrm>
        <a:off x="626262" y="1729994"/>
        <a:ext cx="1251821" cy="150308"/>
      </dsp:txXfrm>
    </dsp:sp>
    <dsp:sp modelId="{7A48EC60-51F3-4E67-AB7D-07B29B70C60D}">
      <dsp:nvSpPr>
        <dsp:cNvPr id="0" name=""/>
        <dsp:cNvSpPr/>
      </dsp:nvSpPr>
      <dsp:spPr>
        <a:xfrm>
          <a:off x="626262" y="1991157"/>
          <a:ext cx="1251821" cy="1503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en-US" sz="400" kern="1200" noProof="0" dirty="0"/>
            <a:t>Bitwise: &amp;, |, &lt;&lt;, &gt;&gt;, ~, ^</a:t>
          </a:r>
        </a:p>
      </dsp:txBody>
      <dsp:txXfrm>
        <a:off x="626262" y="1991157"/>
        <a:ext cx="1251821" cy="150308"/>
      </dsp:txXfrm>
    </dsp:sp>
    <dsp:sp modelId="{C25DE249-8875-4463-85D3-99FDECF1277F}">
      <dsp:nvSpPr>
        <dsp:cNvPr id="0" name=""/>
        <dsp:cNvSpPr/>
      </dsp:nvSpPr>
      <dsp:spPr>
        <a:xfrm>
          <a:off x="626262" y="2252321"/>
          <a:ext cx="1251821" cy="1503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da-DK" sz="400" kern="1200" noProof="0" dirty="0" err="1"/>
            <a:t>Conditonal</a:t>
          </a:r>
          <a:r>
            <a:rPr lang="da-DK" sz="400" kern="1200" noProof="0" dirty="0"/>
            <a:t>: ? :</a:t>
          </a:r>
          <a:endParaRPr lang="en-US" sz="400" kern="1200" noProof="0" dirty="0"/>
        </a:p>
      </dsp:txBody>
      <dsp:txXfrm>
        <a:off x="626262" y="2252321"/>
        <a:ext cx="1251821" cy="150308"/>
      </dsp:txXfrm>
    </dsp:sp>
    <dsp:sp modelId="{284AAC9C-A343-418C-96D3-0EC938A08886}">
      <dsp:nvSpPr>
        <dsp:cNvPr id="0" name=""/>
        <dsp:cNvSpPr/>
      </dsp:nvSpPr>
      <dsp:spPr>
        <a:xfrm>
          <a:off x="626262" y="2513484"/>
          <a:ext cx="1251821" cy="1503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da-DK" sz="400" kern="1200" noProof="0" dirty="0" err="1"/>
            <a:t>Assignment</a:t>
          </a:r>
          <a:r>
            <a:rPr lang="da-DK" sz="400" kern="1200" noProof="0" dirty="0"/>
            <a:t>: =, +=, -=, *=, /=, %=</a:t>
          </a:r>
          <a:endParaRPr lang="en-US" sz="400" kern="1200" noProof="0" dirty="0"/>
        </a:p>
      </dsp:txBody>
      <dsp:txXfrm>
        <a:off x="626262" y="2513484"/>
        <a:ext cx="1251821" cy="150308"/>
      </dsp:txXfrm>
    </dsp:sp>
    <dsp:sp modelId="{ECF10C6A-7C39-40A8-BEE0-63935E4B7D7A}">
      <dsp:nvSpPr>
        <dsp:cNvPr id="0" name=""/>
        <dsp:cNvSpPr/>
      </dsp:nvSpPr>
      <dsp:spPr>
        <a:xfrm>
          <a:off x="1919954" y="831514"/>
          <a:ext cx="446022" cy="263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noProof="0" dirty="0"/>
            <a:t>Strings</a:t>
          </a:r>
        </a:p>
      </dsp:txBody>
      <dsp:txXfrm>
        <a:off x="1919954" y="831514"/>
        <a:ext cx="446022" cy="263940"/>
      </dsp:txXfrm>
    </dsp:sp>
    <dsp:sp modelId="{0B44B6FA-92BD-4B30-B532-624F03EFA2BF}">
      <dsp:nvSpPr>
        <dsp:cNvPr id="0" name=""/>
        <dsp:cNvSpPr/>
      </dsp:nvSpPr>
      <dsp:spPr>
        <a:xfrm>
          <a:off x="2031459" y="1202087"/>
          <a:ext cx="544646" cy="147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en-US" sz="400" kern="1200" noProof="0" dirty="0"/>
            <a:t>“Hello, World!”</a:t>
          </a:r>
        </a:p>
      </dsp:txBody>
      <dsp:txXfrm>
        <a:off x="2031459" y="1202087"/>
        <a:ext cx="544646" cy="147043"/>
      </dsp:txXfrm>
    </dsp:sp>
    <dsp:sp modelId="{4EA816CB-6AB7-4D30-91D2-E19223664521}">
      <dsp:nvSpPr>
        <dsp:cNvPr id="0" name=""/>
        <dsp:cNvSpPr/>
      </dsp:nvSpPr>
      <dsp:spPr>
        <a:xfrm>
          <a:off x="2672888" y="831517"/>
          <a:ext cx="511088" cy="263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noProof="0" dirty="0"/>
            <a:t>Constants</a:t>
          </a:r>
        </a:p>
      </dsp:txBody>
      <dsp:txXfrm>
        <a:off x="2672888" y="831517"/>
        <a:ext cx="511088" cy="263940"/>
      </dsp:txXfrm>
    </dsp:sp>
    <dsp:sp modelId="{70190753-20EF-468A-AF58-9CECB07CAC07}">
      <dsp:nvSpPr>
        <dsp:cNvPr id="0" name=""/>
        <dsp:cNvSpPr/>
      </dsp:nvSpPr>
      <dsp:spPr>
        <a:xfrm>
          <a:off x="2800661" y="1206312"/>
          <a:ext cx="580953" cy="147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en-US" sz="400" kern="1200" noProof="0" dirty="0"/>
            <a:t>Integer</a:t>
          </a:r>
        </a:p>
      </dsp:txBody>
      <dsp:txXfrm>
        <a:off x="2800661" y="1206312"/>
        <a:ext cx="580953" cy="147043"/>
      </dsp:txXfrm>
    </dsp:sp>
    <dsp:sp modelId="{66591EBC-DAA4-4B50-99CE-1E8801ECC50E}">
      <dsp:nvSpPr>
        <dsp:cNvPr id="0" name=""/>
        <dsp:cNvSpPr/>
      </dsp:nvSpPr>
      <dsp:spPr>
        <a:xfrm>
          <a:off x="2800661" y="1464211"/>
          <a:ext cx="580953" cy="147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en-US" sz="400" kern="1200" noProof="0" dirty="0"/>
            <a:t>Float</a:t>
          </a:r>
        </a:p>
      </dsp:txBody>
      <dsp:txXfrm>
        <a:off x="2800661" y="1464211"/>
        <a:ext cx="580953" cy="147043"/>
      </dsp:txXfrm>
    </dsp:sp>
    <dsp:sp modelId="{2560D3C0-49B9-4733-B1A3-1F04E90C7D41}">
      <dsp:nvSpPr>
        <dsp:cNvPr id="0" name=""/>
        <dsp:cNvSpPr/>
      </dsp:nvSpPr>
      <dsp:spPr>
        <a:xfrm>
          <a:off x="2800661" y="1722110"/>
          <a:ext cx="580953" cy="147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 tIns="2540" rIns="2540" bIns="2540" numCol="1" spcCol="1270" anchor="ctr" anchorCtr="0">
          <a:noAutofit/>
        </a:bodyPr>
        <a:lstStyle/>
        <a:p>
          <a:pPr marL="0" lvl="0" indent="0" algn="ctr" defTabSz="177800">
            <a:lnSpc>
              <a:spcPct val="90000"/>
            </a:lnSpc>
            <a:spcBef>
              <a:spcPct val="0"/>
            </a:spcBef>
            <a:spcAft>
              <a:spcPct val="35000"/>
            </a:spcAft>
            <a:buNone/>
          </a:pPr>
          <a:r>
            <a:rPr lang="en-US" sz="400" kern="1200" noProof="0" dirty="0"/>
            <a:t>Character</a:t>
          </a:r>
        </a:p>
      </dsp:txBody>
      <dsp:txXfrm>
        <a:off x="2800661" y="1722110"/>
        <a:ext cx="580953" cy="147043"/>
      </dsp:txXfrm>
    </dsp:sp>
    <dsp:sp modelId="{6E874E0E-CD39-4B8F-8BB1-758447ADE981}">
      <dsp:nvSpPr>
        <dsp:cNvPr id="0" name=""/>
        <dsp:cNvSpPr/>
      </dsp:nvSpPr>
      <dsp:spPr>
        <a:xfrm>
          <a:off x="3466075" y="831517"/>
          <a:ext cx="527880" cy="263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noProof="0" dirty="0"/>
            <a:t>Special Characters</a:t>
          </a:r>
        </a:p>
      </dsp:txBody>
      <dsp:txXfrm>
        <a:off x="3466075" y="831517"/>
        <a:ext cx="527880" cy="263940"/>
      </dsp:txXfrm>
    </dsp:sp>
    <dsp:sp modelId="{12560C36-BCE1-4E78-ABEE-409BD084B9EA}">
      <dsp:nvSpPr>
        <dsp:cNvPr id="0" name=""/>
        <dsp:cNvSpPr/>
      </dsp:nvSpPr>
      <dsp:spPr>
        <a:xfrm>
          <a:off x="3598045" y="1206312"/>
          <a:ext cx="754869" cy="1485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da-DK" sz="500" kern="1200" noProof="0" dirty="0"/>
            <a:t>{}, [], (), \, /, #, …</a:t>
          </a:r>
          <a:endParaRPr lang="en-US" sz="500" kern="1200" noProof="0" dirty="0"/>
        </a:p>
      </dsp:txBody>
      <dsp:txXfrm>
        <a:off x="3598045" y="1206312"/>
        <a:ext cx="754869" cy="148574"/>
      </dsp:txXfrm>
    </dsp:sp>
    <dsp:sp modelId="{4DD3E079-E659-4CAA-8BD1-A49E007B995A}">
      <dsp:nvSpPr>
        <dsp:cNvPr id="0" name=""/>
        <dsp:cNvSpPr/>
      </dsp:nvSpPr>
      <dsp:spPr>
        <a:xfrm>
          <a:off x="4190214" y="831517"/>
          <a:ext cx="696110" cy="263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noProof="0" dirty="0"/>
            <a:t>Identifies</a:t>
          </a:r>
          <a:br>
            <a:rPr lang="en-US" sz="500" kern="1200" noProof="0" dirty="0"/>
          </a:br>
          <a:r>
            <a:rPr lang="en-US" sz="500" kern="1200" noProof="0" dirty="0"/>
            <a:t>(user-defined)</a:t>
          </a:r>
        </a:p>
      </dsp:txBody>
      <dsp:txXfrm>
        <a:off x="4190214" y="831517"/>
        <a:ext cx="696110" cy="263940"/>
      </dsp:txXfrm>
    </dsp:sp>
    <dsp:sp modelId="{A0A5AC44-05D8-4ED1-B764-B9483CFC86FD}">
      <dsp:nvSpPr>
        <dsp:cNvPr id="0" name=""/>
        <dsp:cNvSpPr/>
      </dsp:nvSpPr>
      <dsp:spPr>
        <a:xfrm>
          <a:off x="4358444" y="1206312"/>
          <a:ext cx="527880" cy="263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da-DK" sz="500" kern="1200" noProof="0" dirty="0"/>
            <a:t>Variable </a:t>
          </a:r>
          <a:r>
            <a:rPr lang="da-DK" sz="500" kern="1200" noProof="0" dirty="0" err="1"/>
            <a:t>names</a:t>
          </a:r>
          <a:endParaRPr lang="en-US" sz="500" kern="1200" noProof="0" dirty="0"/>
        </a:p>
      </dsp:txBody>
      <dsp:txXfrm>
        <a:off x="4358444" y="1206312"/>
        <a:ext cx="527880" cy="263940"/>
      </dsp:txXfrm>
    </dsp:sp>
    <dsp:sp modelId="{D822EDDF-D7BE-4830-8BE1-464128AA5270}">
      <dsp:nvSpPr>
        <dsp:cNvPr id="0" name=""/>
        <dsp:cNvSpPr/>
      </dsp:nvSpPr>
      <dsp:spPr>
        <a:xfrm>
          <a:off x="4358444" y="1581107"/>
          <a:ext cx="527880" cy="2639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da-DK" sz="500" kern="1200" noProof="0" dirty="0" err="1"/>
            <a:t>Function</a:t>
          </a:r>
          <a:r>
            <a:rPr lang="da-DK" sz="500" kern="1200" noProof="0" dirty="0"/>
            <a:t> </a:t>
          </a:r>
          <a:r>
            <a:rPr lang="da-DK" sz="500" kern="1200" noProof="0" dirty="0" err="1"/>
            <a:t>names</a:t>
          </a:r>
          <a:endParaRPr lang="en-US" sz="500" kern="1200" noProof="0" dirty="0"/>
        </a:p>
      </dsp:txBody>
      <dsp:txXfrm>
        <a:off x="4358444" y="1581107"/>
        <a:ext cx="527880" cy="26394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40EBAF-D955-C443-AB02-2BCBC7797572}" type="datetimeFigureOut">
              <a:rPr lang="en-US" smtClean="0"/>
              <a:t>2026-09-22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E1DC8B-0A09-DC4E-ABCE-FAAA12F0302B}" type="slidenum">
              <a:rPr lang="en-US" smtClean="0"/>
              <a:t>‹#›</a:t>
            </a:fld>
            <a:endParaRPr lang="en-US"/>
          </a:p>
        </p:txBody>
      </p:sp>
    </p:spTree>
    <p:extLst>
      <p:ext uri="{BB962C8B-B14F-4D97-AF65-F5344CB8AC3E}">
        <p14:creationId xmlns:p14="http://schemas.microsoft.com/office/powerpoint/2010/main" val="20685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A641A-FC50-3840-A830-42D90553FE8C}" type="datetimeFigureOut">
              <a:rPr lang="en-US" smtClean="0"/>
              <a:t>2026-09-22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96355-3DDC-9949-861F-AD0908BFCC23}" type="slidenum">
              <a:rPr lang="en-US" smtClean="0"/>
              <a:t>‹#›</a:t>
            </a:fld>
            <a:endParaRPr lang="en-US"/>
          </a:p>
        </p:txBody>
      </p:sp>
    </p:spTree>
    <p:extLst>
      <p:ext uri="{BB962C8B-B14F-4D97-AF65-F5344CB8AC3E}">
        <p14:creationId xmlns:p14="http://schemas.microsoft.com/office/powerpoint/2010/main" val="209977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design.aau.dk/skabeloner/powerpoint" TargetMode="External"/><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rugerguide">
    <p:spTree>
      <p:nvGrpSpPr>
        <p:cNvPr id="1" name=""/>
        <p:cNvGrpSpPr/>
        <p:nvPr/>
      </p:nvGrpSpPr>
      <p:grpSpPr>
        <a:xfrm>
          <a:off x="0" y="0"/>
          <a:ext cx="0" cy="0"/>
          <a:chOff x="0" y="0"/>
          <a:chExt cx="0" cy="0"/>
        </a:xfrm>
      </p:grpSpPr>
      <p:sp>
        <p:nvSpPr>
          <p:cNvPr id="2" name="Rektangel 1"/>
          <p:cNvSpPr/>
          <p:nvPr userDrawn="1"/>
        </p:nvSpPr>
        <p:spPr>
          <a:xfrm>
            <a:off x="505731" y="1155050"/>
            <a:ext cx="8091261" cy="369332"/>
          </a:xfrm>
          <a:prstGeom prst="rect">
            <a:avLst/>
          </a:prstGeom>
        </p:spPr>
        <p:txBody>
          <a:bodyPr wrap="square">
            <a:spAutoFit/>
          </a:bodyPr>
          <a:lstStyle/>
          <a:p>
            <a:r>
              <a:rPr lang="en-US" dirty="0">
                <a:solidFill>
                  <a:srgbClr val="DF6752"/>
                </a:solidFill>
              </a:rPr>
              <a:t>- SLET DETTE SLIDE, FØR DU FÆRDIGGØR PRÆSENTATIONEN</a:t>
            </a:r>
            <a:endParaRPr lang="da-DK" dirty="0">
              <a:solidFill>
                <a:srgbClr val="DF6752"/>
              </a:solidFill>
            </a:endParaRPr>
          </a:p>
        </p:txBody>
      </p:sp>
      <p:sp>
        <p:nvSpPr>
          <p:cNvPr id="5" name="Text Box 48"/>
          <p:cNvSpPr txBox="1">
            <a:spLocks noChangeArrowheads="1"/>
          </p:cNvSpPr>
          <p:nvPr userDrawn="1"/>
        </p:nvSpPr>
        <p:spPr bwMode="auto">
          <a:xfrm>
            <a:off x="587375" y="1960595"/>
            <a:ext cx="2327618" cy="3208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00000"/>
              </a:lnSpc>
              <a:spcAft>
                <a:spcPts val="600"/>
              </a:spcAft>
              <a:defRPr/>
            </a:pPr>
            <a:r>
              <a:rPr lang="da-DK" sz="1000" b="1" spc="300" noProof="1">
                <a:solidFill>
                  <a:schemeClr val="tx1"/>
                </a:solidFill>
                <a:latin typeface="+mn-lt"/>
                <a:cs typeface="Arial" panose="020B0604020202020204" pitchFamily="34" charset="0"/>
              </a:rPr>
              <a:t>AAU-SKABELONER TIL POWERPOINT</a:t>
            </a:r>
            <a:br>
              <a:rPr lang="da-DK" sz="1000" b="1" noProof="1">
                <a:solidFill>
                  <a:schemeClr val="tx1"/>
                </a:solidFill>
                <a:latin typeface="+mn-lt"/>
                <a:cs typeface="Arial" panose="020B0604020202020204" pitchFamily="34" charset="0"/>
              </a:rPr>
            </a:br>
            <a:br>
              <a:rPr lang="da-DK" sz="1000" b="1" noProof="1">
                <a:solidFill>
                  <a:schemeClr val="tx1"/>
                </a:solidFill>
                <a:latin typeface="+mn-lt"/>
                <a:cs typeface="Arial" panose="020B0604020202020204" pitchFamily="34" charset="0"/>
              </a:rPr>
            </a:br>
            <a:r>
              <a:rPr lang="da-DK" sz="900" b="0" dirty="0">
                <a:effectLst/>
                <a:latin typeface="+mn-lt"/>
                <a:ea typeface="Calibri" panose="020F0502020204030204" pitchFamily="34" charset="0"/>
                <a:cs typeface="Times New Roman" panose="02020603050405020304" pitchFamily="18" charset="0"/>
              </a:rPr>
              <a:t>Når du åbner PowerPoint på din pc, kan du vælge</a:t>
            </a:r>
            <a:r>
              <a:rPr lang="da-DK" sz="900" b="0" baseline="0" dirty="0">
                <a:effectLst/>
                <a:latin typeface="+mn-lt"/>
                <a:ea typeface="Calibri" panose="020F0502020204030204" pitchFamily="34" charset="0"/>
                <a:cs typeface="Times New Roman" panose="02020603050405020304" pitchFamily="18" charset="0"/>
              </a:rPr>
              <a:t> mellem to </a:t>
            </a:r>
            <a:r>
              <a:rPr lang="da-DK" sz="900" b="0" dirty="0">
                <a:effectLst/>
                <a:latin typeface="+mn-lt"/>
                <a:ea typeface="Calibri" panose="020F0502020204030204" pitchFamily="34" charset="0"/>
                <a:cs typeface="Times New Roman" panose="02020603050405020304" pitchFamily="18" charset="0"/>
              </a:rPr>
              <a:t>skabeloner i 16:9-format med</a:t>
            </a:r>
            <a:r>
              <a:rPr lang="da-DK" sz="900" b="0" baseline="0" dirty="0">
                <a:effectLst/>
                <a:latin typeface="+mn-lt"/>
                <a:ea typeface="Calibri" panose="020F0502020204030204" pitchFamily="34" charset="0"/>
                <a:cs typeface="Times New Roman" panose="02020603050405020304" pitchFamily="18" charset="0"/>
              </a:rPr>
              <a:t> enten det danske eller engelske AAU-logo.</a:t>
            </a:r>
            <a:endParaRPr lang="da-DK" sz="900" b="0" dirty="0">
              <a:effectLst/>
              <a:latin typeface="+mn-lt"/>
              <a:ea typeface="Calibri" panose="020F0502020204030204" pitchFamily="34" charset="0"/>
              <a:cs typeface="Times New Roman" panose="02020603050405020304" pitchFamily="18" charset="0"/>
            </a:endParaRPr>
          </a:p>
          <a:p>
            <a:pPr>
              <a:lnSpc>
                <a:spcPct val="100000"/>
              </a:lnSpc>
              <a:spcAft>
                <a:spcPts val="1000"/>
              </a:spcAft>
            </a:pPr>
            <a:r>
              <a:rPr lang="da-DK" sz="900" b="0" dirty="0">
                <a:effectLst/>
                <a:latin typeface="+mn-lt"/>
                <a:ea typeface="Calibri" panose="020F0502020204030204" pitchFamily="34" charset="0"/>
                <a:cs typeface="Times New Roman" panose="02020603050405020304" pitchFamily="18" charset="0"/>
              </a:rPr>
              <a:t>Det</a:t>
            </a:r>
            <a:r>
              <a:rPr lang="da-DK" sz="900" b="0" baseline="0" dirty="0">
                <a:effectLst/>
                <a:latin typeface="+mn-lt"/>
                <a:ea typeface="Calibri" panose="020F0502020204030204" pitchFamily="34" charset="0"/>
                <a:cs typeface="Times New Roman" panose="02020603050405020304" pitchFamily="18" charset="0"/>
              </a:rPr>
              <a:t> er også muligt at hente PowerPoint-skabelonerne på: </a:t>
            </a:r>
            <a:r>
              <a:rPr lang="da-DK" sz="900" b="0" baseline="0" dirty="0">
                <a:effectLst/>
                <a:latin typeface="+mn-lt"/>
                <a:ea typeface="Calibri" panose="020F0502020204030204" pitchFamily="34" charset="0"/>
                <a:cs typeface="Times New Roman" panose="02020603050405020304" pitchFamily="18" charset="0"/>
                <a:hlinkClick r:id="rId2"/>
              </a:rPr>
              <a:t>www.design.aau.dk/skabeloner/</a:t>
            </a:r>
            <a:r>
              <a:rPr lang="da-DK" sz="900" b="0" baseline="0" dirty="0" err="1">
                <a:effectLst/>
                <a:latin typeface="+mn-lt"/>
                <a:ea typeface="Calibri" panose="020F0502020204030204" pitchFamily="34" charset="0"/>
                <a:cs typeface="Times New Roman" panose="02020603050405020304" pitchFamily="18" charset="0"/>
                <a:hlinkClick r:id="rId2"/>
              </a:rPr>
              <a:t>powerpoint</a:t>
            </a:r>
            <a:r>
              <a:rPr lang="da-DK" sz="900" b="0" baseline="0" dirty="0">
                <a:effectLst/>
                <a:latin typeface="+mn-lt"/>
                <a:ea typeface="Calibri" panose="020F0502020204030204" pitchFamily="34" charset="0"/>
                <a:cs typeface="Times New Roman" panose="02020603050405020304" pitchFamily="18" charset="0"/>
              </a:rPr>
              <a:t>. Her kan du også hente den generelle AAU PowerPoint til inspiration. Denne vil løbende blive opdateret med de nyeste tal og informationer. Du kan her slette de slides du ikke vil bruge. </a:t>
            </a:r>
          </a:p>
          <a:p>
            <a:pPr marL="0" marR="0" lvl="0" indent="0" algn="l" defTabSz="914330" rtl="0" eaLnBrk="0" fontAlgn="auto" latinLnBrk="0" hangingPunct="0">
              <a:lnSpc>
                <a:spcPct val="100000"/>
              </a:lnSpc>
              <a:spcBef>
                <a:spcPts val="0"/>
              </a:spcBef>
              <a:spcAft>
                <a:spcPts val="1000"/>
              </a:spcAft>
              <a:buClrTx/>
              <a:buSzTx/>
              <a:buFontTx/>
              <a:buNone/>
              <a:tabLst/>
              <a:defRPr/>
            </a:pPr>
            <a:r>
              <a:rPr lang="da-DK" sz="1000" b="1" kern="1200" spc="300" noProof="1">
                <a:solidFill>
                  <a:schemeClr val="tx1"/>
                </a:solidFill>
                <a:latin typeface="Arial" charset="0"/>
                <a:ea typeface="+mn-ea"/>
                <a:cs typeface="Arial" panose="020B0604020202020204" pitchFamily="34" charset="0"/>
              </a:rPr>
              <a:t>SKRIFT</a:t>
            </a:r>
            <a:br>
              <a:rPr lang="da-DK" sz="1000" b="1" kern="1200" spc="300" noProof="1">
                <a:solidFill>
                  <a:schemeClr val="tx1"/>
                </a:solidFill>
                <a:latin typeface="Arial" charset="0"/>
                <a:ea typeface="+mn-ea"/>
                <a:cs typeface="Arial" panose="020B0604020202020204" pitchFamily="34" charset="0"/>
              </a:rPr>
            </a:br>
            <a:br>
              <a:rPr lang="da-DK" sz="1050" b="1" kern="1200" noProof="1">
                <a:solidFill>
                  <a:schemeClr val="tx1"/>
                </a:solidFill>
                <a:latin typeface="Arial" charset="0"/>
                <a:ea typeface="+mn-ea"/>
                <a:cs typeface="Arial" panose="020B0604020202020204" pitchFamily="34" charset="0"/>
              </a:rPr>
            </a:br>
            <a:r>
              <a:rPr lang="da-DK" altLang="da-DK" sz="900" b="0" kern="1200" noProof="1">
                <a:solidFill>
                  <a:schemeClr val="tx1"/>
                </a:solidFill>
                <a:latin typeface="Arial" charset="0"/>
                <a:ea typeface="+mn-ea"/>
                <a:cs typeface="Arial" panose="020B0604020202020204" pitchFamily="34" charset="0"/>
              </a:rPr>
              <a:t>AAU anvender vores</a:t>
            </a:r>
            <a:r>
              <a:rPr lang="da-DK" altLang="da-DK" sz="900" b="0" kern="1200" baseline="0" noProof="1">
                <a:solidFill>
                  <a:schemeClr val="tx1"/>
                </a:solidFill>
                <a:latin typeface="Arial" charset="0"/>
                <a:ea typeface="+mn-ea"/>
                <a:cs typeface="Arial" panose="020B0604020202020204" pitchFamily="34" charset="0"/>
              </a:rPr>
              <a:t> sekundære </a:t>
            </a:r>
            <a:r>
              <a:rPr lang="da-DK" altLang="da-DK" sz="900" b="0" kern="1200" noProof="1">
                <a:solidFill>
                  <a:schemeClr val="tx1"/>
                </a:solidFill>
                <a:latin typeface="Arial" charset="0"/>
                <a:ea typeface="+mn-ea"/>
                <a:cs typeface="Arial" panose="020B0604020202020204" pitchFamily="34" charset="0"/>
              </a:rPr>
              <a:t>skrifttype Arial i PowerPoint-præsentationer.</a:t>
            </a:r>
          </a:p>
          <a:p>
            <a:pPr>
              <a:lnSpc>
                <a:spcPct val="115000"/>
              </a:lnSpc>
              <a:spcAft>
                <a:spcPts val="1000"/>
              </a:spcAft>
            </a:pPr>
            <a:endParaRPr lang="da-DK" sz="900" b="0" dirty="0">
              <a:effectLst/>
              <a:latin typeface="+mn-lt"/>
              <a:ea typeface="Calibri" panose="020F0502020204030204" pitchFamily="34" charset="0"/>
              <a:cs typeface="Times New Roman" panose="02020603050405020304" pitchFamily="18" charset="0"/>
            </a:endParaRPr>
          </a:p>
        </p:txBody>
      </p:sp>
      <p:sp>
        <p:nvSpPr>
          <p:cNvPr id="12" name="Text Box 48"/>
          <p:cNvSpPr txBox="1">
            <a:spLocks noChangeArrowheads="1"/>
          </p:cNvSpPr>
          <p:nvPr userDrawn="1"/>
        </p:nvSpPr>
        <p:spPr bwMode="auto">
          <a:xfrm>
            <a:off x="6269374" y="1960595"/>
            <a:ext cx="2327618" cy="3821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mn-lt"/>
                <a:ea typeface="+mn-ea"/>
                <a:cs typeface="Arial" panose="020B0604020202020204" pitchFamily="34" charset="0"/>
              </a:rPr>
              <a:t>SKABELONENS FARVER</a:t>
            </a:r>
          </a:p>
          <a:p>
            <a:pPr eaLnBrk="1" hangingPunct="1">
              <a:lnSpc>
                <a:spcPct val="90000"/>
              </a:lnSpc>
              <a:spcAft>
                <a:spcPts val="600"/>
              </a:spcAft>
              <a:defRPr/>
            </a:pPr>
            <a:br>
              <a:rPr lang="da-DK" sz="1100" b="1" kern="1200" noProof="1">
                <a:solidFill>
                  <a:schemeClr val="tx1"/>
                </a:solidFill>
                <a:latin typeface="Arial" charset="0"/>
                <a:ea typeface="+mn-ea"/>
                <a:cs typeface="Arial" panose="020B0604020202020204" pitchFamily="34" charset="0"/>
              </a:rPr>
            </a:br>
            <a:r>
              <a:rPr lang="da-DK" sz="900" b="0" kern="1200" noProof="1">
                <a:solidFill>
                  <a:schemeClr val="tx1"/>
                </a:solidFill>
                <a:latin typeface="Arial" charset="0"/>
                <a:ea typeface="+mn-ea"/>
                <a:cs typeface="Arial" panose="020B0604020202020204" pitchFamily="34" charset="0"/>
              </a:rPr>
              <a:t>Du kan vælge mellem en række farver til baggrunde og grafer.</a:t>
            </a:r>
          </a:p>
          <a:p>
            <a:pPr eaLnBrk="1" hangingPunct="1">
              <a:lnSpc>
                <a:spcPct val="90000"/>
              </a:lnSpc>
              <a:spcAft>
                <a:spcPts val="600"/>
              </a:spcAft>
              <a:defRPr/>
            </a:pPr>
            <a:r>
              <a:rPr lang="da-DK" sz="900" b="0" kern="1200" noProof="1">
                <a:solidFill>
                  <a:schemeClr val="tx1"/>
                </a:solidFill>
                <a:latin typeface="Arial" charset="0"/>
                <a:ea typeface="+mn-ea"/>
                <a:cs typeface="Arial" panose="020B0604020202020204" pitchFamily="34" charset="0"/>
              </a:rPr>
              <a:t>Højreklik på den flade, du vil skifte farve på, og derefter malerbøtte-ikonet (Fyldfarve til figur)</a:t>
            </a:r>
          </a:p>
          <a:p>
            <a:pPr eaLnBrk="1" hangingPunct="1">
              <a:lnSpc>
                <a:spcPct val="90000"/>
              </a:lnSpc>
              <a:spcAft>
                <a:spcPts val="600"/>
              </a:spcAft>
              <a:defRPr/>
            </a:pPr>
            <a:endParaRPr lang="da-DK" sz="1000" b="1" spc="300" noProof="1">
              <a:solidFill>
                <a:schemeClr val="tx1"/>
              </a:solidFill>
              <a:latin typeface="+mn-lt"/>
              <a:cs typeface="Arial" panose="020B0604020202020204" pitchFamily="34" charset="0"/>
            </a:endParaRPr>
          </a:p>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BILLEDSTØRRELSER</a:t>
            </a:r>
          </a:p>
          <a:p>
            <a:pPr eaLnBrk="1" hangingPunct="1">
              <a:lnSpc>
                <a:spcPct val="90000"/>
              </a:lnSpc>
              <a:spcAft>
                <a:spcPts val="600"/>
              </a:spcAft>
              <a:defRPr/>
            </a:pPr>
            <a:br>
              <a:rPr lang="da-DK" sz="1000" b="1" noProof="1">
                <a:solidFill>
                  <a:schemeClr val="tx1"/>
                </a:solidFill>
                <a:latin typeface="+mj-lt"/>
                <a:cs typeface="Arial" panose="020B0604020202020204" pitchFamily="34" charset="0"/>
              </a:rPr>
            </a:br>
            <a:r>
              <a:rPr lang="da-DK" sz="900" b="0" noProof="1">
                <a:solidFill>
                  <a:schemeClr val="tx1"/>
                </a:solidFill>
                <a:latin typeface="+mn-lt"/>
                <a:cs typeface="Arial" panose="020B0604020202020204" pitchFamily="34" charset="0"/>
              </a:rPr>
              <a:t>Sørg</a:t>
            </a:r>
            <a:r>
              <a:rPr lang="da-DK" sz="900" b="0" baseline="0" noProof="1">
                <a:solidFill>
                  <a:schemeClr val="tx1"/>
                </a:solidFill>
                <a:latin typeface="+mn-lt"/>
                <a:cs typeface="Arial" panose="020B0604020202020204" pitchFamily="34" charset="0"/>
              </a:rPr>
              <a:t> for at bruge højkvalitetsbilleder i de forskellige layouts. Undgå at skulle skalerer små billeder op, da dette vil gøre dem pixileret og se uprofessionelt ud. </a:t>
            </a:r>
          </a:p>
          <a:p>
            <a:pPr eaLnBrk="1" hangingPunct="1">
              <a:lnSpc>
                <a:spcPct val="90000"/>
              </a:lnSpc>
              <a:spcAft>
                <a:spcPts val="600"/>
              </a:spcAft>
              <a:defRPr/>
            </a:pPr>
            <a:r>
              <a:rPr lang="da-DK" sz="900" b="0" baseline="0" noProof="1">
                <a:solidFill>
                  <a:schemeClr val="tx1"/>
                </a:solidFill>
                <a:latin typeface="+mn-lt"/>
                <a:cs typeface="Arial" panose="020B0604020202020204" pitchFamily="34" charset="0"/>
              </a:rPr>
              <a:t>Via Skyfish vil i kunne søge og downloade højkvalitetsbilleder fra AAU. </a:t>
            </a:r>
          </a:p>
          <a:p>
            <a:pPr eaLnBrk="1" hangingPunct="1">
              <a:lnSpc>
                <a:spcPct val="90000"/>
              </a:lnSpc>
              <a:spcAft>
                <a:spcPts val="600"/>
              </a:spcAft>
              <a:defRPr/>
            </a:pPr>
            <a:r>
              <a:rPr lang="da-DK" sz="900" b="0" baseline="0" noProof="1">
                <a:solidFill>
                  <a:schemeClr val="tx1"/>
                </a:solidFill>
                <a:latin typeface="+mn-lt"/>
                <a:cs typeface="Arial" panose="020B0604020202020204" pitchFamily="34" charset="0"/>
              </a:rPr>
              <a:t>Mange højkvalitetsbilleder giver selvfølgelig en stor filstørrelse på PowerPointen. Hvis dette bliver et problem, kan det løses når i gemmer præsentationen under: </a:t>
            </a:r>
            <a:br>
              <a:rPr lang="da-DK" sz="900" b="0" baseline="0" noProof="1">
                <a:solidFill>
                  <a:schemeClr val="tx1"/>
                </a:solidFill>
                <a:latin typeface="+mn-lt"/>
                <a:cs typeface="Arial" panose="020B0604020202020204" pitchFamily="34" charset="0"/>
              </a:rPr>
            </a:br>
            <a:r>
              <a:rPr lang="da-DK" sz="900" b="1" baseline="0" noProof="1">
                <a:solidFill>
                  <a:schemeClr val="tx1"/>
                </a:solidFill>
                <a:latin typeface="+mn-lt"/>
                <a:cs typeface="Arial" panose="020B0604020202020204" pitchFamily="34" charset="0"/>
              </a:rPr>
              <a:t>Gem som  - Gennemse - Komprimeringsindstillinger. </a:t>
            </a:r>
            <a:r>
              <a:rPr lang="da-DK" sz="900" b="0" baseline="0" noProof="1">
                <a:solidFill>
                  <a:schemeClr val="tx1"/>
                </a:solidFill>
                <a:latin typeface="+mn-lt"/>
                <a:cs typeface="Arial" panose="020B0604020202020204" pitchFamily="34" charset="0"/>
              </a:rPr>
              <a:t>Sørg dog for ikke at gemme under 150 ppi. </a:t>
            </a:r>
          </a:p>
        </p:txBody>
      </p:sp>
      <p:sp>
        <p:nvSpPr>
          <p:cNvPr id="13" name="Text Box 48"/>
          <p:cNvSpPr txBox="1">
            <a:spLocks noChangeArrowheads="1"/>
          </p:cNvSpPr>
          <p:nvPr userDrawn="1"/>
        </p:nvSpPr>
        <p:spPr bwMode="auto">
          <a:xfrm>
            <a:off x="9116078" y="1959811"/>
            <a:ext cx="2285301" cy="3565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Arial" charset="0"/>
                <a:ea typeface="+mn-ea"/>
                <a:cs typeface="Arial" panose="020B0604020202020204" pitchFamily="34" charset="0"/>
              </a:rPr>
              <a:t>INDSÆT BILLEDE</a:t>
            </a:r>
          </a:p>
          <a:p>
            <a:pPr eaLnBrk="1" hangingPunct="1">
              <a:lnSpc>
                <a:spcPct val="90000"/>
              </a:lnSpc>
              <a:spcAft>
                <a:spcPts val="600"/>
              </a:spcAft>
              <a:defRPr/>
            </a:pPr>
            <a:br>
              <a:rPr lang="da-DK" sz="1100" b="1" kern="1200" noProof="1">
                <a:solidFill>
                  <a:schemeClr val="tx1"/>
                </a:solidFill>
                <a:latin typeface="Arial" charset="0"/>
                <a:ea typeface="+mn-ea"/>
                <a:cs typeface="Arial" panose="020B0604020202020204" pitchFamily="34" charset="0"/>
              </a:rPr>
            </a:br>
            <a:r>
              <a:rPr lang="da-DK" sz="900" b="0" kern="1200" noProof="1">
                <a:solidFill>
                  <a:schemeClr val="tx1"/>
                </a:solidFill>
                <a:latin typeface="Arial" charset="0"/>
                <a:ea typeface="+mn-ea"/>
                <a:cs typeface="Arial" panose="020B0604020202020204" pitchFamily="34" charset="0"/>
              </a:rPr>
              <a:t>På layouts med billedholder: Klik på ikon og vælg </a:t>
            </a:r>
            <a:r>
              <a:rPr lang="da-DK" sz="900" b="1" kern="1200" noProof="1">
                <a:solidFill>
                  <a:schemeClr val="tx1"/>
                </a:solidFill>
                <a:latin typeface="Arial" charset="0"/>
                <a:ea typeface="+mn-ea"/>
                <a:cs typeface="Arial" panose="020B0604020202020204" pitchFamily="34" charset="0"/>
              </a:rPr>
              <a:t>Indsæt</a:t>
            </a:r>
          </a:p>
          <a:p>
            <a:pPr eaLnBrk="1" hangingPunct="1">
              <a:lnSpc>
                <a:spcPct val="90000"/>
              </a:lnSpc>
              <a:spcAft>
                <a:spcPts val="600"/>
              </a:spcAft>
              <a:defRPr/>
            </a:pPr>
            <a:r>
              <a:rPr lang="da-DK" sz="900" b="0" kern="1200" noProof="1">
                <a:solidFill>
                  <a:schemeClr val="tx1"/>
                </a:solidFill>
                <a:latin typeface="Arial" charset="0"/>
                <a:ea typeface="+mn-ea"/>
                <a:cs typeface="Arial" panose="020B0604020202020204" pitchFamily="34" charset="0"/>
              </a:rPr>
              <a:t>Teksten ”Klik her, hvis du vil udskifte billedet” bliver ikke vist i din præsentation.  </a:t>
            </a:r>
          </a:p>
          <a:p>
            <a:pPr eaLnBrk="1" hangingPunct="1">
              <a:lnSpc>
                <a:spcPct val="90000"/>
              </a:lnSpc>
              <a:spcAft>
                <a:spcPts val="600"/>
              </a:spcAft>
              <a:defRPr/>
            </a:pPr>
            <a:endParaRPr lang="da-DK" sz="1000" b="1" noProof="1">
              <a:solidFill>
                <a:schemeClr val="tx1"/>
              </a:solidFill>
              <a:latin typeface="+mj-lt"/>
              <a:cs typeface="Arial" panose="020B0604020202020204" pitchFamily="34" charset="0"/>
            </a:endParaRPr>
          </a:p>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BESKÆR BILLEDE</a:t>
            </a:r>
          </a:p>
          <a:p>
            <a:pPr eaLnBrk="1" hangingPunct="1">
              <a:lnSpc>
                <a:spcPct val="90000"/>
              </a:lnSpc>
              <a:spcAft>
                <a:spcPts val="600"/>
              </a:spcAft>
              <a:defRPr/>
            </a:pPr>
            <a:br>
              <a:rPr lang="da-DK" sz="1000" b="1" noProof="1">
                <a:solidFill>
                  <a:schemeClr val="tx1"/>
                </a:solidFill>
                <a:latin typeface="+mj-lt"/>
                <a:cs typeface="Arial" panose="020B0604020202020204" pitchFamily="34" charset="0"/>
              </a:rPr>
            </a:br>
            <a:r>
              <a:rPr lang="da-DK" sz="900" b="1" kern="1200" noProof="1">
                <a:solidFill>
                  <a:schemeClr val="tx1"/>
                </a:solidFill>
                <a:latin typeface="Arial" charset="0"/>
                <a:ea typeface="+mn-ea"/>
                <a:cs typeface="Arial" panose="020B0604020202020204" pitchFamily="34" charset="0"/>
              </a:rPr>
              <a:t>1</a:t>
            </a:r>
            <a:r>
              <a:rPr lang="da-DK" sz="900" b="0" kern="1200" noProof="1">
                <a:solidFill>
                  <a:schemeClr val="tx1"/>
                </a:solidFill>
                <a:latin typeface="Arial" charset="0"/>
                <a:ea typeface="+mn-ea"/>
                <a:cs typeface="Arial" panose="020B0604020202020204" pitchFamily="34" charset="0"/>
              </a:rPr>
              <a:t>. Klik </a:t>
            </a:r>
            <a:r>
              <a:rPr lang="da-DK" sz="900" b="1" kern="1200" noProof="1">
                <a:solidFill>
                  <a:schemeClr val="tx1"/>
                </a:solidFill>
                <a:latin typeface="Arial" charset="0"/>
                <a:ea typeface="+mn-ea"/>
                <a:cs typeface="Arial" panose="020B0604020202020204" pitchFamily="34" charset="0"/>
              </a:rPr>
              <a:t>Beskær</a:t>
            </a:r>
            <a:r>
              <a:rPr lang="da-DK" sz="900" b="0" kern="1200" noProof="1">
                <a:solidFill>
                  <a:schemeClr val="tx1"/>
                </a:solidFill>
                <a:latin typeface="Arial" charset="0"/>
                <a:ea typeface="+mn-ea"/>
                <a:cs typeface="Arial" panose="020B0604020202020204" pitchFamily="34" charset="0"/>
              </a:rPr>
              <a:t> </a:t>
            </a:r>
            <a:r>
              <a:rPr lang="da-DK" sz="900" b="0" i="1" kern="1200" noProof="1">
                <a:solidFill>
                  <a:schemeClr val="tx1"/>
                </a:solidFill>
                <a:latin typeface="Arial" charset="0"/>
                <a:ea typeface="+mn-ea"/>
                <a:cs typeface="Arial" panose="020B0604020202020204" pitchFamily="34" charset="0"/>
              </a:rPr>
              <a:t>(højreklik på billedet og tryk på ikonet som er vist til højre) </a:t>
            </a:r>
            <a:r>
              <a:rPr lang="da-DK" sz="900" b="0" kern="1200" noProof="1">
                <a:solidFill>
                  <a:schemeClr val="tx1"/>
                </a:solidFill>
                <a:latin typeface="Arial" charset="0"/>
                <a:ea typeface="+mn-ea"/>
                <a:cs typeface="Arial" panose="020B0604020202020204" pitchFamily="34" charset="0"/>
              </a:rPr>
              <a:t>for at ændre billedets fokus/størrelse</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2. </a:t>
            </a:r>
            <a:r>
              <a:rPr lang="da-DK" sz="900" b="0" kern="1200" noProof="1">
                <a:solidFill>
                  <a:schemeClr val="tx1"/>
                </a:solidFill>
                <a:latin typeface="Arial" charset="0"/>
                <a:ea typeface="+mn-ea"/>
                <a:cs typeface="Arial" panose="020B0604020202020204" pitchFamily="34" charset="0"/>
              </a:rPr>
              <a:t>Ønsker du at skalere billedet </a:t>
            </a:r>
            <a:r>
              <a:rPr lang="da-DK" sz="900" i="1" kern="1200" noProof="1">
                <a:solidFill>
                  <a:schemeClr val="tx1"/>
                </a:solidFill>
                <a:latin typeface="Arial" charset="0"/>
                <a:ea typeface="+mn-ea"/>
                <a:cs typeface="Arial" panose="020B0604020202020204" pitchFamily="34" charset="0"/>
              </a:rPr>
              <a:t>(ændre billedets størrelse uden at ændre dets proportioner)</a:t>
            </a:r>
            <a:r>
              <a:rPr lang="da-DK" sz="900" b="0" i="1" kern="1200" noProof="1">
                <a:solidFill>
                  <a:schemeClr val="tx1"/>
                </a:solidFill>
                <a:latin typeface="Arial" charset="0"/>
                <a:ea typeface="+mn-ea"/>
                <a:cs typeface="Arial" panose="020B0604020202020204" pitchFamily="34" charset="0"/>
              </a:rPr>
              <a:t>, </a:t>
            </a:r>
            <a:r>
              <a:rPr lang="da-DK" sz="900" b="0" kern="1200" noProof="1">
                <a:solidFill>
                  <a:schemeClr val="tx1"/>
                </a:solidFill>
                <a:latin typeface="Arial" charset="0"/>
                <a:ea typeface="+mn-ea"/>
                <a:cs typeface="Arial" panose="020B0604020202020204" pitchFamily="34" charset="0"/>
              </a:rPr>
              <a:t>så hold </a:t>
            </a:r>
            <a:r>
              <a:rPr lang="da-DK" sz="900" b="1" kern="1200" noProof="1">
                <a:solidFill>
                  <a:schemeClr val="tx1"/>
                </a:solidFill>
                <a:latin typeface="Arial" charset="0"/>
                <a:ea typeface="+mn-ea"/>
                <a:cs typeface="Arial" panose="020B0604020202020204" pitchFamily="34" charset="0"/>
              </a:rPr>
              <a:t>SHIFT</a:t>
            </a:r>
            <a:r>
              <a:rPr lang="da-DK" sz="900" b="0" kern="1200" noProof="1">
                <a:solidFill>
                  <a:schemeClr val="tx1"/>
                </a:solidFill>
                <a:latin typeface="Arial" charset="0"/>
                <a:ea typeface="+mn-ea"/>
                <a:cs typeface="Arial" panose="020B0604020202020204" pitchFamily="34" charset="0"/>
              </a:rPr>
              <a:t>-knappen nede, mens du trækker i billedets hjørner</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3. </a:t>
            </a:r>
            <a:r>
              <a:rPr lang="da-DK" sz="900" b="0" kern="1200" noProof="1">
                <a:solidFill>
                  <a:schemeClr val="tx1"/>
                </a:solidFill>
                <a:latin typeface="Arial" charset="0"/>
                <a:ea typeface="+mn-ea"/>
                <a:cs typeface="Arial" panose="020B0604020202020204" pitchFamily="34" charset="0"/>
              </a:rPr>
              <a:t>Højreklik på billedet og vælg </a:t>
            </a:r>
            <a:r>
              <a:rPr lang="da-DK" sz="900" b="1" kern="1200" noProof="1">
                <a:solidFill>
                  <a:schemeClr val="tx1"/>
                </a:solidFill>
                <a:latin typeface="Arial" charset="0"/>
                <a:ea typeface="+mn-ea"/>
                <a:cs typeface="Arial" panose="020B0604020202020204" pitchFamily="34" charset="0"/>
              </a:rPr>
              <a:t>Placer bagerst</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Tip: </a:t>
            </a:r>
            <a:r>
              <a:rPr lang="da-DK" sz="900" b="0" kern="1200" noProof="1">
                <a:solidFill>
                  <a:schemeClr val="tx1"/>
                </a:solidFill>
                <a:latin typeface="Arial" charset="0"/>
                <a:ea typeface="+mn-ea"/>
                <a:cs typeface="Arial" panose="020B0604020202020204" pitchFamily="34" charset="0"/>
              </a:rPr>
              <a:t>Hvis du sletter billedet og indsætter et nyt, kan billedet lægge sig foran tekst og grafik. Hvis dette sker, skal du vælge billedet, højreklikke og vælge </a:t>
            </a:r>
            <a:r>
              <a:rPr lang="da-DK" sz="900" b="1" kern="1200" noProof="1">
                <a:solidFill>
                  <a:schemeClr val="tx1"/>
                </a:solidFill>
                <a:latin typeface="Arial" charset="0"/>
                <a:ea typeface="+mn-ea"/>
                <a:cs typeface="Arial" panose="020B0604020202020204" pitchFamily="34" charset="0"/>
              </a:rPr>
              <a:t>Placer bagerst</a:t>
            </a:r>
          </a:p>
        </p:txBody>
      </p:sp>
      <p:sp>
        <p:nvSpPr>
          <p:cNvPr id="15" name="Text Box 48"/>
          <p:cNvSpPr txBox="1">
            <a:spLocks noChangeArrowheads="1"/>
          </p:cNvSpPr>
          <p:nvPr userDrawn="1"/>
        </p:nvSpPr>
        <p:spPr bwMode="auto">
          <a:xfrm>
            <a:off x="9116078" y="5936014"/>
            <a:ext cx="2517848" cy="589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MERE INFORMATION</a:t>
            </a:r>
          </a:p>
          <a:p>
            <a:pPr eaLnBrk="1" hangingPunct="1">
              <a:lnSpc>
                <a:spcPct val="90000"/>
              </a:lnSpc>
              <a:spcAft>
                <a:spcPts val="600"/>
              </a:spcAft>
              <a:defRPr/>
            </a:pPr>
            <a:br>
              <a:rPr lang="da-DK" sz="900" b="1" noProof="1">
                <a:solidFill>
                  <a:schemeClr val="tx1"/>
                </a:solidFill>
                <a:latin typeface="+mn-lt"/>
                <a:cs typeface="Arial" panose="020B0604020202020204" pitchFamily="34" charset="0"/>
              </a:rPr>
            </a:br>
            <a:r>
              <a:rPr lang="da-DK" sz="900" b="0" noProof="1">
                <a:solidFill>
                  <a:schemeClr val="tx1"/>
                </a:solidFill>
                <a:latin typeface="+mn-lt"/>
                <a:cs typeface="Arial" panose="020B0604020202020204" pitchFamily="34" charset="0"/>
              </a:rPr>
              <a:t>Se</a:t>
            </a:r>
            <a:r>
              <a:rPr lang="da-DK" sz="900" b="0" baseline="0" noProof="1">
                <a:solidFill>
                  <a:schemeClr val="tx1"/>
                </a:solidFill>
                <a:latin typeface="+mn-lt"/>
                <a:cs typeface="Arial" panose="020B0604020202020204" pitchFamily="34" charset="0"/>
              </a:rPr>
              <a:t> designguiden</a:t>
            </a:r>
            <a:r>
              <a:rPr lang="da-DK" sz="900" b="0" noProof="1">
                <a:solidFill>
                  <a:schemeClr val="tx1"/>
                </a:solidFill>
                <a:latin typeface="+mn-lt"/>
                <a:cs typeface="Arial" panose="020B0604020202020204" pitchFamily="34" charset="0"/>
              </a:rPr>
              <a:t> på</a:t>
            </a:r>
            <a:br>
              <a:rPr lang="da-DK" sz="900" b="0" baseline="0" noProof="1">
                <a:solidFill>
                  <a:schemeClr val="tx1"/>
                </a:solidFill>
                <a:latin typeface="+mn-lt"/>
                <a:cs typeface="Arial" panose="020B0604020202020204" pitchFamily="34" charset="0"/>
              </a:rPr>
            </a:br>
            <a:r>
              <a:rPr lang="da-DK" sz="900" b="0" kern="1200" baseline="0" dirty="0">
                <a:solidFill>
                  <a:schemeClr val="tx1"/>
                </a:solidFill>
                <a:effectLst/>
                <a:latin typeface="Arial" charset="0"/>
                <a:ea typeface="Calibri" panose="020F0502020204030204" pitchFamily="34" charset="0"/>
                <a:cs typeface="Times New Roman" panose="02020603050405020304" pitchFamily="18" charset="0"/>
                <a:hlinkClick r:id="rId2"/>
              </a:rPr>
              <a:t>www.design.aau.dk/skabeloner/powerpoint</a:t>
            </a:r>
            <a:endParaRPr lang="da-DK" sz="900" b="0" noProof="1">
              <a:solidFill>
                <a:schemeClr val="accent4"/>
              </a:solidFill>
              <a:latin typeface="+mj-lt"/>
              <a:cs typeface="Arial" panose="020B0604020202020204" pitchFamily="34" charset="0"/>
            </a:endParaRPr>
          </a:p>
        </p:txBody>
      </p:sp>
      <p:sp>
        <p:nvSpPr>
          <p:cNvPr id="16" name="Text Box 48"/>
          <p:cNvSpPr txBox="1">
            <a:spLocks noChangeArrowheads="1"/>
          </p:cNvSpPr>
          <p:nvPr userDrawn="1"/>
        </p:nvSpPr>
        <p:spPr bwMode="auto">
          <a:xfrm>
            <a:off x="3428374" y="1959811"/>
            <a:ext cx="2327618" cy="344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330" rtl="0" eaLnBrk="1" fontAlgn="auto" latinLnBrk="0" hangingPunct="1">
              <a:lnSpc>
                <a:spcPct val="100000"/>
              </a:lnSpc>
              <a:spcBef>
                <a:spcPts val="0"/>
              </a:spcBef>
              <a:spcAft>
                <a:spcPts val="600"/>
              </a:spcAft>
              <a:buClrTx/>
              <a:buSzTx/>
              <a:buFontTx/>
              <a:buNone/>
              <a:tabLst/>
              <a:defRPr/>
            </a:pPr>
            <a:r>
              <a:rPr lang="da-DK" sz="1000" b="1" kern="1200" spc="300" noProof="1">
                <a:solidFill>
                  <a:schemeClr val="tx1"/>
                </a:solidFill>
                <a:latin typeface="+mn-lt"/>
                <a:ea typeface="+mn-ea"/>
                <a:cs typeface="Arial" panose="020B0604020202020204" pitchFamily="34" charset="0"/>
              </a:rPr>
              <a:t>LAV NYT DIAS/SLIDE </a:t>
            </a:r>
            <a:r>
              <a:rPr lang="da-DK" sz="900" b="0" kern="1200" spc="0" noProof="1">
                <a:solidFill>
                  <a:schemeClr val="tx1"/>
                </a:solidFill>
                <a:latin typeface="Arial" charset="0"/>
                <a:ea typeface="+mn-ea"/>
                <a:cs typeface="Arial" panose="020B0604020202020204" pitchFamily="34" charset="0"/>
              </a:rPr>
              <a:t>(HHV. 2010- + 2013- OG 2016-VERSION)</a:t>
            </a:r>
          </a:p>
          <a:p>
            <a:pPr marL="0" marR="0" lvl="0" indent="0" algn="l" defTabSz="914330" rtl="0" eaLnBrk="1" fontAlgn="auto" latinLnBrk="0" hangingPunct="1">
              <a:lnSpc>
                <a:spcPct val="100000"/>
              </a:lnSpc>
              <a:spcBef>
                <a:spcPts val="0"/>
              </a:spcBef>
              <a:spcAft>
                <a:spcPts val="600"/>
              </a:spcAft>
              <a:buClrTx/>
              <a:buSzTx/>
              <a:buFontTx/>
              <a:buNone/>
              <a:tabLst/>
              <a:defRPr/>
            </a:pPr>
            <a:r>
              <a:rPr lang="da-DK" sz="900" b="0" kern="1200" spc="0" noProof="1">
                <a:solidFill>
                  <a:schemeClr val="tx1"/>
                </a:solidFill>
                <a:latin typeface="Arial" charset="0"/>
                <a:ea typeface="+mn-ea"/>
                <a:cs typeface="Arial" panose="020B0604020202020204" pitchFamily="34" charset="0"/>
              </a:rPr>
              <a:t> </a:t>
            </a:r>
            <a:br>
              <a:rPr lang="da-DK" sz="800" b="1" kern="1200" noProof="1">
                <a:solidFill>
                  <a:schemeClr val="tx1"/>
                </a:solidFill>
                <a:latin typeface="Arial" charset="0"/>
                <a:ea typeface="+mn-ea"/>
                <a:cs typeface="Arial" panose="020B0604020202020204" pitchFamily="34" charset="0"/>
              </a:rPr>
            </a:br>
            <a:r>
              <a:rPr lang="da-DK" altLang="da-DK" sz="900" b="1" kern="1200" noProof="1">
                <a:solidFill>
                  <a:schemeClr val="tx1"/>
                </a:solidFill>
                <a:latin typeface="Arial" charset="0"/>
                <a:ea typeface="+mn-ea"/>
                <a:cs typeface="Arial" panose="020B0604020202020204" pitchFamily="34" charset="0"/>
              </a:rPr>
              <a:t>1. </a:t>
            </a:r>
            <a:r>
              <a:rPr lang="da-DK" altLang="da-DK" sz="900" kern="1200" noProof="1">
                <a:solidFill>
                  <a:schemeClr val="tx1"/>
                </a:solidFill>
                <a:latin typeface="Arial" charset="0"/>
                <a:ea typeface="+mn-ea"/>
                <a:cs typeface="Arial" panose="020B0604020202020204" pitchFamily="34" charset="0"/>
              </a:rPr>
              <a:t>Klik på </a:t>
            </a:r>
            <a:r>
              <a:rPr lang="da-DK" altLang="da-DK" sz="900" b="1" kern="1200" noProof="1">
                <a:solidFill>
                  <a:schemeClr val="tx1"/>
                </a:solidFill>
                <a:latin typeface="Arial" charset="0"/>
                <a:ea typeface="+mn-ea"/>
                <a:cs typeface="Arial" panose="020B0604020202020204" pitchFamily="34" charset="0"/>
              </a:rPr>
              <a:t>Startside/Hjem</a:t>
            </a:r>
          </a:p>
          <a:p>
            <a:pPr eaLnBrk="1" hangingPunct="1">
              <a:lnSpc>
                <a:spcPct val="100000"/>
              </a:lnSpc>
              <a:spcAft>
                <a:spcPts val="600"/>
              </a:spcAft>
              <a:defRPr/>
            </a:pPr>
            <a:r>
              <a:rPr lang="da-DK" altLang="da-DK" sz="900" b="1" noProof="1">
                <a:solidFill>
                  <a:schemeClr val="tx1"/>
                </a:solidFill>
                <a:latin typeface="+mn-lt"/>
                <a:cs typeface="Arial" panose="020B0604020202020204" pitchFamily="34" charset="0"/>
              </a:rPr>
              <a:t>2.</a:t>
            </a:r>
            <a:r>
              <a:rPr lang="da-DK" altLang="da-DK" sz="900" b="1" baseline="0" noProof="1">
                <a:solidFill>
                  <a:schemeClr val="tx1"/>
                </a:solidFill>
                <a:latin typeface="+mn-lt"/>
                <a:cs typeface="Arial" panose="020B0604020202020204" pitchFamily="34" charset="0"/>
              </a:rPr>
              <a:t> </a:t>
            </a:r>
            <a:r>
              <a:rPr lang="da-DK" altLang="da-DK" sz="900" baseline="0" noProof="1">
                <a:solidFill>
                  <a:schemeClr val="tx1"/>
                </a:solidFill>
                <a:latin typeface="+mn-lt"/>
                <a:cs typeface="Arial" panose="020B0604020202020204" pitchFamily="34" charset="0"/>
              </a:rPr>
              <a:t>Under knappen </a:t>
            </a:r>
            <a:r>
              <a:rPr lang="da-DK" altLang="da-DK" sz="900" b="1" baseline="0" noProof="1">
                <a:solidFill>
                  <a:schemeClr val="tx1"/>
                </a:solidFill>
                <a:latin typeface="+mn-lt"/>
                <a:cs typeface="Arial" panose="020B0604020202020204" pitchFamily="34" charset="0"/>
              </a:rPr>
              <a:t>Nyt dias/Nyt slide</a:t>
            </a:r>
            <a:r>
              <a:rPr lang="da-DK" altLang="da-DK" sz="900" baseline="0" noProof="1">
                <a:solidFill>
                  <a:schemeClr val="tx1"/>
                </a:solidFill>
                <a:latin typeface="+mn-lt"/>
                <a:cs typeface="Arial" panose="020B0604020202020204" pitchFamily="34" charset="0"/>
              </a:rPr>
              <a:t>. Klik på øverste del af knappen for at oprette i et dias/slide magen til det markerede. Klik på nederste del for at se et udvalg af mulige layoutvalg med AAU-design. </a:t>
            </a:r>
          </a:p>
          <a:p>
            <a:pPr eaLnBrk="1" hangingPunct="1">
              <a:spcAft>
                <a:spcPts val="600"/>
              </a:spcAft>
              <a:defRPr/>
            </a:pPr>
            <a:endParaRPr lang="da-DK" altLang="da-DK" sz="900" baseline="0" noProof="1">
              <a:solidFill>
                <a:schemeClr val="tx1"/>
              </a:solidFill>
              <a:latin typeface="+mn-lt"/>
              <a:cs typeface="Arial" panose="020B0604020202020204" pitchFamily="34" charset="0"/>
            </a:endParaRPr>
          </a:p>
          <a:p>
            <a:pPr eaLnBrk="1" hangingPunct="1">
              <a:lnSpc>
                <a:spcPct val="90000"/>
              </a:lnSpc>
              <a:spcAft>
                <a:spcPts val="0"/>
              </a:spcAft>
              <a:defRPr/>
            </a:pPr>
            <a:r>
              <a:rPr lang="da-DK" sz="1000" b="1" kern="1200" spc="300" noProof="1">
                <a:solidFill>
                  <a:schemeClr val="tx1"/>
                </a:solidFill>
                <a:latin typeface="Arial" charset="0"/>
                <a:ea typeface="+mn-ea"/>
                <a:cs typeface="Arial" panose="020B0604020202020204" pitchFamily="34" charset="0"/>
              </a:rPr>
              <a:t>GITTER- OG HJÆLPELINJER</a:t>
            </a:r>
          </a:p>
          <a:p>
            <a:pPr eaLnBrk="1" hangingPunct="1">
              <a:lnSpc>
                <a:spcPct val="90000"/>
              </a:lnSpc>
              <a:spcAft>
                <a:spcPts val="0"/>
              </a:spcAft>
              <a:defRPr/>
            </a:pPr>
            <a:endParaRPr lang="da-DK" sz="1000" b="1" kern="1200" spc="300" noProof="1">
              <a:solidFill>
                <a:schemeClr val="tx1"/>
              </a:solidFill>
              <a:latin typeface="Arial" charset="0"/>
              <a:ea typeface="+mn-ea"/>
              <a:cs typeface="Arial" panose="020B0604020202020204" pitchFamily="34" charset="0"/>
            </a:endParaRPr>
          </a:p>
          <a:p>
            <a:pPr eaLnBrk="1" hangingPunct="1">
              <a:lnSpc>
                <a:spcPct val="90000"/>
              </a:lnSpc>
              <a:spcAft>
                <a:spcPts val="600"/>
              </a:spcAft>
              <a:defRPr/>
            </a:pPr>
            <a:r>
              <a:rPr lang="da-DK" sz="900" b="0" kern="1200" noProof="1">
                <a:solidFill>
                  <a:schemeClr val="tx1"/>
                </a:solidFill>
                <a:latin typeface="Arial" charset="0"/>
                <a:ea typeface="+mn-ea"/>
                <a:cs typeface="Arial" panose="020B0604020202020204" pitchFamily="34" charset="0"/>
              </a:rPr>
              <a:t>For at få et ensartet udtryk i vores præsentationer er der</a:t>
            </a:r>
            <a:r>
              <a:rPr lang="da-DK" sz="900" b="0" kern="1200" baseline="0" noProof="1">
                <a:solidFill>
                  <a:schemeClr val="tx1"/>
                </a:solidFill>
                <a:latin typeface="Arial" charset="0"/>
                <a:ea typeface="+mn-ea"/>
                <a:cs typeface="Arial" panose="020B0604020202020204" pitchFamily="34" charset="0"/>
              </a:rPr>
              <a:t> guidelines i form af </a:t>
            </a:r>
            <a:r>
              <a:rPr lang="da-DK" sz="900" b="1" kern="1200" baseline="0" noProof="1">
                <a:solidFill>
                  <a:schemeClr val="tx1"/>
                </a:solidFill>
                <a:latin typeface="Arial" charset="0"/>
                <a:ea typeface="+mn-ea"/>
                <a:cs typeface="Arial" panose="020B0604020202020204" pitchFamily="34" charset="0"/>
              </a:rPr>
              <a:t>Hjælpelinjer. </a:t>
            </a:r>
            <a:r>
              <a:rPr lang="da-DK" sz="900" b="0" kern="1200" baseline="0" noProof="1">
                <a:solidFill>
                  <a:schemeClr val="tx1"/>
                </a:solidFill>
                <a:latin typeface="Arial" charset="0"/>
                <a:ea typeface="+mn-ea"/>
                <a:cs typeface="Arial" panose="020B0604020202020204" pitchFamily="34" charset="0"/>
              </a:rPr>
              <a:t>For at se disse: </a:t>
            </a:r>
            <a:endParaRPr lang="da-DK" sz="900" b="0" kern="1200" noProof="1">
              <a:solidFill>
                <a:schemeClr val="tx1"/>
              </a:solidFill>
              <a:latin typeface="Arial" charset="0"/>
              <a:ea typeface="+mn-ea"/>
              <a:cs typeface="Arial" panose="020B0604020202020204" pitchFamily="34" charset="0"/>
            </a:endParaRP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1. </a:t>
            </a:r>
            <a:r>
              <a:rPr lang="da-DK" sz="900" b="0" kern="1200" noProof="1">
                <a:solidFill>
                  <a:schemeClr val="tx1"/>
                </a:solidFill>
                <a:latin typeface="Arial" charset="0"/>
                <a:ea typeface="+mn-ea"/>
                <a:cs typeface="Arial" panose="020B0604020202020204" pitchFamily="34" charset="0"/>
              </a:rPr>
              <a:t>Klik på </a:t>
            </a:r>
            <a:r>
              <a:rPr lang="da-DK" sz="900" b="1" kern="1200" noProof="1">
                <a:solidFill>
                  <a:schemeClr val="tx1"/>
                </a:solidFill>
                <a:latin typeface="Arial" charset="0"/>
                <a:ea typeface="+mn-ea"/>
                <a:cs typeface="Arial" panose="020B0604020202020204" pitchFamily="34" charset="0"/>
              </a:rPr>
              <a:t>Vis</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2. </a:t>
            </a:r>
            <a:r>
              <a:rPr lang="da-DK" sz="900" b="0" kern="1200" noProof="1">
                <a:solidFill>
                  <a:schemeClr val="tx1"/>
                </a:solidFill>
                <a:latin typeface="Arial" charset="0"/>
                <a:ea typeface="+mn-ea"/>
                <a:cs typeface="Arial" panose="020B0604020202020204" pitchFamily="34" charset="0"/>
              </a:rPr>
              <a:t>Vælg </a:t>
            </a:r>
            <a:r>
              <a:rPr lang="da-DK" sz="900" b="1" kern="1200" noProof="1">
                <a:solidFill>
                  <a:schemeClr val="tx1"/>
                </a:solidFill>
                <a:latin typeface="Arial" charset="0"/>
                <a:ea typeface="+mn-ea"/>
                <a:cs typeface="Arial" panose="020B0604020202020204" pitchFamily="34" charset="0"/>
              </a:rPr>
              <a:t>Gitterlinjer</a:t>
            </a:r>
            <a:r>
              <a:rPr lang="da-DK" sz="900" b="0" kern="1200" noProof="1">
                <a:solidFill>
                  <a:schemeClr val="tx1"/>
                </a:solidFill>
                <a:latin typeface="Arial" charset="0"/>
                <a:ea typeface="+mn-ea"/>
                <a:cs typeface="Arial" panose="020B0604020202020204" pitchFamily="34" charset="0"/>
              </a:rPr>
              <a:t> og/eller </a:t>
            </a:r>
            <a:r>
              <a:rPr lang="da-DK" sz="900" b="1" kern="1200" noProof="1">
                <a:solidFill>
                  <a:schemeClr val="tx1"/>
                </a:solidFill>
                <a:latin typeface="Arial" charset="0"/>
                <a:ea typeface="+mn-ea"/>
                <a:cs typeface="Arial" panose="020B0604020202020204" pitchFamily="34" charset="0"/>
              </a:rPr>
              <a:t>Hjælpelinjer</a:t>
            </a:r>
          </a:p>
          <a:p>
            <a:pPr eaLnBrk="1" hangingPunct="1">
              <a:lnSpc>
                <a:spcPct val="90000"/>
              </a:lnSpc>
              <a:spcAft>
                <a:spcPts val="600"/>
              </a:spcAft>
              <a:defRPr/>
            </a:pPr>
            <a:r>
              <a:rPr lang="da-DK" sz="900" b="1" kern="1200" noProof="1">
                <a:solidFill>
                  <a:srgbClr val="DF6752"/>
                </a:solidFill>
                <a:latin typeface="Arial" charset="0"/>
                <a:ea typeface="+mn-ea"/>
                <a:cs typeface="Arial" panose="020B0604020202020204" pitchFamily="34" charset="0"/>
              </a:rPr>
              <a:t>Tip: </a:t>
            </a:r>
            <a:r>
              <a:rPr lang="da-DK" sz="900" b="0" kern="1200" noProof="1">
                <a:solidFill>
                  <a:srgbClr val="DF6752"/>
                </a:solidFill>
                <a:latin typeface="Arial" charset="0"/>
                <a:ea typeface="+mn-ea"/>
                <a:cs typeface="Arial" panose="020B0604020202020204" pitchFamily="34" charset="0"/>
              </a:rPr>
              <a:t>Tryk </a:t>
            </a:r>
            <a:r>
              <a:rPr lang="da-DK" sz="900" b="1" kern="1200" noProof="1">
                <a:solidFill>
                  <a:srgbClr val="DF6752"/>
                </a:solidFill>
                <a:latin typeface="Arial" charset="0"/>
                <a:ea typeface="+mn-ea"/>
                <a:cs typeface="Arial" panose="020B0604020202020204" pitchFamily="34" charset="0"/>
              </a:rPr>
              <a:t>Alt + F9</a:t>
            </a:r>
            <a:r>
              <a:rPr lang="da-DK" sz="900" b="0" kern="1200" noProof="1">
                <a:solidFill>
                  <a:srgbClr val="DF6752"/>
                </a:solidFill>
                <a:latin typeface="Arial" charset="0"/>
                <a:ea typeface="+mn-ea"/>
                <a:cs typeface="Arial" panose="020B0604020202020204" pitchFamily="34" charset="0"/>
              </a:rPr>
              <a:t> for hurtig visning af hjælpelinjer</a:t>
            </a:r>
          </a:p>
          <a:p>
            <a:pPr eaLnBrk="1" hangingPunct="1">
              <a:spcAft>
                <a:spcPts val="600"/>
              </a:spcAft>
              <a:defRPr/>
            </a:pPr>
            <a:endParaRPr lang="da-DK" altLang="da-DK" sz="900" noProof="1">
              <a:solidFill>
                <a:schemeClr val="tx1"/>
              </a:solidFill>
              <a:latin typeface="+mn-lt"/>
              <a:cs typeface="Arial" panose="020B0604020202020204" pitchFamily="34" charset="0"/>
            </a:endParaRPr>
          </a:p>
        </p:txBody>
      </p:sp>
      <p:pic>
        <p:nvPicPr>
          <p:cNvPr id="18" name="Billede 25"/>
          <p:cNvPicPr>
            <a:picLocks noChangeAspect="1"/>
          </p:cNvPicPr>
          <p:nvPr userDrawn="1"/>
        </p:nvPicPr>
        <p:blipFill>
          <a:blip r:embed="rId3"/>
          <a:stretch>
            <a:fillRect/>
          </a:stretch>
        </p:blipFill>
        <p:spPr>
          <a:xfrm>
            <a:off x="11273427" y="2241762"/>
            <a:ext cx="368254" cy="393946"/>
          </a:xfrm>
          <a:prstGeom prst="rect">
            <a:avLst/>
          </a:prstGeom>
        </p:spPr>
      </p:pic>
      <p:pic>
        <p:nvPicPr>
          <p:cNvPr id="19" name="Billede 36"/>
          <p:cNvPicPr>
            <a:picLocks noChangeAspect="1"/>
          </p:cNvPicPr>
          <p:nvPr userDrawn="1"/>
        </p:nvPicPr>
        <p:blipFill>
          <a:blip r:embed="rId4"/>
          <a:stretch>
            <a:fillRect/>
          </a:stretch>
        </p:blipFill>
        <p:spPr>
          <a:xfrm>
            <a:off x="11265672" y="3658525"/>
            <a:ext cx="416717" cy="397335"/>
          </a:xfrm>
          <a:prstGeom prst="rect">
            <a:avLst/>
          </a:prstGeom>
        </p:spPr>
      </p:pic>
      <p:pic>
        <p:nvPicPr>
          <p:cNvPr id="21" name="Billede 39"/>
          <p:cNvPicPr>
            <a:picLocks noChangeAspect="1"/>
          </p:cNvPicPr>
          <p:nvPr userDrawn="1"/>
        </p:nvPicPr>
        <p:blipFill rotWithShape="1">
          <a:blip r:embed="rId5"/>
          <a:srcRect l="2931" r="60888"/>
          <a:stretch/>
        </p:blipFill>
        <p:spPr>
          <a:xfrm>
            <a:off x="5729521" y="2621888"/>
            <a:ext cx="319516" cy="568784"/>
          </a:xfrm>
          <a:prstGeom prst="rect">
            <a:avLst/>
          </a:prstGeom>
        </p:spPr>
      </p:pic>
      <p:sp>
        <p:nvSpPr>
          <p:cNvPr id="22" name="Rektangel 21"/>
          <p:cNvSpPr/>
          <p:nvPr userDrawn="1"/>
        </p:nvSpPr>
        <p:spPr>
          <a:xfrm>
            <a:off x="509551" y="510317"/>
            <a:ext cx="6096000" cy="1200329"/>
          </a:xfrm>
          <a:prstGeom prst="rect">
            <a:avLst/>
          </a:prstGeom>
        </p:spPr>
        <p:txBody>
          <a:bodyPr>
            <a:spAutoFit/>
          </a:bodyPr>
          <a:lstStyle/>
          <a:p>
            <a:r>
              <a:rPr lang="en-US" sz="3600" b="1" spc="300" dirty="0"/>
              <a:t>BRUGERGUIDE</a:t>
            </a:r>
            <a:br>
              <a:rPr lang="en-US" sz="3600" b="1" spc="300" dirty="0"/>
            </a:br>
            <a:endParaRPr lang="da-DK" sz="3600" b="1" spc="300" dirty="0"/>
          </a:p>
        </p:txBody>
      </p:sp>
    </p:spTree>
    <p:extLst>
      <p:ext uri="{BB962C8B-B14F-4D97-AF65-F5344CB8AC3E}">
        <p14:creationId xmlns:p14="http://schemas.microsoft.com/office/powerpoint/2010/main" val="3666039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ræsentation">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2441575" y="2676493"/>
            <a:ext cx="7341129" cy="1036319"/>
          </a:xfrm>
          <a:solidFill>
            <a:schemeClr val="bg1"/>
          </a:solidFill>
        </p:spPr>
        <p:txBody>
          <a:bodyPr tIns="108000"/>
          <a:lstStyle>
            <a:lvl1pPr algn="ctr">
              <a:defRPr sz="2800" baseline="0">
                <a:solidFill>
                  <a:schemeClr val="tx1"/>
                </a:solidFill>
              </a:defRPr>
            </a:lvl1pPr>
          </a:lstStyle>
          <a:p>
            <a:r>
              <a:rPr lang="en-US"/>
              <a:t>AALBORG UNIVERSITET</a:t>
            </a:r>
            <a:br>
              <a:rPr lang="en-US"/>
            </a:br>
            <a:r>
              <a:rPr lang="en-US"/>
              <a:t>OVERSKRIFT</a:t>
            </a:r>
            <a:endParaRPr lang="en-US" dirty="0"/>
          </a:p>
        </p:txBody>
      </p:sp>
      <p:sp>
        <p:nvSpPr>
          <p:cNvPr id="3" name="Pladsholder til tekst 2"/>
          <p:cNvSpPr>
            <a:spLocks noGrp="1"/>
          </p:cNvSpPr>
          <p:nvPr>
            <p:ph type="body" sz="quarter" idx="12" hasCustomPrompt="1"/>
          </p:nvPr>
        </p:nvSpPr>
        <p:spPr>
          <a:xfrm>
            <a:off x="2441575" y="3827463"/>
            <a:ext cx="7341129" cy="412750"/>
          </a:xfrm>
          <a:solidFill>
            <a:schemeClr val="bg1"/>
          </a:solidFill>
        </p:spPr>
        <p:txBody>
          <a:bodyPr>
            <a:noAutofit/>
          </a:bodyPr>
          <a:lstStyle>
            <a:lvl1pPr marL="0" indent="0" algn="ctr">
              <a:buFontTx/>
              <a:buNone/>
              <a:defRPr sz="1800" spc="300" baseline="0"/>
            </a:lvl1pPr>
          </a:lstStyle>
          <a:p>
            <a:pPr lvl="0"/>
            <a:r>
              <a:rPr lang="da-DK"/>
              <a:t>AF </a:t>
            </a:r>
            <a:r>
              <a:rPr lang="da-DK" dirty="0"/>
              <a:t>NAVN NAVNESEN</a:t>
            </a:r>
          </a:p>
        </p:txBody>
      </p:sp>
      <p:grpSp>
        <p:nvGrpSpPr>
          <p:cNvPr id="10" name="Gruppe 9"/>
          <p:cNvGrpSpPr/>
          <p:nvPr userDrawn="1"/>
        </p:nvGrpSpPr>
        <p:grpSpPr>
          <a:xfrm>
            <a:off x="5466450" y="6027162"/>
            <a:ext cx="1272706" cy="669100"/>
            <a:chOff x="5387975" y="5659438"/>
            <a:chExt cx="1573213" cy="827087"/>
          </a:xfrm>
        </p:grpSpPr>
        <p:grpSp>
          <p:nvGrpSpPr>
            <p:cNvPr id="11" name="Gruppe 10"/>
            <p:cNvGrpSpPr/>
            <p:nvPr userDrawn="1"/>
          </p:nvGrpSpPr>
          <p:grpSpPr>
            <a:xfrm>
              <a:off x="5387975" y="6407150"/>
              <a:ext cx="1573213" cy="79375"/>
              <a:chOff x="5387975" y="6407150"/>
              <a:chExt cx="1573213" cy="79375"/>
            </a:xfrm>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2"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12" name="Gruppe 11"/>
            <p:cNvGrpSpPr/>
            <p:nvPr userDrawn="1"/>
          </p:nvGrpSpPr>
          <p:grpSpPr>
            <a:xfrm>
              <a:off x="5880100" y="5659438"/>
              <a:ext cx="511175" cy="544512"/>
              <a:chOff x="5880100" y="5659438"/>
              <a:chExt cx="511175" cy="544512"/>
            </a:xfrm>
            <a:solidFill>
              <a:schemeClr val="tx1"/>
            </a:solid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ause">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2441575" y="2676493"/>
            <a:ext cx="7341129" cy="1036319"/>
          </a:xfrm>
          <a:solidFill>
            <a:schemeClr val="bg1"/>
          </a:solidFill>
        </p:spPr>
        <p:txBody>
          <a:bodyPr tIns="108000"/>
          <a:lstStyle>
            <a:lvl1pPr algn="ctr">
              <a:defRPr sz="2800" baseline="0">
                <a:solidFill>
                  <a:schemeClr val="tx1"/>
                </a:solidFill>
              </a:defRPr>
            </a:lvl1pPr>
          </a:lstStyle>
          <a:p>
            <a:r>
              <a:rPr lang="en-US"/>
              <a:t>PAUSE</a:t>
            </a:r>
            <a:br>
              <a:rPr lang="en-US"/>
            </a:br>
            <a:r>
              <a:rPr lang="en-US"/>
              <a:t>OVERSKRIFT</a:t>
            </a:r>
            <a:endParaRPr lang="en-US" dirty="0"/>
          </a:p>
        </p:txBody>
      </p:sp>
      <p:grpSp>
        <p:nvGrpSpPr>
          <p:cNvPr id="10" name="Gruppe 9"/>
          <p:cNvGrpSpPr/>
          <p:nvPr userDrawn="1"/>
        </p:nvGrpSpPr>
        <p:grpSpPr>
          <a:xfrm>
            <a:off x="5466450" y="6027162"/>
            <a:ext cx="1272706" cy="669100"/>
            <a:chOff x="5387975" y="5659438"/>
            <a:chExt cx="1573213" cy="827087"/>
          </a:xfrm>
        </p:grpSpPr>
        <p:grpSp>
          <p:nvGrpSpPr>
            <p:cNvPr id="11" name="Gruppe 10"/>
            <p:cNvGrpSpPr/>
            <p:nvPr userDrawn="1"/>
          </p:nvGrpSpPr>
          <p:grpSpPr>
            <a:xfrm>
              <a:off x="5387975" y="6407150"/>
              <a:ext cx="1573213" cy="79375"/>
              <a:chOff x="5387975" y="6407150"/>
              <a:chExt cx="1573213" cy="79375"/>
            </a:xfrm>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2"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12" name="Gruppe 11"/>
            <p:cNvGrpSpPr/>
            <p:nvPr userDrawn="1"/>
          </p:nvGrpSpPr>
          <p:grpSpPr>
            <a:xfrm>
              <a:off x="5880100" y="5659438"/>
              <a:ext cx="511175" cy="544512"/>
              <a:chOff x="5880100" y="5659438"/>
              <a:chExt cx="511175" cy="544512"/>
            </a:xfrm>
            <a:solidFill>
              <a:schemeClr val="tx1"/>
            </a:solid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Tree>
    <p:extLst>
      <p:ext uri="{BB962C8B-B14F-4D97-AF65-F5344CB8AC3E}">
        <p14:creationId xmlns:p14="http://schemas.microsoft.com/office/powerpoint/2010/main" val="3553502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m. bullets">
    <p:spTree>
      <p:nvGrpSpPr>
        <p:cNvPr id="1" name=""/>
        <p:cNvGrpSpPr/>
        <p:nvPr/>
      </p:nvGrpSpPr>
      <p:grpSpPr>
        <a:xfrm>
          <a:off x="0" y="0"/>
          <a:ext cx="0" cy="0"/>
          <a:chOff x="0" y="0"/>
          <a:chExt cx="0" cy="0"/>
        </a:xfrm>
      </p:grpSpPr>
      <p:sp>
        <p:nvSpPr>
          <p:cNvPr id="4"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endParaRPr lang="en-US" dirty="0"/>
          </a:p>
        </p:txBody>
      </p:sp>
      <p:sp>
        <p:nvSpPr>
          <p:cNvPr id="3" name="Title 4"/>
          <p:cNvSpPr>
            <a:spLocks noGrp="1"/>
          </p:cNvSpPr>
          <p:nvPr>
            <p:ph type="title" hasCustomPrompt="1"/>
          </p:nvPr>
        </p:nvSpPr>
        <p:spPr>
          <a:xfrm>
            <a:off x="587374" y="370290"/>
            <a:ext cx="5149879" cy="1474385"/>
          </a:xfrm>
        </p:spPr>
        <p:txBody>
          <a:bodyPr/>
          <a:lstStyle>
            <a:lvl1pPr>
              <a:defRPr sz="3600" baseline="0"/>
            </a:lvl1pPr>
          </a:lstStyle>
          <a:p>
            <a:r>
              <a:rPr lang="en-US"/>
              <a:t>KLIK HER FOR AT ÆNDRE TITEL</a:t>
            </a:r>
            <a:endParaRPr lang="en-US" dirty="0"/>
          </a:p>
        </p:txBody>
      </p:sp>
      <p:sp>
        <p:nvSpPr>
          <p:cNvPr id="5" name="Pladsholder til tekst 10"/>
          <p:cNvSpPr>
            <a:spLocks noGrp="1"/>
          </p:cNvSpPr>
          <p:nvPr>
            <p:ph type="body" sz="quarter" idx="12" hasCustomPrompt="1"/>
          </p:nvPr>
        </p:nvSpPr>
        <p:spPr>
          <a:xfrm>
            <a:off x="587375" y="2065337"/>
            <a:ext cx="10620094" cy="3704284"/>
          </a:xfrm>
        </p:spPr>
        <p:txBody>
          <a:bodyPr/>
          <a:lstStyle>
            <a:lvl1pPr marL="285750" indent="-285750">
              <a:buFontTx/>
              <a:buBlip>
                <a:blip r:embed="rId2"/>
              </a:buBlip>
              <a:defRPr/>
            </a:lvl1pPr>
          </a:lstStyle>
          <a:p>
            <a:pPr lvl="0"/>
            <a:r>
              <a:rPr lang="da-DK"/>
              <a:t>Indsæt bullets</a:t>
            </a:r>
            <a:endParaRPr lang="da-DK" dirty="0"/>
          </a:p>
        </p:txBody>
      </p:sp>
    </p:spTree>
    <p:extLst>
      <p:ext uri="{BB962C8B-B14F-4D97-AF65-F5344CB8AC3E}">
        <p14:creationId xmlns:p14="http://schemas.microsoft.com/office/powerpoint/2010/main" val="252126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estion">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4"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r>
              <a:rPr lang="en-US" dirty="0"/>
              <a:t> of &lt;##&gt;</a:t>
            </a:r>
          </a:p>
        </p:txBody>
      </p:sp>
      <p:sp>
        <p:nvSpPr>
          <p:cNvPr id="3" name="Title 4"/>
          <p:cNvSpPr>
            <a:spLocks noGrp="1"/>
          </p:cNvSpPr>
          <p:nvPr>
            <p:ph type="title" hasCustomPrompt="1"/>
          </p:nvPr>
        </p:nvSpPr>
        <p:spPr>
          <a:xfrm>
            <a:off x="587374" y="370290"/>
            <a:ext cx="5149879" cy="1474385"/>
          </a:xfrm>
        </p:spPr>
        <p:txBody>
          <a:bodyPr/>
          <a:lstStyle>
            <a:lvl1pPr>
              <a:defRPr sz="3600" baseline="0"/>
            </a:lvl1pPr>
          </a:lstStyle>
          <a:p>
            <a:r>
              <a:rPr lang="en-US" dirty="0"/>
              <a:t>Question &lt;#&gt;</a:t>
            </a:r>
          </a:p>
        </p:txBody>
      </p:sp>
      <p:sp>
        <p:nvSpPr>
          <p:cNvPr id="5" name="Pladsholder til tekst 10"/>
          <p:cNvSpPr>
            <a:spLocks noGrp="1"/>
          </p:cNvSpPr>
          <p:nvPr>
            <p:ph type="body" sz="quarter" idx="12" hasCustomPrompt="1"/>
          </p:nvPr>
        </p:nvSpPr>
        <p:spPr>
          <a:xfrm>
            <a:off x="587375" y="2065337"/>
            <a:ext cx="5149878" cy="3704284"/>
          </a:xfrm>
        </p:spPr>
        <p:txBody>
          <a:bodyPr/>
          <a:lstStyle>
            <a:lvl1pPr marL="285750" indent="-285750">
              <a:buFontTx/>
              <a:buBlip>
                <a:blip r:embed="rId2"/>
              </a:buBlip>
              <a:defRPr/>
            </a:lvl1pPr>
          </a:lstStyle>
          <a:p>
            <a:pPr lvl="0"/>
            <a:r>
              <a:rPr lang="da-DK"/>
              <a:t>Indsæt bullets</a:t>
            </a:r>
            <a:endParaRPr lang="da-DK" dirty="0"/>
          </a:p>
        </p:txBody>
      </p:sp>
    </p:spTree>
    <p:extLst>
      <p:ext uri="{BB962C8B-B14F-4D97-AF65-F5344CB8AC3E}">
        <p14:creationId xmlns:p14="http://schemas.microsoft.com/office/powerpoint/2010/main" val="113143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eb + bullet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grpSp>
        <p:nvGrpSpPr>
          <p:cNvPr id="30" name="Gruppe 29"/>
          <p:cNvGrpSpPr/>
          <p:nvPr userDrawn="1"/>
        </p:nvGrpSpPr>
        <p:grpSpPr>
          <a:xfrm>
            <a:off x="0" y="657225"/>
            <a:ext cx="405154" cy="1182460"/>
            <a:chOff x="320675" y="2816225"/>
            <a:chExt cx="350838" cy="1023938"/>
          </a:xfrm>
          <a:solidFill>
            <a:schemeClr val="tx1"/>
          </a:solidFill>
        </p:grpSpPr>
        <p:sp>
          <p:nvSpPr>
            <p:cNvPr id="31"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2"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
        <p:nvSpPr>
          <p:cNvPr id="26" name="Title 4"/>
          <p:cNvSpPr>
            <a:spLocks noGrp="1"/>
          </p:cNvSpPr>
          <p:nvPr>
            <p:ph type="title" hasCustomPrompt="1"/>
          </p:nvPr>
        </p:nvSpPr>
        <p:spPr>
          <a:xfrm>
            <a:off x="587375" y="370764"/>
            <a:ext cx="4516438" cy="1473911"/>
          </a:xfrm>
        </p:spPr>
        <p:txBody>
          <a:bodyPr/>
          <a:lstStyle>
            <a:lvl1pPr>
              <a:defRPr sz="3600"/>
            </a:lvl1pPr>
          </a:lstStyle>
          <a:p>
            <a:r>
              <a:rPr lang="en-US"/>
              <a:t>KLIK HER FOR AT ÆNDRE TITEL</a:t>
            </a:r>
            <a:endParaRPr lang="en-US" dirty="0"/>
          </a:p>
        </p:txBody>
      </p:sp>
      <p:pic>
        <p:nvPicPr>
          <p:cNvPr id="27" name="Billede 2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5670792" y="820387"/>
            <a:ext cx="6943368" cy="5825654"/>
          </a:xfrm>
          <a:prstGeom prst="rect">
            <a:avLst/>
          </a:prstGeom>
        </p:spPr>
      </p:pic>
      <p:sp>
        <p:nvSpPr>
          <p:cNvPr id="28" name="Picture Placeholder 4"/>
          <p:cNvSpPr>
            <a:spLocks noGrp="1"/>
          </p:cNvSpPr>
          <p:nvPr>
            <p:ph type="pic" sz="quarter" idx="11" hasCustomPrompt="1"/>
          </p:nvPr>
        </p:nvSpPr>
        <p:spPr>
          <a:xfrm>
            <a:off x="5953820" y="1240418"/>
            <a:ext cx="6238180" cy="35030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29" name="Pladsholder til tekst 10"/>
          <p:cNvSpPr>
            <a:spLocks noGrp="1"/>
          </p:cNvSpPr>
          <p:nvPr>
            <p:ph type="body" sz="quarter" idx="12" hasCustomPrompt="1"/>
          </p:nvPr>
        </p:nvSpPr>
        <p:spPr>
          <a:xfrm>
            <a:off x="587375" y="2065337"/>
            <a:ext cx="4516438" cy="3243263"/>
          </a:xfrm>
        </p:spPr>
        <p:txBody>
          <a:bodyPr/>
          <a:lstStyle>
            <a:lvl1pPr marL="285750" indent="-285750">
              <a:buFontTx/>
              <a:buBlip>
                <a:blip r:embed="rId3"/>
              </a:buBlip>
              <a:defRPr/>
            </a:lvl1pPr>
          </a:lstStyle>
          <a:p>
            <a:pPr lvl="0"/>
            <a:r>
              <a:rPr lang="da-DK"/>
              <a:t>Indsæt </a:t>
            </a:r>
            <a:r>
              <a:rPr lang="da-DK" dirty="0" err="1"/>
              <a:t>bullets</a:t>
            </a:r>
            <a:endParaRPr lang="da-DK"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gram - højre">
    <p:spTree>
      <p:nvGrpSpPr>
        <p:cNvPr id="1" name=""/>
        <p:cNvGrpSpPr/>
        <p:nvPr/>
      </p:nvGrpSpPr>
      <p:grpSpPr>
        <a:xfrm>
          <a:off x="0" y="0"/>
          <a:ext cx="0" cy="0"/>
          <a:chOff x="0" y="0"/>
          <a:chExt cx="0" cy="0"/>
        </a:xfrm>
      </p:grpSpPr>
      <p:sp>
        <p:nvSpPr>
          <p:cNvPr id="5" name="Title 4"/>
          <p:cNvSpPr>
            <a:spLocks noGrp="1"/>
          </p:cNvSpPr>
          <p:nvPr>
            <p:ph type="title" hasCustomPrompt="1"/>
          </p:nvPr>
        </p:nvSpPr>
        <p:spPr>
          <a:xfrm>
            <a:off x="587374" y="367628"/>
            <a:ext cx="4886993" cy="1621619"/>
          </a:xfrm>
        </p:spPr>
        <p:txBody>
          <a:bodyPr/>
          <a:lstStyle>
            <a:lvl1pPr>
              <a:defRPr sz="3600"/>
            </a:lvl1pPr>
          </a:lstStyle>
          <a:p>
            <a:r>
              <a:rPr lang="en-US"/>
              <a:t>KLIK HER FOR AT ÆNDRE TITEL</a:t>
            </a:r>
            <a:endParaRPr lang="en-US" dirty="0"/>
          </a:p>
        </p:txBody>
      </p:sp>
      <p:sp>
        <p:nvSpPr>
          <p:cNvPr id="11" name="Pladsholder til diagram 10"/>
          <p:cNvSpPr>
            <a:spLocks noGrp="1"/>
          </p:cNvSpPr>
          <p:nvPr>
            <p:ph type="chart" sz="quarter" idx="12"/>
          </p:nvPr>
        </p:nvSpPr>
        <p:spPr>
          <a:xfrm>
            <a:off x="6096000" y="2262579"/>
            <a:ext cx="5524500" cy="3572737"/>
          </a:xfrm>
        </p:spPr>
        <p:txBody>
          <a:bodyPr/>
          <a:lstStyle/>
          <a:p>
            <a:r>
              <a:rPr lang="da-DK"/>
              <a:t>Klik på ikonet for at tilføje et diagram</a:t>
            </a:r>
          </a:p>
        </p:txBody>
      </p:sp>
      <p:sp>
        <p:nvSpPr>
          <p:cNvPr id="13" name="Pladsholder til tekst 12"/>
          <p:cNvSpPr>
            <a:spLocks noGrp="1"/>
          </p:cNvSpPr>
          <p:nvPr>
            <p:ph type="body" sz="quarter" idx="13" hasCustomPrompt="1"/>
          </p:nvPr>
        </p:nvSpPr>
        <p:spPr>
          <a:xfrm>
            <a:off x="587375" y="2262579"/>
            <a:ext cx="4886992" cy="3572737"/>
          </a:xfrm>
        </p:spPr>
        <p:txBody>
          <a:bodyPr>
            <a:normAutofit/>
          </a:bodyPr>
          <a:lstStyle>
            <a:lvl2pPr marL="285750" indent="-285750">
              <a:buFontTx/>
              <a:buBlip>
                <a:blip r:embed="rId2"/>
              </a:buBlip>
              <a:defRPr sz="1600" baseline="0"/>
            </a:lvl2pPr>
          </a:lstStyle>
          <a:p>
            <a:pPr lvl="1"/>
            <a:r>
              <a:rPr lang="da-DK"/>
              <a:t>Indsæt bullets</a:t>
            </a:r>
            <a:endParaRPr lang="da-DK" dirty="0"/>
          </a:p>
        </p:txBody>
      </p:sp>
      <p:sp>
        <p:nvSpPr>
          <p:cNvPr id="6"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x billede højre + bullets">
    <p:spTree>
      <p:nvGrpSpPr>
        <p:cNvPr id="1" name=""/>
        <p:cNvGrpSpPr/>
        <p:nvPr/>
      </p:nvGrpSpPr>
      <p:grpSpPr>
        <a:xfrm>
          <a:off x="0" y="0"/>
          <a:ext cx="0" cy="0"/>
          <a:chOff x="0" y="0"/>
          <a:chExt cx="0" cy="0"/>
        </a:xfrm>
      </p:grpSpPr>
      <p:sp>
        <p:nvSpPr>
          <p:cNvPr id="6" name="Picture Placeholder 4"/>
          <p:cNvSpPr>
            <a:spLocks noGrp="1"/>
          </p:cNvSpPr>
          <p:nvPr>
            <p:ph type="pic" sz="quarter" idx="11" hasCustomPrompt="1"/>
          </p:nvPr>
        </p:nvSpPr>
        <p:spPr>
          <a:xfrm>
            <a:off x="7438768" y="0"/>
            <a:ext cx="4753232"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587374" y="359273"/>
            <a:ext cx="4490445" cy="1621619"/>
          </a:xfrm>
        </p:spPr>
        <p:txBody>
          <a:bodyPr/>
          <a:lstStyle>
            <a:lvl1pPr>
              <a:defRPr sz="3600"/>
            </a:lvl1pPr>
          </a:lstStyle>
          <a:p>
            <a:r>
              <a:rPr lang="en-US"/>
              <a:t>KLIK HER FOR AT ÆNDRE TITEL</a:t>
            </a:r>
            <a:endParaRPr lang="en-US" dirty="0"/>
          </a:p>
        </p:txBody>
      </p:sp>
      <p:sp>
        <p:nvSpPr>
          <p:cNvPr id="4" name="Pladsholder til tekst 3"/>
          <p:cNvSpPr>
            <a:spLocks noGrp="1"/>
          </p:cNvSpPr>
          <p:nvPr>
            <p:ph type="body" sz="quarter" idx="12" hasCustomPrompt="1"/>
          </p:nvPr>
        </p:nvSpPr>
        <p:spPr>
          <a:xfrm>
            <a:off x="587375" y="2143359"/>
            <a:ext cx="4490445" cy="3752115"/>
          </a:xfrm>
        </p:spPr>
        <p:txBody>
          <a:bodyPr/>
          <a:lstStyle>
            <a:lvl1pPr marL="285750" indent="-285750">
              <a:lnSpc>
                <a:spcPct val="100000"/>
              </a:lnSpc>
              <a:spcBef>
                <a:spcPts val="600"/>
              </a:spcBef>
              <a:buFontTx/>
              <a:buBlip>
                <a:blip r:embed="rId2"/>
              </a:buBlip>
              <a:defRPr sz="1600" baseline="0"/>
            </a:lvl1pPr>
          </a:lstStyle>
          <a:p>
            <a:pPr lvl="0"/>
            <a:r>
              <a:rPr lang="da-DK"/>
              <a:t>Indsæt bullets</a:t>
            </a:r>
            <a:endParaRPr lang="da-DK" dirty="0"/>
          </a:p>
          <a:p>
            <a:pPr lvl="0"/>
            <a:endParaRPr lang="da-DK" dirty="0"/>
          </a:p>
          <a:p>
            <a:pPr lvl="0"/>
            <a:endParaRPr lang="da-DK" dirty="0"/>
          </a:p>
        </p:txBody>
      </p:sp>
    </p:spTree>
    <p:extLst>
      <p:ext uri="{BB962C8B-B14F-4D97-AF65-F5344CB8AC3E}">
        <p14:creationId xmlns:p14="http://schemas.microsoft.com/office/powerpoint/2010/main" val="49860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 x billede højre - Blå">
    <p:spTree>
      <p:nvGrpSpPr>
        <p:cNvPr id="1" name=""/>
        <p:cNvGrpSpPr/>
        <p:nvPr/>
      </p:nvGrpSpPr>
      <p:grpSpPr>
        <a:xfrm>
          <a:off x="0" y="0"/>
          <a:ext cx="0" cy="0"/>
          <a:chOff x="0" y="0"/>
          <a:chExt cx="0" cy="0"/>
        </a:xfrm>
      </p:grpSpPr>
      <p:sp>
        <p:nvSpPr>
          <p:cNvPr id="7" name="Rectangle 6"/>
          <p:cNvSpPr/>
          <p:nvPr userDrawn="1"/>
        </p:nvSpPr>
        <p:spPr>
          <a:xfrm>
            <a:off x="0" y="0"/>
            <a:ext cx="742791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7427913" y="0"/>
            <a:ext cx="4764087"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587374" y="373446"/>
            <a:ext cx="4683125" cy="1471230"/>
          </a:xfrm>
        </p:spPr>
        <p:txBody>
          <a:bodyPr/>
          <a:lstStyle>
            <a:lvl1pPr>
              <a:defRPr sz="3600">
                <a:solidFill>
                  <a:schemeClr val="bg1"/>
                </a:solidFill>
              </a:defRPr>
            </a:lvl1pPr>
          </a:lstStyle>
          <a:p>
            <a:r>
              <a:rPr lang="en-US"/>
              <a:t>KLIK HER FOR AT ÆNDRE TITEL</a:t>
            </a:r>
            <a:endParaRPr lang="en-US" dirty="0"/>
          </a:p>
        </p:txBody>
      </p:sp>
      <p:grpSp>
        <p:nvGrpSpPr>
          <p:cNvPr id="31" name="Gruppe 30"/>
          <p:cNvGrpSpPr/>
          <p:nvPr userDrawn="1"/>
        </p:nvGrpSpPr>
        <p:grpSpPr>
          <a:xfrm>
            <a:off x="5466450" y="6027162"/>
            <a:ext cx="1272706" cy="669100"/>
            <a:chOff x="5387975" y="5659438"/>
            <a:chExt cx="1573213" cy="827087"/>
          </a:xfrm>
          <a:solidFill>
            <a:schemeClr val="bg1"/>
          </a:solidFill>
        </p:grpSpPr>
        <p:grpSp>
          <p:nvGrpSpPr>
            <p:cNvPr id="32" name="Gruppe 31"/>
            <p:cNvGrpSpPr/>
            <p:nvPr userDrawn="1"/>
          </p:nvGrpSpPr>
          <p:grpSpPr>
            <a:xfrm>
              <a:off x="5387975" y="6407150"/>
              <a:ext cx="1573213" cy="79375"/>
              <a:chOff x="5387975" y="6407150"/>
              <a:chExt cx="1573213" cy="79375"/>
            </a:xfrm>
            <a:grpFill/>
          </p:grpSpPr>
          <p:sp>
            <p:nvSpPr>
              <p:cNvPr id="37"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3"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3" name="Gruppe 32"/>
            <p:cNvGrpSpPr/>
            <p:nvPr userDrawn="1"/>
          </p:nvGrpSpPr>
          <p:grpSpPr>
            <a:xfrm>
              <a:off x="5880100" y="5659438"/>
              <a:ext cx="511175" cy="544512"/>
              <a:chOff x="5880100" y="5659438"/>
              <a:chExt cx="511175" cy="544512"/>
            </a:xfrm>
            <a:grpFill/>
          </p:grpSpPr>
          <p:sp>
            <p:nvSpPr>
              <p:cNvPr id="34"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4" name="Pladsholder til tekst 3"/>
          <p:cNvSpPr>
            <a:spLocks noGrp="1"/>
          </p:cNvSpPr>
          <p:nvPr>
            <p:ph type="body" sz="quarter" idx="12" hasCustomPrompt="1"/>
          </p:nvPr>
        </p:nvSpPr>
        <p:spPr>
          <a:xfrm>
            <a:off x="583406" y="2101809"/>
            <a:ext cx="4687094" cy="3765591"/>
          </a:xfrm>
        </p:spPr>
        <p:txBody>
          <a:bodyPr/>
          <a:lstStyle>
            <a:lvl1pPr marL="285750" indent="-285750">
              <a:buFontTx/>
              <a:buBlip>
                <a:blip r:embed="rId2"/>
              </a:buBlip>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a:t>Indsæt bullets</a:t>
            </a:r>
            <a:endParaRPr lang="da-DK" dirty="0"/>
          </a:p>
        </p:txBody>
      </p:sp>
      <p:grpSp>
        <p:nvGrpSpPr>
          <p:cNvPr id="2" name="Gruppe 1"/>
          <p:cNvGrpSpPr/>
          <p:nvPr userDrawn="1"/>
        </p:nvGrpSpPr>
        <p:grpSpPr>
          <a:xfrm>
            <a:off x="-3502" y="657225"/>
            <a:ext cx="405154" cy="1182460"/>
            <a:chOff x="-3502" y="657225"/>
            <a:chExt cx="405154" cy="1182460"/>
          </a:xfrm>
          <a:solidFill>
            <a:schemeClr val="bg1"/>
          </a:solidFill>
        </p:grpSpPr>
        <p:sp>
          <p:nvSpPr>
            <p:cNvPr id="56" name="Freeform 53"/>
            <p:cNvSpPr>
              <a:spLocks/>
            </p:cNvSpPr>
            <p:nvPr userDrawn="1"/>
          </p:nvSpPr>
          <p:spPr bwMode="auto">
            <a:xfrm>
              <a:off x="328321" y="1768187"/>
              <a:ext cx="73331" cy="71498"/>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7" name="Freeform 54"/>
            <p:cNvSpPr>
              <a:spLocks/>
            </p:cNvSpPr>
            <p:nvPr userDrawn="1"/>
          </p:nvSpPr>
          <p:spPr bwMode="auto">
            <a:xfrm>
              <a:off x="236657" y="1685690"/>
              <a:ext cx="164995" cy="153995"/>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8" name="Freeform 55"/>
            <p:cNvSpPr>
              <a:spLocks/>
            </p:cNvSpPr>
            <p:nvPr userDrawn="1"/>
          </p:nvSpPr>
          <p:spPr bwMode="auto">
            <a:xfrm>
              <a:off x="124827" y="1605026"/>
              <a:ext cx="276825" cy="234659"/>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9" name="Freeform 56"/>
            <p:cNvSpPr>
              <a:spLocks/>
            </p:cNvSpPr>
            <p:nvPr userDrawn="1"/>
          </p:nvSpPr>
          <p:spPr bwMode="auto">
            <a:xfrm>
              <a:off x="-3502" y="1526195"/>
              <a:ext cx="405154" cy="302490"/>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0" name="Freeform 57"/>
            <p:cNvSpPr>
              <a:spLocks/>
            </p:cNvSpPr>
            <p:nvPr userDrawn="1"/>
          </p:nvSpPr>
          <p:spPr bwMode="auto">
            <a:xfrm>
              <a:off x="-3502" y="1454698"/>
              <a:ext cx="405154" cy="287824"/>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1" name="Freeform 58"/>
            <p:cNvSpPr>
              <a:spLocks/>
            </p:cNvSpPr>
            <p:nvPr userDrawn="1"/>
          </p:nvSpPr>
          <p:spPr bwMode="auto">
            <a:xfrm>
              <a:off x="-3502" y="1379534"/>
              <a:ext cx="405154" cy="278657"/>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2" name="Freeform 59"/>
            <p:cNvSpPr>
              <a:spLocks/>
            </p:cNvSpPr>
            <p:nvPr userDrawn="1"/>
          </p:nvSpPr>
          <p:spPr bwMode="auto">
            <a:xfrm>
              <a:off x="-3502" y="1311703"/>
              <a:ext cx="405154" cy="263991"/>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3" name="Freeform 60"/>
            <p:cNvSpPr>
              <a:spLocks/>
            </p:cNvSpPr>
            <p:nvPr userDrawn="1"/>
          </p:nvSpPr>
          <p:spPr bwMode="auto">
            <a:xfrm>
              <a:off x="-3502" y="1243872"/>
              <a:ext cx="405154" cy="252991"/>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4" name="Freeform 61"/>
            <p:cNvSpPr>
              <a:spLocks/>
            </p:cNvSpPr>
            <p:nvPr userDrawn="1"/>
          </p:nvSpPr>
          <p:spPr bwMode="auto">
            <a:xfrm>
              <a:off x="-3502" y="1174207"/>
              <a:ext cx="405154" cy="245658"/>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5" name="Freeform 62"/>
            <p:cNvSpPr>
              <a:spLocks/>
            </p:cNvSpPr>
            <p:nvPr userDrawn="1"/>
          </p:nvSpPr>
          <p:spPr bwMode="auto">
            <a:xfrm>
              <a:off x="-3502" y="1110043"/>
              <a:ext cx="405154" cy="230992"/>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6" name="Freeform 63"/>
            <p:cNvSpPr>
              <a:spLocks/>
            </p:cNvSpPr>
            <p:nvPr userDrawn="1"/>
          </p:nvSpPr>
          <p:spPr bwMode="auto">
            <a:xfrm>
              <a:off x="-3502" y="1049545"/>
              <a:ext cx="405154" cy="219992"/>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7" name="Freeform 64"/>
            <p:cNvSpPr>
              <a:spLocks/>
            </p:cNvSpPr>
            <p:nvPr userDrawn="1"/>
          </p:nvSpPr>
          <p:spPr bwMode="auto">
            <a:xfrm>
              <a:off x="-3502" y="989048"/>
              <a:ext cx="405154" cy="205326"/>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8" name="Freeform 65"/>
            <p:cNvSpPr>
              <a:spLocks/>
            </p:cNvSpPr>
            <p:nvPr userDrawn="1"/>
          </p:nvSpPr>
          <p:spPr bwMode="auto">
            <a:xfrm>
              <a:off x="-3502" y="934049"/>
              <a:ext cx="405154" cy="188827"/>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9" name="Freeform 66"/>
            <p:cNvSpPr>
              <a:spLocks/>
            </p:cNvSpPr>
            <p:nvPr userDrawn="1"/>
          </p:nvSpPr>
          <p:spPr bwMode="auto">
            <a:xfrm>
              <a:off x="-3502" y="873551"/>
              <a:ext cx="405154" cy="175994"/>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0" name="Freeform 67"/>
            <p:cNvSpPr>
              <a:spLocks/>
            </p:cNvSpPr>
            <p:nvPr userDrawn="1"/>
          </p:nvSpPr>
          <p:spPr bwMode="auto">
            <a:xfrm>
              <a:off x="-3502" y="820387"/>
              <a:ext cx="405154" cy="161328"/>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1" name="Freeform 68"/>
            <p:cNvSpPr>
              <a:spLocks/>
            </p:cNvSpPr>
            <p:nvPr userDrawn="1"/>
          </p:nvSpPr>
          <p:spPr bwMode="auto">
            <a:xfrm>
              <a:off x="-3502" y="767221"/>
              <a:ext cx="405154" cy="146662"/>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2" name="Freeform 69"/>
            <p:cNvSpPr>
              <a:spLocks/>
            </p:cNvSpPr>
            <p:nvPr userDrawn="1"/>
          </p:nvSpPr>
          <p:spPr bwMode="auto">
            <a:xfrm>
              <a:off x="-3502" y="714057"/>
              <a:ext cx="405154" cy="131995"/>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3" name="Freeform 70"/>
            <p:cNvSpPr>
              <a:spLocks/>
            </p:cNvSpPr>
            <p:nvPr userDrawn="1"/>
          </p:nvSpPr>
          <p:spPr bwMode="auto">
            <a:xfrm>
              <a:off x="-3502" y="660892"/>
              <a:ext cx="405154" cy="124662"/>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4" name="Freeform 71"/>
            <p:cNvSpPr>
              <a:spLocks/>
            </p:cNvSpPr>
            <p:nvPr userDrawn="1"/>
          </p:nvSpPr>
          <p:spPr bwMode="auto">
            <a:xfrm>
              <a:off x="-3502" y="657225"/>
              <a:ext cx="328157" cy="64165"/>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grpSp>
    </p:spTree>
    <p:extLst>
      <p:ext uri="{BB962C8B-B14F-4D97-AF65-F5344CB8AC3E}">
        <p14:creationId xmlns:p14="http://schemas.microsoft.com/office/powerpoint/2010/main" val="1747433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tor billede højre - blå">
    <p:spTree>
      <p:nvGrpSpPr>
        <p:cNvPr id="1" name=""/>
        <p:cNvGrpSpPr/>
        <p:nvPr/>
      </p:nvGrpSpPr>
      <p:grpSpPr>
        <a:xfrm>
          <a:off x="0" y="0"/>
          <a:ext cx="0" cy="0"/>
          <a:chOff x="0" y="0"/>
          <a:chExt cx="0" cy="0"/>
        </a:xfrm>
      </p:grpSpPr>
      <p:sp>
        <p:nvSpPr>
          <p:cNvPr id="7" name="Rectangle 6"/>
          <p:cNvSpPr/>
          <p:nvPr userDrawn="1"/>
        </p:nvSpPr>
        <p:spPr>
          <a:xfrm>
            <a:off x="1" y="0"/>
            <a:ext cx="52704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6" name="Title 4"/>
          <p:cNvSpPr>
            <a:spLocks noGrp="1"/>
          </p:cNvSpPr>
          <p:nvPr>
            <p:ph type="title" hasCustomPrompt="1"/>
          </p:nvPr>
        </p:nvSpPr>
        <p:spPr>
          <a:xfrm>
            <a:off x="587375" y="373446"/>
            <a:ext cx="4454526" cy="1471230"/>
          </a:xfrm>
        </p:spPr>
        <p:txBody>
          <a:bodyPr/>
          <a:lstStyle>
            <a:lvl1pPr>
              <a:defRPr sz="3600">
                <a:solidFill>
                  <a:schemeClr val="bg1"/>
                </a:solidFill>
              </a:defRPr>
            </a:lvl1pPr>
          </a:lstStyle>
          <a:p>
            <a:r>
              <a:rPr lang="en-US"/>
              <a:t>KLIK HER FOR AT ÆNDRE TITEL</a:t>
            </a:r>
            <a:endParaRPr lang="en-US" dirty="0"/>
          </a:p>
        </p:txBody>
      </p:sp>
      <p:grpSp>
        <p:nvGrpSpPr>
          <p:cNvPr id="31" name="Gruppe 30"/>
          <p:cNvGrpSpPr/>
          <p:nvPr userDrawn="1"/>
        </p:nvGrpSpPr>
        <p:grpSpPr>
          <a:xfrm>
            <a:off x="5466450" y="6027162"/>
            <a:ext cx="1272706" cy="669100"/>
            <a:chOff x="5387975" y="5659438"/>
            <a:chExt cx="1573213" cy="827087"/>
          </a:xfrm>
          <a:solidFill>
            <a:schemeClr val="tx1"/>
          </a:solidFill>
        </p:grpSpPr>
        <p:grpSp>
          <p:nvGrpSpPr>
            <p:cNvPr id="32" name="Gruppe 31"/>
            <p:cNvGrpSpPr/>
            <p:nvPr userDrawn="1"/>
          </p:nvGrpSpPr>
          <p:grpSpPr>
            <a:xfrm>
              <a:off x="5387975" y="6407150"/>
              <a:ext cx="1573213" cy="79375"/>
              <a:chOff x="5387975" y="6407150"/>
              <a:chExt cx="1573213" cy="79375"/>
            </a:xfrm>
            <a:grpFill/>
          </p:grpSpPr>
          <p:sp>
            <p:nvSpPr>
              <p:cNvPr id="37"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3"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3" name="Gruppe 32"/>
            <p:cNvGrpSpPr/>
            <p:nvPr userDrawn="1"/>
          </p:nvGrpSpPr>
          <p:grpSpPr>
            <a:xfrm>
              <a:off x="5880100" y="5659438"/>
              <a:ext cx="511175" cy="544512"/>
              <a:chOff x="5880100" y="5659438"/>
              <a:chExt cx="511175" cy="544512"/>
            </a:xfrm>
            <a:grpFill/>
          </p:grpSpPr>
          <p:sp>
            <p:nvSpPr>
              <p:cNvPr id="34"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4" name="Pladsholder til tekst 3"/>
          <p:cNvSpPr>
            <a:spLocks noGrp="1"/>
          </p:cNvSpPr>
          <p:nvPr>
            <p:ph type="body" sz="quarter" idx="12" hasCustomPrompt="1"/>
          </p:nvPr>
        </p:nvSpPr>
        <p:spPr>
          <a:xfrm>
            <a:off x="583406" y="2101809"/>
            <a:ext cx="4458495" cy="3600491"/>
          </a:xfrm>
        </p:spPr>
        <p:txBody>
          <a:bodyPr/>
          <a:lstStyle>
            <a:lvl1pPr marL="285750" indent="-285750">
              <a:buFontTx/>
              <a:buBlip>
                <a:blip r:embed="rId2"/>
              </a:buBlip>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a:t>Indsæt bullets</a:t>
            </a:r>
            <a:endParaRPr lang="da-DK" dirty="0"/>
          </a:p>
        </p:txBody>
      </p:sp>
      <p:grpSp>
        <p:nvGrpSpPr>
          <p:cNvPr id="2" name="Gruppe 1"/>
          <p:cNvGrpSpPr/>
          <p:nvPr userDrawn="1"/>
        </p:nvGrpSpPr>
        <p:grpSpPr>
          <a:xfrm>
            <a:off x="-3502" y="657225"/>
            <a:ext cx="405154" cy="1182460"/>
            <a:chOff x="-3502" y="657225"/>
            <a:chExt cx="405154" cy="1182460"/>
          </a:xfrm>
          <a:solidFill>
            <a:schemeClr val="bg1"/>
          </a:solidFill>
        </p:grpSpPr>
        <p:sp>
          <p:nvSpPr>
            <p:cNvPr id="56" name="Freeform 53"/>
            <p:cNvSpPr>
              <a:spLocks/>
            </p:cNvSpPr>
            <p:nvPr userDrawn="1"/>
          </p:nvSpPr>
          <p:spPr bwMode="auto">
            <a:xfrm>
              <a:off x="328321" y="1768187"/>
              <a:ext cx="73331" cy="71498"/>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7" name="Freeform 54"/>
            <p:cNvSpPr>
              <a:spLocks/>
            </p:cNvSpPr>
            <p:nvPr userDrawn="1"/>
          </p:nvSpPr>
          <p:spPr bwMode="auto">
            <a:xfrm>
              <a:off x="236657" y="1685690"/>
              <a:ext cx="164995" cy="153995"/>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8" name="Freeform 55"/>
            <p:cNvSpPr>
              <a:spLocks/>
            </p:cNvSpPr>
            <p:nvPr userDrawn="1"/>
          </p:nvSpPr>
          <p:spPr bwMode="auto">
            <a:xfrm>
              <a:off x="124827" y="1605026"/>
              <a:ext cx="276825" cy="234659"/>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9" name="Freeform 56"/>
            <p:cNvSpPr>
              <a:spLocks/>
            </p:cNvSpPr>
            <p:nvPr userDrawn="1"/>
          </p:nvSpPr>
          <p:spPr bwMode="auto">
            <a:xfrm>
              <a:off x="-3502" y="1526195"/>
              <a:ext cx="405154" cy="302490"/>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0" name="Freeform 57"/>
            <p:cNvSpPr>
              <a:spLocks/>
            </p:cNvSpPr>
            <p:nvPr userDrawn="1"/>
          </p:nvSpPr>
          <p:spPr bwMode="auto">
            <a:xfrm>
              <a:off x="-3502" y="1454698"/>
              <a:ext cx="405154" cy="287824"/>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1" name="Freeform 58"/>
            <p:cNvSpPr>
              <a:spLocks/>
            </p:cNvSpPr>
            <p:nvPr userDrawn="1"/>
          </p:nvSpPr>
          <p:spPr bwMode="auto">
            <a:xfrm>
              <a:off x="-3502" y="1379534"/>
              <a:ext cx="405154" cy="278657"/>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2" name="Freeform 59"/>
            <p:cNvSpPr>
              <a:spLocks/>
            </p:cNvSpPr>
            <p:nvPr userDrawn="1"/>
          </p:nvSpPr>
          <p:spPr bwMode="auto">
            <a:xfrm>
              <a:off x="-3502" y="1311703"/>
              <a:ext cx="405154" cy="263991"/>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3" name="Freeform 60"/>
            <p:cNvSpPr>
              <a:spLocks/>
            </p:cNvSpPr>
            <p:nvPr userDrawn="1"/>
          </p:nvSpPr>
          <p:spPr bwMode="auto">
            <a:xfrm>
              <a:off x="-3502" y="1243872"/>
              <a:ext cx="405154" cy="252991"/>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4" name="Freeform 61"/>
            <p:cNvSpPr>
              <a:spLocks/>
            </p:cNvSpPr>
            <p:nvPr userDrawn="1"/>
          </p:nvSpPr>
          <p:spPr bwMode="auto">
            <a:xfrm>
              <a:off x="-3502" y="1174207"/>
              <a:ext cx="405154" cy="245658"/>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5" name="Freeform 62"/>
            <p:cNvSpPr>
              <a:spLocks/>
            </p:cNvSpPr>
            <p:nvPr userDrawn="1"/>
          </p:nvSpPr>
          <p:spPr bwMode="auto">
            <a:xfrm>
              <a:off x="-3502" y="1110043"/>
              <a:ext cx="405154" cy="230992"/>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6" name="Freeform 63"/>
            <p:cNvSpPr>
              <a:spLocks/>
            </p:cNvSpPr>
            <p:nvPr userDrawn="1"/>
          </p:nvSpPr>
          <p:spPr bwMode="auto">
            <a:xfrm>
              <a:off x="-3502" y="1049545"/>
              <a:ext cx="405154" cy="219992"/>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7" name="Freeform 64"/>
            <p:cNvSpPr>
              <a:spLocks/>
            </p:cNvSpPr>
            <p:nvPr userDrawn="1"/>
          </p:nvSpPr>
          <p:spPr bwMode="auto">
            <a:xfrm>
              <a:off x="-3502" y="989048"/>
              <a:ext cx="405154" cy="205326"/>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8" name="Freeform 65"/>
            <p:cNvSpPr>
              <a:spLocks/>
            </p:cNvSpPr>
            <p:nvPr userDrawn="1"/>
          </p:nvSpPr>
          <p:spPr bwMode="auto">
            <a:xfrm>
              <a:off x="-3502" y="934049"/>
              <a:ext cx="405154" cy="188827"/>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9" name="Freeform 66"/>
            <p:cNvSpPr>
              <a:spLocks/>
            </p:cNvSpPr>
            <p:nvPr userDrawn="1"/>
          </p:nvSpPr>
          <p:spPr bwMode="auto">
            <a:xfrm>
              <a:off x="-3502" y="873551"/>
              <a:ext cx="405154" cy="175994"/>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0" name="Freeform 67"/>
            <p:cNvSpPr>
              <a:spLocks/>
            </p:cNvSpPr>
            <p:nvPr userDrawn="1"/>
          </p:nvSpPr>
          <p:spPr bwMode="auto">
            <a:xfrm>
              <a:off x="-3502" y="820387"/>
              <a:ext cx="405154" cy="161328"/>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1" name="Freeform 68"/>
            <p:cNvSpPr>
              <a:spLocks/>
            </p:cNvSpPr>
            <p:nvPr userDrawn="1"/>
          </p:nvSpPr>
          <p:spPr bwMode="auto">
            <a:xfrm>
              <a:off x="-3502" y="767221"/>
              <a:ext cx="405154" cy="146662"/>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2" name="Freeform 69"/>
            <p:cNvSpPr>
              <a:spLocks/>
            </p:cNvSpPr>
            <p:nvPr userDrawn="1"/>
          </p:nvSpPr>
          <p:spPr bwMode="auto">
            <a:xfrm>
              <a:off x="-3502" y="714057"/>
              <a:ext cx="405154" cy="131995"/>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3" name="Freeform 70"/>
            <p:cNvSpPr>
              <a:spLocks/>
            </p:cNvSpPr>
            <p:nvPr userDrawn="1"/>
          </p:nvSpPr>
          <p:spPr bwMode="auto">
            <a:xfrm>
              <a:off x="-3502" y="660892"/>
              <a:ext cx="405154" cy="124662"/>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4" name="Freeform 71"/>
            <p:cNvSpPr>
              <a:spLocks/>
            </p:cNvSpPr>
            <p:nvPr userDrawn="1"/>
          </p:nvSpPr>
          <p:spPr bwMode="auto">
            <a:xfrm>
              <a:off x="-3502" y="657225"/>
              <a:ext cx="328157" cy="64165"/>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grpSp>
      <p:sp>
        <p:nvSpPr>
          <p:cNvPr id="75" name="Picture Placeholder 4"/>
          <p:cNvSpPr>
            <a:spLocks noGrp="1"/>
          </p:cNvSpPr>
          <p:nvPr>
            <p:ph type="pic" sz="quarter" idx="11" hasCustomPrompt="1"/>
          </p:nvPr>
        </p:nvSpPr>
        <p:spPr>
          <a:xfrm>
            <a:off x="5270500" y="0"/>
            <a:ext cx="69215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735931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or billede venst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1" y="0"/>
            <a:ext cx="7427914"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8031878" y="957753"/>
            <a:ext cx="3879477" cy="1987748"/>
          </a:xfrm>
        </p:spPr>
        <p:txBody>
          <a:bodyPr/>
          <a:lstStyle>
            <a:lvl1pPr>
              <a:defRPr sz="3600"/>
            </a:lvl1pPr>
          </a:lstStyle>
          <a:p>
            <a:r>
              <a:rPr lang="en-US"/>
              <a:t>KLIK HER FOR AT ÆNDRE TITEL</a:t>
            </a:r>
            <a:endParaRPr lang="en-US" dirty="0"/>
          </a:p>
        </p:txBody>
      </p:sp>
      <p:sp>
        <p:nvSpPr>
          <p:cNvPr id="7" name="Pladsholder til tekst 3"/>
          <p:cNvSpPr>
            <a:spLocks noGrp="1"/>
          </p:cNvSpPr>
          <p:nvPr>
            <p:ph type="body" sz="quarter" idx="12" hasCustomPrompt="1"/>
          </p:nvPr>
        </p:nvSpPr>
        <p:spPr>
          <a:xfrm>
            <a:off x="8031879" y="3199593"/>
            <a:ext cx="3588621" cy="2982722"/>
          </a:xfrm>
        </p:spPr>
        <p:txBody>
          <a:bodyPr/>
          <a:lstStyle>
            <a:lvl1pPr marL="285750" indent="-285750">
              <a:lnSpc>
                <a:spcPct val="100000"/>
              </a:lnSpc>
              <a:spcBef>
                <a:spcPts val="600"/>
              </a:spcBef>
              <a:buFontTx/>
              <a:buBlip>
                <a:blip r:embed="rId2"/>
              </a:buBlip>
              <a:defRPr sz="1600" baseline="0"/>
            </a:lvl1pPr>
          </a:lstStyle>
          <a:p>
            <a:pPr lvl="0"/>
            <a:r>
              <a:rPr lang="da-DK"/>
              <a:t>Indsæt bullets</a:t>
            </a:r>
            <a:endParaRPr lang="da-DK" dirty="0"/>
          </a:p>
          <a:p>
            <a:pPr lvl="0"/>
            <a:endParaRPr lang="da-DK" dirty="0"/>
          </a:p>
          <a:p>
            <a:pPr lvl="0"/>
            <a:endParaRPr lang="da-DK" dirty="0"/>
          </a:p>
        </p:txBody>
      </p:sp>
      <p:grpSp>
        <p:nvGrpSpPr>
          <p:cNvPr id="8" name="Gruppe 7"/>
          <p:cNvGrpSpPr/>
          <p:nvPr userDrawn="1"/>
        </p:nvGrpSpPr>
        <p:grpSpPr>
          <a:xfrm>
            <a:off x="7427913" y="1288619"/>
            <a:ext cx="405154" cy="1182460"/>
            <a:chOff x="320675" y="2816225"/>
            <a:chExt cx="350838" cy="1023938"/>
          </a:xfrm>
          <a:solidFill>
            <a:schemeClr val="tx1"/>
          </a:solidFill>
        </p:grpSpPr>
        <p:sp>
          <p:nvSpPr>
            <p:cNvPr id="9"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0"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1"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2"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3"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6"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5"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6"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7"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Tree>
    <p:extLst>
      <p:ext uri="{BB962C8B-B14F-4D97-AF65-F5344CB8AC3E}">
        <p14:creationId xmlns:p14="http://schemas.microsoft.com/office/powerpoint/2010/main" val="1468601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x billeder høj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9" name="Picture Placeholder 4"/>
          <p:cNvSpPr>
            <a:spLocks noGrp="1"/>
          </p:cNvSpPr>
          <p:nvPr>
            <p:ph type="pic" sz="quarter" idx="14" hasCustomPrompt="1"/>
          </p:nvPr>
        </p:nvSpPr>
        <p:spPr>
          <a:xfrm>
            <a:off x="7427912" y="3492500"/>
            <a:ext cx="4764087" cy="33601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0" name="Title 4"/>
          <p:cNvSpPr>
            <a:spLocks noGrp="1"/>
          </p:cNvSpPr>
          <p:nvPr>
            <p:ph type="title" hasCustomPrompt="1"/>
          </p:nvPr>
        </p:nvSpPr>
        <p:spPr>
          <a:xfrm>
            <a:off x="587374" y="357948"/>
            <a:ext cx="4542975" cy="1486727"/>
          </a:xfrm>
        </p:spPr>
        <p:txBody>
          <a:bodyPr/>
          <a:lstStyle>
            <a:lvl1pPr>
              <a:defRPr sz="3600"/>
            </a:lvl1pPr>
          </a:lstStyle>
          <a:p>
            <a:r>
              <a:rPr lang="en-US"/>
              <a:t>KLIK HER FOR AT ÆNDRE TITEL</a:t>
            </a:r>
            <a:endParaRPr lang="en-US" dirty="0"/>
          </a:p>
        </p:txBody>
      </p:sp>
      <p:sp>
        <p:nvSpPr>
          <p:cNvPr id="7" name="Pladsholder til tekst 3"/>
          <p:cNvSpPr>
            <a:spLocks noGrp="1"/>
          </p:cNvSpPr>
          <p:nvPr>
            <p:ph type="body" sz="quarter" idx="15" hasCustomPrompt="1"/>
          </p:nvPr>
        </p:nvSpPr>
        <p:spPr>
          <a:xfrm>
            <a:off x="587375" y="2127154"/>
            <a:ext cx="4542974" cy="3575409"/>
          </a:xfrm>
        </p:spPr>
        <p:txBody>
          <a:bodyPr/>
          <a:lstStyle>
            <a:lvl1pPr marL="285750" indent="-285750">
              <a:lnSpc>
                <a:spcPct val="100000"/>
              </a:lnSpc>
              <a:spcBef>
                <a:spcPts val="600"/>
              </a:spcBef>
              <a:buFontTx/>
              <a:buBlip>
                <a:blip r:embed="rId2"/>
              </a:buBlip>
              <a:defRPr sz="1600" baseline="0"/>
            </a:lvl1pPr>
          </a:lstStyle>
          <a:p>
            <a:pPr lvl="0"/>
            <a:r>
              <a:rPr lang="da-DK"/>
              <a:t>Indsæt </a:t>
            </a:r>
            <a:r>
              <a:rPr lang="da-DK" dirty="0" err="1"/>
              <a:t>bullets</a:t>
            </a:r>
            <a:endParaRPr lang="da-DK" dirty="0"/>
          </a:p>
          <a:p>
            <a:pPr lvl="0"/>
            <a:endParaRPr lang="da-DK" dirty="0"/>
          </a:p>
          <a:p>
            <a:pPr lvl="0"/>
            <a:endParaRPr lang="da-DK" dirty="0"/>
          </a:p>
        </p:txBody>
      </p:sp>
      <p:sp>
        <p:nvSpPr>
          <p:cNvPr id="11" name="Picture Placeholder 4"/>
          <p:cNvSpPr>
            <a:spLocks noGrp="1"/>
          </p:cNvSpPr>
          <p:nvPr>
            <p:ph type="pic" sz="quarter" idx="16" hasCustomPrompt="1"/>
          </p:nvPr>
        </p:nvSpPr>
        <p:spPr>
          <a:xfrm>
            <a:off x="7427912" y="0"/>
            <a:ext cx="4764087" cy="33601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6119794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å layout højre">
    <p:spTree>
      <p:nvGrpSpPr>
        <p:cNvPr id="1" name=""/>
        <p:cNvGrpSpPr/>
        <p:nvPr/>
      </p:nvGrpSpPr>
      <p:grpSpPr>
        <a:xfrm>
          <a:off x="0" y="0"/>
          <a:ext cx="0" cy="0"/>
          <a:chOff x="0" y="0"/>
          <a:chExt cx="0" cy="0"/>
        </a:xfrm>
      </p:grpSpPr>
      <p:sp>
        <p:nvSpPr>
          <p:cNvPr id="26" name="Rectangle 6"/>
          <p:cNvSpPr/>
          <p:nvPr userDrawn="1"/>
        </p:nvSpPr>
        <p:spPr>
          <a:xfrm>
            <a:off x="7427913" y="0"/>
            <a:ext cx="476408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8" name="Pladsholder til tekst 3"/>
          <p:cNvSpPr>
            <a:spLocks noGrp="1"/>
          </p:cNvSpPr>
          <p:nvPr>
            <p:ph type="body" sz="quarter" idx="17" hasCustomPrompt="1"/>
          </p:nvPr>
        </p:nvSpPr>
        <p:spPr>
          <a:xfrm>
            <a:off x="8027662" y="2927417"/>
            <a:ext cx="3673420" cy="3222624"/>
          </a:xfrm>
        </p:spPr>
        <p:txBody>
          <a:bodyPr/>
          <a:lstStyle>
            <a:lvl1pPr marL="285750" indent="-285750">
              <a:buFontTx/>
              <a:buBlip>
                <a:blip r:embed="rId2"/>
              </a:buBlip>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dirty="0" err="1"/>
              <a:t>Insert</a:t>
            </a:r>
            <a:r>
              <a:rPr lang="da-DK" dirty="0"/>
              <a:t> </a:t>
            </a:r>
            <a:r>
              <a:rPr lang="da-DK" dirty="0" err="1"/>
              <a:t>text</a:t>
            </a:r>
            <a:r>
              <a:rPr lang="da-DK" dirty="0"/>
              <a:t> </a:t>
            </a:r>
            <a:r>
              <a:rPr lang="da-DK" dirty="0" err="1"/>
              <a:t>here</a:t>
            </a:r>
            <a:endParaRPr lang="da-DK" dirty="0"/>
          </a:p>
        </p:txBody>
      </p:sp>
      <p:sp>
        <p:nvSpPr>
          <p:cNvPr id="3" name="Slide Number Placeholder 2"/>
          <p:cNvSpPr>
            <a:spLocks noGrp="1"/>
          </p:cNvSpPr>
          <p:nvPr>
            <p:ph type="sldNum" sz="quarter" idx="10"/>
          </p:nvPr>
        </p:nvSpPr>
        <p:spPr/>
        <p:txBody>
          <a:bodyPr/>
          <a:lstStyle>
            <a:lvl1pPr>
              <a:defRPr>
                <a:solidFill>
                  <a:schemeClr val="bg1">
                    <a:alpha val="70000"/>
                  </a:schemeClr>
                </a:solidFill>
              </a:defRPr>
            </a:lvl1pPr>
          </a:lstStyle>
          <a:p>
            <a:fld id="{D8D877B3-D348-4611-9BDB-C5374591D951}" type="slidenum">
              <a:rPr lang="en-US" smtClean="0"/>
              <a:pPr/>
              <a:t>‹#›</a:t>
            </a:fld>
            <a:endParaRPr lang="en-US" dirty="0"/>
          </a:p>
        </p:txBody>
      </p:sp>
      <p:grpSp>
        <p:nvGrpSpPr>
          <p:cNvPr id="5" name="Gruppe 4"/>
          <p:cNvGrpSpPr/>
          <p:nvPr userDrawn="1"/>
        </p:nvGrpSpPr>
        <p:grpSpPr>
          <a:xfrm>
            <a:off x="7427914" y="1288619"/>
            <a:ext cx="405154" cy="1182460"/>
            <a:chOff x="320675" y="2816225"/>
            <a:chExt cx="350838" cy="1023938"/>
          </a:xfrm>
          <a:solidFill>
            <a:schemeClr val="bg1"/>
          </a:solidFill>
        </p:grpSpPr>
        <p:sp>
          <p:nvSpPr>
            <p:cNvPr id="6"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8"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9"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0"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1"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2"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3"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6"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29" name="Gruppe 28"/>
          <p:cNvGrpSpPr/>
          <p:nvPr userDrawn="1"/>
        </p:nvGrpSpPr>
        <p:grpSpPr>
          <a:xfrm>
            <a:off x="5466450" y="6027162"/>
            <a:ext cx="1272706" cy="669100"/>
            <a:chOff x="5387975" y="5659438"/>
            <a:chExt cx="1573213" cy="827087"/>
          </a:xfrm>
        </p:grpSpPr>
        <p:grpSp>
          <p:nvGrpSpPr>
            <p:cNvPr id="30" name="Gruppe 29"/>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1" name="Gruppe 30"/>
            <p:cNvGrpSpPr/>
            <p:nvPr userDrawn="1"/>
          </p:nvGrpSpPr>
          <p:grpSpPr>
            <a:xfrm>
              <a:off x="5880100" y="5659438"/>
              <a:ext cx="511175" cy="544512"/>
              <a:chOff x="5880100" y="5659438"/>
              <a:chExt cx="511175" cy="544512"/>
            </a:xfrm>
            <a:solidFill>
              <a:schemeClr val="tx1"/>
            </a:solidFill>
          </p:grpSpPr>
          <p:sp>
            <p:nvSpPr>
              <p:cNvPr id="32"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53" name="Title 4"/>
          <p:cNvSpPr>
            <a:spLocks noGrp="1"/>
          </p:cNvSpPr>
          <p:nvPr>
            <p:ph type="title" hasCustomPrompt="1"/>
          </p:nvPr>
        </p:nvSpPr>
        <p:spPr>
          <a:xfrm>
            <a:off x="8027663" y="943460"/>
            <a:ext cx="3673419" cy="1860884"/>
          </a:xfrm>
        </p:spPr>
        <p:txBody>
          <a:bodyPr/>
          <a:lstStyle>
            <a:lvl1pPr>
              <a:defRPr sz="3600">
                <a:solidFill>
                  <a:schemeClr val="bg1"/>
                </a:solidFill>
              </a:defRPr>
            </a:lvl1pPr>
          </a:lstStyle>
          <a:p>
            <a:r>
              <a:rPr lang="en-US"/>
              <a:t>KLIK HER FOR AT ÆNDRE TITEL</a:t>
            </a:r>
            <a:endParaRPr lang="en-US" dirty="0"/>
          </a:p>
        </p:txBody>
      </p:sp>
    </p:spTree>
    <p:extLst>
      <p:ext uri="{BB962C8B-B14F-4D97-AF65-F5344CB8AC3E}">
        <p14:creationId xmlns:p14="http://schemas.microsoft.com/office/powerpoint/2010/main" val="38584364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 x billede venst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accent1">
                    <a:alpha val="70000"/>
                  </a:schemeClr>
                </a:solidFill>
              </a:defRPr>
            </a:lvl1pPr>
          </a:lstStyle>
          <a:p>
            <a:fld id="{D8D877B3-D348-4611-9BDB-C5374591D951}" type="slidenum">
              <a:rPr lang="en-US" smtClean="0"/>
              <a:pPr/>
              <a:t>‹#›</a:t>
            </a:fld>
            <a:endParaRPr lang="en-US" dirty="0"/>
          </a:p>
        </p:txBody>
      </p:sp>
      <p:grpSp>
        <p:nvGrpSpPr>
          <p:cNvPr id="29" name="Gruppe 28"/>
          <p:cNvGrpSpPr/>
          <p:nvPr userDrawn="1"/>
        </p:nvGrpSpPr>
        <p:grpSpPr>
          <a:xfrm>
            <a:off x="5466450" y="6027162"/>
            <a:ext cx="1272706" cy="669100"/>
            <a:chOff x="5387975" y="5659438"/>
            <a:chExt cx="1573213" cy="827087"/>
          </a:xfrm>
        </p:grpSpPr>
        <p:grpSp>
          <p:nvGrpSpPr>
            <p:cNvPr id="30" name="Gruppe 29"/>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1" name="Gruppe 30"/>
            <p:cNvGrpSpPr/>
            <p:nvPr userDrawn="1"/>
          </p:nvGrpSpPr>
          <p:grpSpPr>
            <a:xfrm>
              <a:off x="5880100" y="5659438"/>
              <a:ext cx="511175" cy="544512"/>
              <a:chOff x="5880100" y="5659438"/>
              <a:chExt cx="511175" cy="544512"/>
            </a:xfrm>
            <a:solidFill>
              <a:schemeClr val="tx1"/>
            </a:solidFill>
          </p:grpSpPr>
          <p:sp>
            <p:nvSpPr>
              <p:cNvPr id="32"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grpSp>
        <p:nvGrpSpPr>
          <p:cNvPr id="54" name="Gruppe 53"/>
          <p:cNvGrpSpPr/>
          <p:nvPr userDrawn="1"/>
        </p:nvGrpSpPr>
        <p:grpSpPr>
          <a:xfrm>
            <a:off x="4733281" y="657225"/>
            <a:ext cx="405154" cy="1182460"/>
            <a:chOff x="320675" y="2816225"/>
            <a:chExt cx="350838" cy="1023938"/>
          </a:xfrm>
          <a:solidFill>
            <a:schemeClr val="tx1"/>
          </a:solidFill>
        </p:grpSpPr>
        <p:sp>
          <p:nvSpPr>
            <p:cNvPr id="55"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6"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7"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8"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9"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0"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1"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2"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3"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4"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5"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6"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7"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8"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9"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0"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1"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2"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3"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
        <p:nvSpPr>
          <p:cNvPr id="74" name="Picture Placeholder 4"/>
          <p:cNvSpPr>
            <a:spLocks noGrp="1"/>
          </p:cNvSpPr>
          <p:nvPr>
            <p:ph type="pic" sz="quarter" idx="11" hasCustomPrompt="1"/>
          </p:nvPr>
        </p:nvSpPr>
        <p:spPr>
          <a:xfrm>
            <a:off x="-19951" y="0"/>
            <a:ext cx="4753232"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5" name="Title 4"/>
          <p:cNvSpPr>
            <a:spLocks noGrp="1"/>
          </p:cNvSpPr>
          <p:nvPr>
            <p:ph type="title" hasCustomPrompt="1"/>
          </p:nvPr>
        </p:nvSpPr>
        <p:spPr>
          <a:xfrm>
            <a:off x="5324157" y="359273"/>
            <a:ext cx="4490445" cy="1621619"/>
          </a:xfrm>
        </p:spPr>
        <p:txBody>
          <a:bodyPr/>
          <a:lstStyle>
            <a:lvl1pPr>
              <a:defRPr sz="3600"/>
            </a:lvl1pPr>
          </a:lstStyle>
          <a:p>
            <a:r>
              <a:rPr lang="en-US"/>
              <a:t>KLIK HER FOR AT ÆNDRE TITEL</a:t>
            </a:r>
            <a:endParaRPr lang="en-US" dirty="0"/>
          </a:p>
        </p:txBody>
      </p:sp>
      <p:sp>
        <p:nvSpPr>
          <p:cNvPr id="76" name="Pladsholder til tekst 3"/>
          <p:cNvSpPr>
            <a:spLocks noGrp="1"/>
          </p:cNvSpPr>
          <p:nvPr>
            <p:ph type="body" sz="quarter" idx="12" hasCustomPrompt="1"/>
          </p:nvPr>
        </p:nvSpPr>
        <p:spPr>
          <a:xfrm>
            <a:off x="5324158" y="2143359"/>
            <a:ext cx="4490445" cy="3752115"/>
          </a:xfrm>
        </p:spPr>
        <p:txBody>
          <a:bodyPr/>
          <a:lstStyle>
            <a:lvl1pPr marL="285750" indent="-285750">
              <a:lnSpc>
                <a:spcPct val="100000"/>
              </a:lnSpc>
              <a:spcBef>
                <a:spcPts val="600"/>
              </a:spcBef>
              <a:buFontTx/>
              <a:buBlip>
                <a:blip r:embed="rId2"/>
              </a:buBlip>
              <a:defRPr sz="1600" baseline="0"/>
            </a:lvl1pPr>
          </a:lstStyle>
          <a:p>
            <a:pPr lvl="0"/>
            <a:r>
              <a:rPr lang="da-DK"/>
              <a:t>Indsæt </a:t>
            </a:r>
            <a:r>
              <a:rPr lang="da-DK" dirty="0" err="1"/>
              <a:t>bullets</a:t>
            </a:r>
            <a:endParaRPr lang="da-DK" dirty="0"/>
          </a:p>
          <a:p>
            <a:pPr lvl="0"/>
            <a:endParaRPr lang="da-DK" dirty="0"/>
          </a:p>
          <a:p>
            <a:pPr lvl="0"/>
            <a:endParaRPr lang="da-DK" dirty="0"/>
          </a:p>
        </p:txBody>
      </p:sp>
    </p:spTree>
    <p:extLst>
      <p:ext uri="{BB962C8B-B14F-4D97-AF65-F5344CB8AC3E}">
        <p14:creationId xmlns:p14="http://schemas.microsoft.com/office/powerpoint/2010/main" val="1373375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87375" y="458583"/>
            <a:ext cx="9753600" cy="1386092"/>
          </a:xfrm>
          <a:prstGeom prst="rect">
            <a:avLst/>
          </a:prstGeom>
          <a:effectLst/>
        </p:spPr>
        <p:txBody>
          <a:bodyPr vert="horz" lIns="0" tIns="192024" rIns="0" bIns="0" rtlCol="0" anchor="t" anchorCtr="0">
            <a:noAutofit/>
          </a:bodyPr>
          <a:lstStyle/>
          <a:p>
            <a:r>
              <a:rPr lang="en-US" dirty="0"/>
              <a:t>YOUR TITLE HERE</a:t>
            </a:r>
          </a:p>
        </p:txBody>
      </p:sp>
      <p:sp>
        <p:nvSpPr>
          <p:cNvPr id="6" name="Номер слайда 21"/>
          <p:cNvSpPr>
            <a:spLocks noGrp="1"/>
          </p:cNvSpPr>
          <p:nvPr>
            <p:ph type="sldNum" sz="quarter" idx="4"/>
          </p:nvPr>
        </p:nvSpPr>
        <p:spPr>
          <a:xfrm>
            <a:off x="11173034" y="593223"/>
            <a:ext cx="861004"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r>
              <a:rPr lang="en-US" dirty="0"/>
              <a:t> of &lt;##&gt;</a:t>
            </a:r>
          </a:p>
        </p:txBody>
      </p:sp>
      <p:sp>
        <p:nvSpPr>
          <p:cNvPr id="11" name="Text Placeholder 10"/>
          <p:cNvSpPr>
            <a:spLocks noGrp="1"/>
          </p:cNvSpPr>
          <p:nvPr>
            <p:ph type="body" idx="1"/>
          </p:nvPr>
        </p:nvSpPr>
        <p:spPr>
          <a:xfrm>
            <a:off x="589650" y="2032831"/>
            <a:ext cx="9753600" cy="3110442"/>
          </a:xfrm>
          <a:prstGeom prst="rect">
            <a:avLst/>
          </a:prstGeom>
        </p:spPr>
        <p:txBody>
          <a:bodyPr vert="horz" lIns="0" tIns="45720" rIns="0" bIns="45720" rtlCol="0">
            <a:normAutofit/>
          </a:bodyPr>
          <a:lstStyle/>
          <a:p>
            <a:pPr lvl="0"/>
            <a:r>
              <a:rPr lang="en-US" dirty="0"/>
              <a:t>Click to edit master text styles</a:t>
            </a:r>
          </a:p>
          <a:p>
            <a:pPr lvl="1"/>
            <a:r>
              <a:rPr lang="en-US"/>
              <a:t>Second level</a:t>
            </a:r>
          </a:p>
          <a:p>
            <a:pPr lvl="2"/>
            <a:r>
              <a:rPr lang="en-US"/>
              <a:t>Third level</a:t>
            </a:r>
          </a:p>
          <a:p>
            <a:pPr lvl="3"/>
            <a:r>
              <a:rPr lang="en-US"/>
              <a:t>Fourth level</a:t>
            </a:r>
            <a:endParaRPr lang="en-US" dirty="0"/>
          </a:p>
        </p:txBody>
      </p:sp>
      <p:grpSp>
        <p:nvGrpSpPr>
          <p:cNvPr id="58" name="Gruppe 57"/>
          <p:cNvGrpSpPr/>
          <p:nvPr userDrawn="1"/>
        </p:nvGrpSpPr>
        <p:grpSpPr>
          <a:xfrm>
            <a:off x="5466450" y="6027162"/>
            <a:ext cx="1272706" cy="669100"/>
            <a:chOff x="5387975" y="5659438"/>
            <a:chExt cx="1573213" cy="827087"/>
          </a:xfrm>
        </p:grpSpPr>
        <p:grpSp>
          <p:nvGrpSpPr>
            <p:cNvPr id="56" name="Gruppe 55"/>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57" name="Gruppe 56"/>
            <p:cNvGrpSpPr/>
            <p:nvPr userDrawn="1"/>
          </p:nvGrpSpPr>
          <p:grpSpPr>
            <a:xfrm>
              <a:off x="5880100" y="5659438"/>
              <a:ext cx="511175" cy="544512"/>
              <a:chOff x="5880100" y="5659438"/>
              <a:chExt cx="511175" cy="544512"/>
            </a:xfrm>
            <a:solidFill>
              <a:schemeClr val="tx1"/>
            </a:solidFill>
          </p:grpSpPr>
          <p:sp>
            <p:nvSpPr>
              <p:cNvPr id="5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grpSp>
        <p:nvGrpSpPr>
          <p:cNvPr id="81" name="Gruppe 80"/>
          <p:cNvGrpSpPr/>
          <p:nvPr userDrawn="1"/>
        </p:nvGrpSpPr>
        <p:grpSpPr>
          <a:xfrm>
            <a:off x="-3502" y="657225"/>
            <a:ext cx="405154" cy="1182460"/>
            <a:chOff x="320675" y="2816225"/>
            <a:chExt cx="350838" cy="1023938"/>
          </a:xfrm>
          <a:solidFill>
            <a:schemeClr val="tx1"/>
          </a:solidFill>
        </p:grpSpPr>
        <p:sp>
          <p:nvSpPr>
            <p:cNvPr id="62"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3"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4"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5"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6"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7"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8"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9"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0"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1"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2"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3"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4"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5"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6"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7"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8"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9"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80"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55" r:id="rId1"/>
    <p:sldLayoutId id="2147484019" r:id="rId2"/>
    <p:sldLayoutId id="2147484053" r:id="rId3"/>
    <p:sldLayoutId id="2147484008" r:id="rId4"/>
    <p:sldLayoutId id="2147484056" r:id="rId5"/>
    <p:sldLayoutId id="2147484022" r:id="rId6"/>
    <p:sldLayoutId id="2147484011" r:id="rId7"/>
    <p:sldLayoutId id="2147484014" r:id="rId8"/>
    <p:sldLayoutId id="2147484020" r:id="rId9"/>
    <p:sldLayoutId id="2147484051" r:id="rId10"/>
    <p:sldLayoutId id="2147484028" r:id="rId11"/>
    <p:sldLayoutId id="2147484032" r:id="rId12"/>
    <p:sldLayoutId id="2147484052" r:id="rId13"/>
    <p:sldLayoutId id="2147484054" r:id="rId14"/>
  </p:sldLayoutIdLst>
  <p:hf hdr="0" ftr="0" dt="0"/>
  <p:txStyles>
    <p:titleStyle>
      <a:lvl1pPr algn="l" defTabSz="914318" rtl="0" eaLnBrk="1" latinLnBrk="0" hangingPunct="1">
        <a:lnSpc>
          <a:spcPct val="100000"/>
        </a:lnSpc>
        <a:spcBef>
          <a:spcPct val="0"/>
        </a:spcBef>
        <a:buNone/>
        <a:defRPr sz="3600" b="1" kern="1200" spc="300" baseline="0">
          <a:solidFill>
            <a:schemeClr val="tx1"/>
          </a:solidFill>
          <a:latin typeface="+mn-lt"/>
          <a:ea typeface="+mj-ea"/>
          <a:cs typeface="+mj-cs"/>
        </a:defRPr>
      </a:lvl1pPr>
    </p:titleStyle>
    <p:bodyStyle>
      <a:lvl1pPr marL="285750" indent="-285750" algn="l" defTabSz="914318" rtl="0" eaLnBrk="1" latinLnBrk="0" hangingPunct="1">
        <a:lnSpc>
          <a:spcPct val="120000"/>
        </a:lnSpc>
        <a:spcBef>
          <a:spcPts val="1000"/>
        </a:spcBef>
        <a:buFontTx/>
        <a:buBlip>
          <a:blip r:embed="rId16"/>
        </a:buBlip>
        <a:defRPr sz="1600" kern="1200" spc="0">
          <a:solidFill>
            <a:schemeClr val="tx1"/>
          </a:solidFill>
          <a:latin typeface="+mn-lt"/>
          <a:ea typeface="+mn-ea"/>
          <a:cs typeface="+mn-cs"/>
        </a:defRPr>
      </a:lvl1pPr>
      <a:lvl2pPr marL="623888" indent="-285750" algn="l" defTabSz="914318" rtl="0" eaLnBrk="1" latinLnBrk="0" hangingPunct="1">
        <a:lnSpc>
          <a:spcPct val="120000"/>
        </a:lnSpc>
        <a:spcBef>
          <a:spcPts val="499"/>
        </a:spcBef>
        <a:buFontTx/>
        <a:buBlip>
          <a:blip r:embed="rId16"/>
        </a:buBlip>
        <a:defRPr sz="1400" kern="1200">
          <a:solidFill>
            <a:schemeClr val="tx1"/>
          </a:solidFill>
          <a:latin typeface="+mn-lt"/>
          <a:ea typeface="+mn-ea"/>
          <a:cs typeface="+mn-cs"/>
        </a:defRPr>
      </a:lvl2pPr>
      <a:lvl3pPr marL="806450" indent="-171450" algn="l" defTabSz="914318" rtl="0" eaLnBrk="1" latinLnBrk="0" hangingPunct="1">
        <a:lnSpc>
          <a:spcPct val="120000"/>
        </a:lnSpc>
        <a:spcBef>
          <a:spcPts val="499"/>
        </a:spcBef>
        <a:buFontTx/>
        <a:buBlip>
          <a:blip r:embed="rId17"/>
        </a:buBlip>
        <a:tabLst>
          <a:tab pos="898525" algn="l"/>
        </a:tabLst>
        <a:defRPr sz="1200" kern="1200">
          <a:solidFill>
            <a:schemeClr val="tx1"/>
          </a:solidFill>
          <a:latin typeface="+mn-lt"/>
          <a:ea typeface="+mn-ea"/>
          <a:cs typeface="+mn-cs"/>
        </a:defRPr>
      </a:lvl3pPr>
      <a:lvl4pPr marL="1071563" indent="-171450" algn="l" defTabSz="914318" rtl="0" eaLnBrk="1" latinLnBrk="0" hangingPunct="1">
        <a:lnSpc>
          <a:spcPct val="120000"/>
        </a:lnSpc>
        <a:spcBef>
          <a:spcPts val="499"/>
        </a:spcBef>
        <a:buFontTx/>
        <a:buBlip>
          <a:blip r:embed="rId17"/>
        </a:buBlip>
        <a:defRPr sz="1000" kern="1200">
          <a:solidFill>
            <a:schemeClr val="tx1">
              <a:alpha val="70000"/>
            </a:schemeClr>
          </a:solidFill>
          <a:latin typeface="+mn-lt"/>
          <a:ea typeface="+mn-ea"/>
          <a:cs typeface="+mn-cs"/>
        </a:defRPr>
      </a:lvl4pPr>
      <a:lvl5pPr marL="1071563" indent="-171450" algn="l" defTabSz="914318" rtl="0" eaLnBrk="1" latinLnBrk="0" hangingPunct="1">
        <a:lnSpc>
          <a:spcPct val="120000"/>
        </a:lnSpc>
        <a:spcBef>
          <a:spcPts val="499"/>
        </a:spcBef>
        <a:buFontTx/>
        <a:buBlip>
          <a:blip r:embed="rId17"/>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F26B43"/>
          </p15:clr>
        </p15:guide>
        <p15:guide id="1" orient="horz" pos="1162" userDrawn="1">
          <p15:clr>
            <a:srgbClr val="F26B43"/>
          </p15:clr>
        </p15:guide>
        <p15:guide id="28" pos="370" userDrawn="1">
          <p15:clr>
            <a:srgbClr val="F26B43"/>
          </p15:clr>
        </p15:guide>
        <p15:guide id="29" pos="7320" userDrawn="1">
          <p15:clr>
            <a:srgbClr val="F26B43"/>
          </p15:clr>
        </p15:guide>
        <p15:guide id="48" pos="1141" userDrawn="1">
          <p15:clr>
            <a:srgbClr val="F26B43"/>
          </p15:clr>
        </p15:guide>
        <p15:guide id="51" orient="horz" pos="414" userDrawn="1">
          <p15:clr>
            <a:srgbClr val="F26B43"/>
          </p15:clr>
        </p15:guide>
        <p15:guide id="52" pos="4339" userDrawn="1">
          <p15:clr>
            <a:srgbClr val="F26B43"/>
          </p15:clr>
        </p15:guide>
        <p15:guide id="53" pos="467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onecompiler.com/c" TargetMode="External"/><Relationship Id="rId3" Type="http://schemas.openxmlformats.org/officeDocument/2006/relationships/hyperlink" Target="https://www.gnu.org/software/gnu-c-manual/gnu-c-manual.pdf" TargetMode="External"/><Relationship Id="rId7" Type="http://schemas.openxmlformats.org/officeDocument/2006/relationships/hyperlink" Target="https://www.programiz.com/c-programming/" TargetMode="External"/><Relationship Id="rId12" Type="http://schemas.openxmlformats.org/officeDocument/2006/relationships/image" Target="../media/image10.png"/><Relationship Id="rId2" Type="http://schemas.openxmlformats.org/officeDocument/2006/relationships/hyperlink" Target="https://manual.cs50.io/" TargetMode="External"/><Relationship Id="rId1" Type="http://schemas.openxmlformats.org/officeDocument/2006/relationships/slideLayout" Target="../slideLayouts/slideLayout7.xml"/><Relationship Id="rId6" Type="http://schemas.openxmlformats.org/officeDocument/2006/relationships/hyperlink" Target="https://www.w3schools.com/c/index.php" TargetMode="External"/><Relationship Id="rId11" Type="http://schemas.openxmlformats.org/officeDocument/2006/relationships/image" Target="../media/image9.png"/><Relationship Id="rId5" Type="http://schemas.openxmlformats.org/officeDocument/2006/relationships/hyperlink" Target="https://www.programiz.com/" TargetMode="External"/><Relationship Id="rId10" Type="http://schemas.openxmlformats.org/officeDocument/2006/relationships/hyperlink" Target="http://draw.io/" TargetMode="External"/><Relationship Id="rId4" Type="http://schemas.openxmlformats.org/officeDocument/2006/relationships/hyperlink" Target="https://en.cppreference.com/w/c" TargetMode="External"/><Relationship Id="rId9" Type="http://schemas.openxmlformats.org/officeDocument/2006/relationships/hyperlink" Target="https://www.arduino.cc/reference/e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www.lilygo.cc/products/lilygo%C2%AE-ttgo-t-display-1-14-inch-lcd-esp32-control-board" TargetMode="External"/><Relationship Id="rId2" Type="http://schemas.openxmlformats.org/officeDocument/2006/relationships/hyperlink" Target="https://www.arduino.cc/reference/en/" TargetMode="Externa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hyperlink" Target="https://www.lilygo.cc/products/lilygo%C2%AE-ttgo-t-display-1-14-inch-lcd-esp32-control-board" TargetMode="External"/><Relationship Id="rId3" Type="http://schemas.openxmlformats.org/officeDocument/2006/relationships/diagramLayout" Target="../diagrams/layout2.xml"/><Relationship Id="rId7" Type="http://schemas.openxmlformats.org/officeDocument/2006/relationships/hyperlink" Target="https://www.arduino.cc/reference/en/" TargetMode="Externa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tutorialspoint.com/cprogramming/c_strings.htm"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tpcg.io/7PsA7PRR" TargetMode="Externa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8.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8.xml"/><Relationship Id="rId5" Type="http://schemas.openxmlformats.org/officeDocument/2006/relationships/image" Target="../media/image50.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www.tutorialspoint.com/cprogramming/c_assignment_operators.htm" TargetMode="External"/><Relationship Id="rId1" Type="http://schemas.openxmlformats.org/officeDocument/2006/relationships/slideLayout" Target="../slideLayouts/slideLayout8.xml"/><Relationship Id="rId4" Type="http://schemas.openxmlformats.org/officeDocument/2006/relationships/image" Target="../media/image52.png"/></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hyperlink" Target="https://www.tutorialspoint.com/cprogramming/c_relational_operators.htm" TargetMode="Externa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0.png"/><Relationship Id="rId1" Type="http://schemas.openxmlformats.org/officeDocument/2006/relationships/slideLayout" Target="../slideLayouts/slideLayout8.xml"/><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6.png"/><Relationship Id="rId1" Type="http://schemas.openxmlformats.org/officeDocument/2006/relationships/slideLayout" Target="../slideLayouts/slideLayout8.xml"/><Relationship Id="rId6" Type="http://schemas.openxmlformats.org/officeDocument/2006/relationships/hyperlink" Target="https://www.yworks.com/products/yed" TargetMode="External"/><Relationship Id="rId5" Type="http://schemas.openxmlformats.org/officeDocument/2006/relationships/image" Target="../media/image57.png"/><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ladsholder til billede 33"/>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a:stretch/>
        </p:blipFill>
        <p:spPr>
          <a:xfrm>
            <a:off x="0" y="0"/>
            <a:ext cx="12192000" cy="6858000"/>
          </a:xfrm>
        </p:spPr>
      </p:pic>
      <p:sp>
        <p:nvSpPr>
          <p:cNvPr id="4" name="Titel 3"/>
          <p:cNvSpPr>
            <a:spLocks noGrp="1"/>
          </p:cNvSpPr>
          <p:nvPr>
            <p:ph type="title"/>
          </p:nvPr>
        </p:nvSpPr>
        <p:spPr>
          <a:xfrm>
            <a:off x="2441575" y="3030537"/>
            <a:ext cx="7341129" cy="682275"/>
          </a:xfrm>
        </p:spPr>
        <p:txBody>
          <a:bodyPr/>
          <a:lstStyle/>
          <a:p>
            <a:r>
              <a:rPr lang="da-DK" dirty="0"/>
              <a:t>Programmering 4</a:t>
            </a:r>
          </a:p>
        </p:txBody>
      </p:sp>
      <p:sp>
        <p:nvSpPr>
          <p:cNvPr id="7" name="Pladsholder til tekst 6"/>
          <p:cNvSpPr>
            <a:spLocks noGrp="1"/>
          </p:cNvSpPr>
          <p:nvPr>
            <p:ph type="body" sz="quarter" idx="12"/>
          </p:nvPr>
        </p:nvSpPr>
        <p:spPr>
          <a:xfrm>
            <a:off x="2457923" y="4216244"/>
            <a:ext cx="7341129" cy="412750"/>
          </a:xfrm>
        </p:spPr>
        <p:txBody>
          <a:bodyPr/>
          <a:lstStyle/>
          <a:p>
            <a:r>
              <a:rPr lang="da-DK" dirty="0"/>
              <a:t>Selektive kontrolstrukturer</a:t>
            </a:r>
          </a:p>
        </p:txBody>
      </p:sp>
      <p:grpSp>
        <p:nvGrpSpPr>
          <p:cNvPr id="10" name="Gruppe 9"/>
          <p:cNvGrpSpPr/>
          <p:nvPr/>
        </p:nvGrpSpPr>
        <p:grpSpPr>
          <a:xfrm>
            <a:off x="5466450" y="6027162"/>
            <a:ext cx="1272706" cy="669100"/>
            <a:chOff x="5387975" y="5659438"/>
            <a:chExt cx="1573213" cy="827087"/>
          </a:xfrm>
          <a:solidFill>
            <a:schemeClr val="bg1"/>
          </a:solidFill>
        </p:grpSpPr>
        <p:grpSp>
          <p:nvGrpSpPr>
            <p:cNvPr id="11" name="Gruppe 10"/>
            <p:cNvGrpSpPr/>
            <p:nvPr userDrawn="1"/>
          </p:nvGrpSpPr>
          <p:grpSpPr>
            <a:xfrm>
              <a:off x="5387975" y="6407150"/>
              <a:ext cx="1573213" cy="79375"/>
              <a:chOff x="5387975" y="6407150"/>
              <a:chExt cx="1573213" cy="79375"/>
            </a:xfrm>
            <a:grpFill/>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30"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31"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32"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33"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grpSp>
        <p:grpSp>
          <p:nvGrpSpPr>
            <p:cNvPr id="12" name="Gruppe 11"/>
            <p:cNvGrpSpPr/>
            <p:nvPr userDrawn="1"/>
          </p:nvGrpSpPr>
          <p:grpSpPr>
            <a:xfrm>
              <a:off x="5880100" y="5659438"/>
              <a:ext cx="511175" cy="544512"/>
              <a:chOff x="5880100" y="5659438"/>
              <a:chExt cx="511175" cy="544512"/>
            </a:xfrm>
            <a:grp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dirty="0"/>
              </a:p>
            </p:txBody>
          </p:sp>
        </p:grpSp>
      </p:grpSp>
      <p:sp>
        <p:nvSpPr>
          <p:cNvPr id="2" name="TextBox 1">
            <a:extLst>
              <a:ext uri="{FF2B5EF4-FFF2-40B4-BE49-F238E27FC236}">
                <a16:creationId xmlns:a16="http://schemas.microsoft.com/office/drawing/2014/main" id="{2AE54174-1567-90D1-9645-9CD017CB4834}"/>
              </a:ext>
            </a:extLst>
          </p:cNvPr>
          <p:cNvSpPr txBox="1"/>
          <p:nvPr/>
        </p:nvSpPr>
        <p:spPr>
          <a:xfrm>
            <a:off x="2441575" y="3595196"/>
            <a:ext cx="7341128" cy="369332"/>
          </a:xfrm>
          <a:prstGeom prst="rect">
            <a:avLst/>
          </a:prstGeom>
          <a:solidFill>
            <a:schemeClr val="bg1"/>
          </a:solidFill>
        </p:spPr>
        <p:txBody>
          <a:bodyPr wrap="square" rtlCol="0">
            <a:spAutoFit/>
          </a:bodyPr>
          <a:ls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ctr"/>
            <a:r>
              <a:rPr lang="da-DK" dirty="0"/>
              <a:t>02-09-2024</a:t>
            </a:r>
            <a:endParaRPr lang="en-DK" dirty="0"/>
          </a:p>
        </p:txBody>
      </p:sp>
    </p:spTree>
    <p:extLst>
      <p:ext uri="{BB962C8B-B14F-4D97-AF65-F5344CB8AC3E}">
        <p14:creationId xmlns:p14="http://schemas.microsoft.com/office/powerpoint/2010/main" val="2290672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4EA306B7-62FC-4894-83E6-7D0D8E659226}"/>
              </a:ext>
            </a:extLst>
          </p:cNvPr>
          <p:cNvSpPr>
            <a:spLocks noGrp="1"/>
          </p:cNvSpPr>
          <p:nvPr>
            <p:ph type="title"/>
          </p:nvPr>
        </p:nvSpPr>
        <p:spPr>
          <a:xfrm>
            <a:off x="587374" y="367628"/>
            <a:ext cx="5668383" cy="1621619"/>
          </a:xfrm>
        </p:spPr>
        <p:txBody>
          <a:bodyPr/>
          <a:lstStyle/>
          <a:p>
            <a:r>
              <a:rPr lang="da-DK" dirty="0"/>
              <a:t>Forslag til lærebog</a:t>
            </a:r>
            <a:endParaRPr lang="en-US" dirty="0"/>
          </a:p>
        </p:txBody>
      </p:sp>
      <p:sp>
        <p:nvSpPr>
          <p:cNvPr id="10" name="Pladsholder til tekst 9">
            <a:extLst>
              <a:ext uri="{FF2B5EF4-FFF2-40B4-BE49-F238E27FC236}">
                <a16:creationId xmlns:a16="http://schemas.microsoft.com/office/drawing/2014/main" id="{F5A0C792-9410-46FC-8094-5BC6B7A2FFBD}"/>
              </a:ext>
            </a:extLst>
          </p:cNvPr>
          <p:cNvSpPr>
            <a:spLocks noGrp="1"/>
          </p:cNvSpPr>
          <p:nvPr>
            <p:ph type="body" sz="quarter" idx="13"/>
          </p:nvPr>
        </p:nvSpPr>
        <p:spPr>
          <a:xfrm>
            <a:off x="587375" y="2262579"/>
            <a:ext cx="5353072" cy="4227793"/>
          </a:xfrm>
        </p:spPr>
        <p:txBody>
          <a:bodyPr>
            <a:normAutofit fontScale="47500" lnSpcReduction="20000"/>
          </a:bodyPr>
          <a:lstStyle/>
          <a:p>
            <a:pPr marL="0" indent="0">
              <a:buNone/>
            </a:pPr>
            <a:r>
              <a:rPr lang="da-DK" dirty="0"/>
              <a:t>Der findes et utal af online bøger og ligeledes online kursus materiale, der understøtter indlæringen af C. </a:t>
            </a:r>
          </a:p>
          <a:p>
            <a:pPr marL="0" indent="0">
              <a:buNone/>
            </a:pPr>
            <a:r>
              <a:rPr lang="da-DK" dirty="0"/>
              <a:t>Vi vil anvende flere af disse undervejs og der vil være sider at læse til de fleste kursusgange. </a:t>
            </a:r>
          </a:p>
          <a:p>
            <a:pPr marL="0" indent="0">
              <a:buNone/>
            </a:pPr>
            <a:r>
              <a:rPr lang="en-US" sz="1400" u="sng" dirty="0"/>
              <a:t>Resources</a:t>
            </a:r>
            <a:r>
              <a:rPr lang="en-US" sz="1400" dirty="0"/>
              <a:t>:</a:t>
            </a:r>
          </a:p>
          <a:p>
            <a:pPr>
              <a:buFont typeface="Arial" panose="020B0604020202020204" pitchFamily="34" charset="0"/>
              <a:buChar char="•"/>
            </a:pPr>
            <a:r>
              <a:rPr lang="en-US" sz="1400" dirty="0">
                <a:solidFill>
                  <a:srgbClr val="9B95D9"/>
                </a:solidFill>
                <a:hlinkClick r:id="rId2"/>
              </a:rPr>
              <a:t>https://cplusplus.com/reference/clibrary/</a:t>
            </a:r>
          </a:p>
          <a:p>
            <a:pPr>
              <a:buFont typeface="Arial" panose="020B0604020202020204" pitchFamily="34" charset="0"/>
              <a:buChar char="•"/>
            </a:pPr>
            <a:r>
              <a:rPr lang="en-US" sz="1400" dirty="0">
                <a:solidFill>
                  <a:srgbClr val="9B95D9"/>
                </a:solidFill>
                <a:hlinkClick r:id="rId2"/>
              </a:rPr>
              <a:t>https://manual.cs50.io/</a:t>
            </a:r>
            <a:endParaRPr lang="en-US" sz="1400" dirty="0">
              <a:solidFill>
                <a:srgbClr val="9B95D9"/>
              </a:solidFill>
            </a:endParaRPr>
          </a:p>
          <a:p>
            <a:pPr marL="285750" indent="-285750">
              <a:buFont typeface="Arial" panose="020B0604020202020204" pitchFamily="34" charset="0"/>
              <a:buChar char="•"/>
            </a:pPr>
            <a:r>
              <a:rPr lang="en-US" sz="1400" dirty="0">
                <a:solidFill>
                  <a:srgbClr val="9B95D9"/>
                </a:solidFill>
                <a:hlinkClick r:id="rId3"/>
              </a:rPr>
              <a:t>https://www.gnu.org/software/gnu-c-manual/gnu-c-manual.pdf</a:t>
            </a:r>
            <a:endParaRPr lang="en-US" sz="1400" dirty="0">
              <a:solidFill>
                <a:srgbClr val="9B95D9"/>
              </a:solidFill>
            </a:endParaRPr>
          </a:p>
          <a:p>
            <a:pPr marL="285750" indent="-285750">
              <a:buFont typeface="Arial" panose="020B0604020202020204" pitchFamily="34" charset="0"/>
              <a:buChar char="•"/>
            </a:pPr>
            <a:r>
              <a:rPr lang="en-US" sz="1400" dirty="0">
                <a:solidFill>
                  <a:srgbClr val="9B95D9"/>
                </a:solidFill>
                <a:hlinkClick r:id="rId4"/>
              </a:rPr>
              <a:t>https://en.cppreference.com/w/c</a:t>
            </a:r>
            <a:endParaRPr lang="en-US" sz="1400" dirty="0">
              <a:solidFill>
                <a:srgbClr val="9B95D9"/>
              </a:solidFill>
            </a:endParaRPr>
          </a:p>
          <a:p>
            <a:pPr lvl="1">
              <a:buFont typeface="Arial" panose="020B0604020202020204" pitchFamily="34" charset="0"/>
              <a:buChar char="•"/>
            </a:pPr>
            <a:r>
              <a:rPr lang="en-US" sz="1400" dirty="0">
                <a:solidFill>
                  <a:srgbClr val="9B95D9"/>
                </a:solidFill>
                <a:hlinkClick r:id="rId5"/>
              </a:rPr>
              <a:t>https://www.programiz.com/</a:t>
            </a:r>
            <a:endParaRPr lang="en-US" sz="1400" dirty="0">
              <a:solidFill>
                <a:srgbClr val="9B95D9"/>
              </a:solidFill>
            </a:endParaRPr>
          </a:p>
          <a:p>
            <a:pPr marL="0" indent="0">
              <a:buNone/>
            </a:pPr>
            <a:r>
              <a:rPr lang="en-US" sz="1400" u="sng" dirty="0" err="1"/>
              <a:t>Ekstra</a:t>
            </a:r>
            <a:r>
              <a:rPr lang="en-US" sz="1400" u="sng" dirty="0"/>
              <a:t> </a:t>
            </a:r>
            <a:r>
              <a:rPr lang="en-US" sz="1400" u="sng" dirty="0" err="1"/>
              <a:t>Opgaver</a:t>
            </a:r>
            <a:r>
              <a:rPr lang="en-US" sz="1400" dirty="0"/>
              <a:t>:</a:t>
            </a:r>
          </a:p>
          <a:p>
            <a:pPr marL="285750" indent="-285750">
              <a:buFont typeface="Arial" panose="020B0604020202020204" pitchFamily="34" charset="0"/>
              <a:buChar char="•"/>
            </a:pPr>
            <a:r>
              <a:rPr lang="en-US" sz="1400" dirty="0">
                <a:solidFill>
                  <a:srgbClr val="9B95D9"/>
                </a:solidFill>
                <a:hlinkClick r:id="rId6"/>
              </a:rPr>
              <a:t>https://www.w3schools.com/c/index.php</a:t>
            </a:r>
            <a:r>
              <a:rPr lang="en-US" sz="1400" dirty="0">
                <a:solidFill>
                  <a:srgbClr val="9B95D9"/>
                </a:solidFill>
              </a:rPr>
              <a:t> </a:t>
            </a:r>
          </a:p>
          <a:p>
            <a:pPr marL="285750" indent="-285750">
              <a:buFont typeface="Arial" panose="020B0604020202020204" pitchFamily="34" charset="0"/>
              <a:buChar char="•"/>
            </a:pPr>
            <a:r>
              <a:rPr lang="en-US" sz="1400" dirty="0">
                <a:solidFill>
                  <a:srgbClr val="9B95D9"/>
                </a:solidFill>
                <a:hlinkClick r:id="rId7"/>
              </a:rPr>
              <a:t>https://www.programiz.com/c-programming/</a:t>
            </a:r>
            <a:endParaRPr lang="en-US" sz="1400" dirty="0">
              <a:solidFill>
                <a:srgbClr val="9B95D9"/>
              </a:solidFill>
            </a:endParaRPr>
          </a:p>
          <a:p>
            <a:pPr marL="0" indent="0">
              <a:buNone/>
            </a:pPr>
            <a:r>
              <a:rPr lang="en-US" sz="1400" b="1" u="sng" dirty="0"/>
              <a:t>Online Compiler</a:t>
            </a:r>
            <a:r>
              <a:rPr lang="en-US" sz="1400" dirty="0"/>
              <a:t>:</a:t>
            </a:r>
          </a:p>
          <a:p>
            <a:pPr>
              <a:buFont typeface="Arial" panose="020B0604020202020204" pitchFamily="34" charset="0"/>
              <a:buChar char="•"/>
            </a:pPr>
            <a:r>
              <a:rPr lang="en-US" sz="1400" dirty="0">
                <a:solidFill>
                  <a:srgbClr val="9B95D9"/>
                </a:solidFill>
                <a:hlinkClick r:id="rId8"/>
              </a:rPr>
              <a:t>https://onecompiler.com/c</a:t>
            </a:r>
            <a:endParaRPr lang="en-US" sz="1400" dirty="0">
              <a:solidFill>
                <a:srgbClr val="9B95D9"/>
              </a:solidFill>
            </a:endParaRPr>
          </a:p>
          <a:p>
            <a:pPr marL="0" indent="0">
              <a:buNone/>
            </a:pPr>
            <a:r>
              <a:rPr lang="en-US" sz="1400" b="1" u="sng" dirty="0"/>
              <a:t>Arduino Reference:</a:t>
            </a:r>
          </a:p>
          <a:p>
            <a:pPr>
              <a:buFont typeface="Arial" panose="020B0604020202020204" pitchFamily="34" charset="0"/>
              <a:buChar char="•"/>
            </a:pPr>
            <a:r>
              <a:rPr lang="en-US" sz="1400" dirty="0">
                <a:hlinkClick r:id="rId9"/>
              </a:rPr>
              <a:t>https://www.arduino.cc/reference/en/</a:t>
            </a:r>
            <a:endParaRPr lang="en-US" sz="1400" dirty="0"/>
          </a:p>
          <a:p>
            <a:pPr marL="0" indent="0">
              <a:buNone/>
            </a:pPr>
            <a:r>
              <a:rPr lang="en-US" sz="1400" dirty="0" err="1"/>
              <a:t>Tegneprogram</a:t>
            </a:r>
            <a:r>
              <a:rPr lang="en-US" sz="1400" dirty="0"/>
              <a:t> </a:t>
            </a:r>
            <a:r>
              <a:rPr lang="en-US" sz="1400" dirty="0" err="1"/>
              <a:t>til</a:t>
            </a:r>
            <a:r>
              <a:rPr lang="en-US" sz="1400" dirty="0"/>
              <a:t> Flow Diagram</a:t>
            </a:r>
          </a:p>
          <a:p>
            <a:pPr>
              <a:buFont typeface="Arial" panose="020B0604020202020204" pitchFamily="34" charset="0"/>
              <a:buChar char="•"/>
            </a:pPr>
            <a:r>
              <a:rPr lang="en-US" sz="1400" dirty="0">
                <a:hlinkClick r:id="rId10"/>
              </a:rPr>
              <a:t>http://draw.io</a:t>
            </a:r>
            <a:r>
              <a:rPr lang="en-US" sz="1400" dirty="0"/>
              <a:t> </a:t>
            </a:r>
          </a:p>
          <a:p>
            <a:pPr>
              <a:buFont typeface="Arial" panose="020B0604020202020204" pitchFamily="34" charset="0"/>
              <a:buChar char="•"/>
            </a:pPr>
            <a:endParaRPr lang="en-US" sz="1400" dirty="0">
              <a:solidFill>
                <a:srgbClr val="9B95D9"/>
              </a:solidFill>
            </a:endParaRPr>
          </a:p>
          <a:p>
            <a:pPr lvl="1">
              <a:buFont typeface="Arial" panose="020B0604020202020204" pitchFamily="34" charset="0"/>
              <a:buChar char="•"/>
            </a:pPr>
            <a:endParaRPr lang="en-US" sz="1400" dirty="0">
              <a:solidFill>
                <a:srgbClr val="9B95D9"/>
              </a:solidFill>
            </a:endParaRPr>
          </a:p>
          <a:p>
            <a:pPr lvl="2">
              <a:buFont typeface="Arial" panose="020B0604020202020204" pitchFamily="34" charset="0"/>
              <a:buChar char="•"/>
            </a:pPr>
            <a:endParaRPr lang="en-US" sz="1000" dirty="0">
              <a:solidFill>
                <a:srgbClr val="9B95D9"/>
              </a:solidFill>
            </a:endParaRPr>
          </a:p>
          <a:p>
            <a:pPr lvl="1">
              <a:buFont typeface="Arial" panose="020B0604020202020204" pitchFamily="34" charset="0"/>
              <a:buChar char="•"/>
            </a:pPr>
            <a:endParaRPr lang="en-US" sz="1400" dirty="0">
              <a:solidFill>
                <a:srgbClr val="9B95D9"/>
              </a:solidFill>
            </a:endParaRPr>
          </a:p>
          <a:p>
            <a:pPr marL="0" indent="0">
              <a:buNone/>
            </a:pPr>
            <a:endParaRPr lang="da-DK" dirty="0"/>
          </a:p>
          <a:p>
            <a:pPr marL="0" indent="0">
              <a:buNone/>
            </a:pPr>
            <a:endParaRPr lang="en-US" dirty="0"/>
          </a:p>
        </p:txBody>
      </p:sp>
      <p:sp>
        <p:nvSpPr>
          <p:cNvPr id="3" name="Pladsholder til slidenummer 2">
            <a:extLst>
              <a:ext uri="{FF2B5EF4-FFF2-40B4-BE49-F238E27FC236}">
                <a16:creationId xmlns:a16="http://schemas.microsoft.com/office/drawing/2014/main" id="{DD02FED4-9FE7-4955-8CE9-C597A30F5EF6}"/>
              </a:ext>
            </a:extLst>
          </p:cNvPr>
          <p:cNvSpPr>
            <a:spLocks noGrp="1"/>
          </p:cNvSpPr>
          <p:nvPr>
            <p:ph type="sldNum" sz="quarter" idx="4"/>
          </p:nvPr>
        </p:nvSpPr>
        <p:spPr/>
        <p:txBody>
          <a:bodyPr/>
          <a:lstStyle/>
          <a:p>
            <a:fld id="{D8D877B3-D348-4611-9BDB-C5374591D951}" type="slidenum">
              <a:rPr lang="en-US" smtClean="0"/>
              <a:pPr/>
              <a:t>2</a:t>
            </a:fld>
            <a:endParaRPr lang="en-US" dirty="0"/>
          </a:p>
        </p:txBody>
      </p:sp>
      <p:pic>
        <p:nvPicPr>
          <p:cNvPr id="14" name="Billede 13" descr="Et billede, der indeholder skærmbillede&#10;&#10;Automatisk genereret beskrivelse">
            <a:extLst>
              <a:ext uri="{FF2B5EF4-FFF2-40B4-BE49-F238E27FC236}">
                <a16:creationId xmlns:a16="http://schemas.microsoft.com/office/drawing/2014/main" id="{DC2F20FB-FF82-4AED-A2CF-71E05AECA5B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255757" y="287723"/>
            <a:ext cx="2552971" cy="3586924"/>
          </a:xfrm>
          <a:prstGeom prst="rect">
            <a:avLst/>
          </a:prstGeom>
        </p:spPr>
      </p:pic>
      <p:pic>
        <p:nvPicPr>
          <p:cNvPr id="16" name="Billede 15">
            <a:extLst>
              <a:ext uri="{FF2B5EF4-FFF2-40B4-BE49-F238E27FC236}">
                <a16:creationId xmlns:a16="http://schemas.microsoft.com/office/drawing/2014/main" id="{14849956-4F48-42AA-9D27-6079640BDF6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947699" y="2262579"/>
            <a:ext cx="2485938" cy="3579907"/>
          </a:xfrm>
          <a:prstGeom prst="rect">
            <a:avLst/>
          </a:prstGeom>
          <a:ln w="12700">
            <a:solidFill>
              <a:schemeClr val="tx1"/>
            </a:solidFill>
          </a:ln>
        </p:spPr>
      </p:pic>
    </p:spTree>
    <p:extLst>
      <p:ext uri="{BB962C8B-B14F-4D97-AF65-F5344CB8AC3E}">
        <p14:creationId xmlns:p14="http://schemas.microsoft.com/office/powerpoint/2010/main" val="227199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FC24222-7B9D-70B3-EFCD-F62FE359A01E}"/>
              </a:ext>
            </a:extLst>
          </p:cNvPr>
          <p:cNvSpPr>
            <a:spLocks noGrp="1"/>
          </p:cNvSpPr>
          <p:nvPr>
            <p:ph type="title"/>
          </p:nvPr>
        </p:nvSpPr>
        <p:spPr/>
        <p:txBody>
          <a:bodyPr/>
          <a:lstStyle/>
          <a:p>
            <a:r>
              <a:rPr lang="en-US" dirty="0" err="1"/>
              <a:t>Sidste</a:t>
            </a:r>
            <a:r>
              <a:rPr lang="en-US" dirty="0"/>
              <a:t> gang…</a:t>
            </a:r>
            <a:endParaRPr lang="LID4096" dirty="0"/>
          </a:p>
        </p:txBody>
      </p:sp>
      <p:sp>
        <p:nvSpPr>
          <p:cNvPr id="6" name="Text Placeholder 5">
            <a:extLst>
              <a:ext uri="{FF2B5EF4-FFF2-40B4-BE49-F238E27FC236}">
                <a16:creationId xmlns:a16="http://schemas.microsoft.com/office/drawing/2014/main" id="{3079BED4-CEF4-FAC7-35BC-730882562229}"/>
              </a:ext>
            </a:extLst>
          </p:cNvPr>
          <p:cNvSpPr>
            <a:spLocks noGrp="1"/>
          </p:cNvSpPr>
          <p:nvPr>
            <p:ph type="body" sz="quarter" idx="12"/>
          </p:nvPr>
        </p:nvSpPr>
        <p:spPr/>
        <p:txBody>
          <a:bodyPr/>
          <a:lstStyle/>
          <a:p>
            <a:r>
              <a:rPr lang="en-US" dirty="0"/>
              <a:t>Setup </a:t>
            </a:r>
            <a:r>
              <a:rPr lang="en-US" dirty="0" err="1"/>
              <a:t>af</a:t>
            </a:r>
            <a:r>
              <a:rPr lang="en-US" dirty="0"/>
              <a:t> Arduino IDE</a:t>
            </a:r>
          </a:p>
          <a:p>
            <a:r>
              <a:rPr lang="en-US" dirty="0"/>
              <a:t>Setup </a:t>
            </a:r>
            <a:r>
              <a:rPr lang="en-US" dirty="0" err="1"/>
              <a:t>af</a:t>
            </a:r>
            <a:r>
              <a:rPr lang="en-US" dirty="0"/>
              <a:t> GCC og VS code</a:t>
            </a:r>
          </a:p>
          <a:p>
            <a:endParaRPr lang="LID4096" dirty="0"/>
          </a:p>
        </p:txBody>
      </p:sp>
    </p:spTree>
    <p:extLst>
      <p:ext uri="{BB962C8B-B14F-4D97-AF65-F5344CB8AC3E}">
        <p14:creationId xmlns:p14="http://schemas.microsoft.com/office/powerpoint/2010/main" val="1212518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AA1356-3950-921E-2FF9-9EFCA51A5522}"/>
              </a:ext>
            </a:extLst>
          </p:cNvPr>
          <p:cNvSpPr>
            <a:spLocks noGrp="1"/>
          </p:cNvSpPr>
          <p:nvPr>
            <p:ph type="sldNum" sz="quarter" idx="10"/>
          </p:nvPr>
        </p:nvSpPr>
        <p:spPr/>
        <p:txBody>
          <a:bodyPr/>
          <a:lstStyle/>
          <a:p>
            <a:fld id="{D8D877B3-D348-4611-9BDB-C5374591D951}" type="slidenum">
              <a:rPr lang="en-US" smtClean="0"/>
              <a:pPr/>
              <a:t>4</a:t>
            </a:fld>
            <a:endParaRPr lang="en-US" dirty="0"/>
          </a:p>
        </p:txBody>
      </p:sp>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da-DK" dirty="0" err="1"/>
              <a:t>Recap</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4" y="2143359"/>
            <a:ext cx="6799543" cy="3752115"/>
          </a:xfrm>
        </p:spPr>
        <p:txBody>
          <a:bodyPr>
            <a:normAutofit/>
          </a:bodyPr>
          <a:lstStyle/>
          <a:p>
            <a:pPr marL="0" indent="0">
              <a:buNone/>
            </a:pPr>
            <a:endParaRPr lang="en-DK"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2756594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955D75-40F8-2848-4A53-BBA63FEE9C45}"/>
              </a:ext>
            </a:extLst>
          </p:cNvPr>
          <p:cNvSpPr>
            <a:spLocks noGrp="1"/>
          </p:cNvSpPr>
          <p:nvPr>
            <p:ph type="sldNum" sz="quarter" idx="4"/>
          </p:nvPr>
        </p:nvSpPr>
        <p:spPr/>
        <p:txBody>
          <a:bodyPr/>
          <a:lstStyle/>
          <a:p>
            <a:fld id="{D8D877B3-D348-4611-9BDB-C5374591D951}" type="slidenum">
              <a:rPr lang="en-US" smtClean="0"/>
              <a:pPr/>
              <a:t>5</a:t>
            </a:fld>
            <a:endParaRPr lang="en-US" dirty="0"/>
          </a:p>
        </p:txBody>
      </p:sp>
      <p:sp>
        <p:nvSpPr>
          <p:cNvPr id="3" name="Title 2">
            <a:extLst>
              <a:ext uri="{FF2B5EF4-FFF2-40B4-BE49-F238E27FC236}">
                <a16:creationId xmlns:a16="http://schemas.microsoft.com/office/drawing/2014/main" id="{3A814B9B-FEB5-33CB-26A3-D6CFDF6EA927}"/>
              </a:ext>
            </a:extLst>
          </p:cNvPr>
          <p:cNvSpPr>
            <a:spLocks noGrp="1"/>
          </p:cNvSpPr>
          <p:nvPr>
            <p:ph type="title"/>
          </p:nvPr>
        </p:nvSpPr>
        <p:spPr/>
        <p:txBody>
          <a:bodyPr/>
          <a:lstStyle/>
          <a:p>
            <a:r>
              <a:rPr lang="da-DK" dirty="0"/>
              <a:t>TTGO T-display</a:t>
            </a:r>
            <a:endParaRPr lang="LID4096" dirty="0"/>
          </a:p>
        </p:txBody>
      </p:sp>
      <p:sp>
        <p:nvSpPr>
          <p:cNvPr id="4" name="Text Placeholder 3">
            <a:extLst>
              <a:ext uri="{FF2B5EF4-FFF2-40B4-BE49-F238E27FC236}">
                <a16:creationId xmlns:a16="http://schemas.microsoft.com/office/drawing/2014/main" id="{8242F963-01CF-752A-8FC5-724A463891E7}"/>
              </a:ext>
            </a:extLst>
          </p:cNvPr>
          <p:cNvSpPr>
            <a:spLocks noGrp="1"/>
          </p:cNvSpPr>
          <p:nvPr>
            <p:ph type="body" sz="quarter" idx="12"/>
          </p:nvPr>
        </p:nvSpPr>
        <p:spPr>
          <a:xfrm>
            <a:off x="587375" y="2065337"/>
            <a:ext cx="4592000" cy="3704284"/>
          </a:xfrm>
        </p:spPr>
        <p:txBody>
          <a:bodyPr/>
          <a:lstStyle/>
          <a:p>
            <a:r>
              <a:rPr lang="da-DK" dirty="0">
                <a:solidFill>
                  <a:schemeClr val="accent4">
                    <a:lumMod val="60000"/>
                    <a:lumOff val="40000"/>
                  </a:schemeClr>
                </a:solidFill>
              </a:rPr>
              <a:t>GPIO</a:t>
            </a:r>
            <a:r>
              <a:rPr lang="da-DK" dirty="0"/>
              <a:t>#</a:t>
            </a:r>
          </a:p>
          <a:p>
            <a:r>
              <a:rPr lang="da-DK" dirty="0"/>
              <a:t># betyder pin nummer</a:t>
            </a:r>
            <a:endParaRPr lang="LID4096" dirty="0"/>
          </a:p>
        </p:txBody>
      </p:sp>
      <p:pic>
        <p:nvPicPr>
          <p:cNvPr id="6" name="Picture 5" descr="A circuit board with different colors&#10;&#10;Description automatically generated">
            <a:extLst>
              <a:ext uri="{FF2B5EF4-FFF2-40B4-BE49-F238E27FC236}">
                <a16:creationId xmlns:a16="http://schemas.microsoft.com/office/drawing/2014/main" id="{FD616B64-2164-6D61-1876-E833D9B858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6633" y="2065337"/>
            <a:ext cx="5232771" cy="3699569"/>
          </a:xfrm>
          <a:prstGeom prst="rect">
            <a:avLst/>
          </a:prstGeom>
        </p:spPr>
      </p:pic>
    </p:spTree>
    <p:extLst>
      <p:ext uri="{BB962C8B-B14F-4D97-AF65-F5344CB8AC3E}">
        <p14:creationId xmlns:p14="http://schemas.microsoft.com/office/powerpoint/2010/main" val="3763903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E6F465B1-ABE0-4CEB-AC75-ECD4C32A02AD}"/>
              </a:ext>
            </a:extLst>
          </p:cNvPr>
          <p:cNvSpPr>
            <a:spLocks noGrp="1"/>
          </p:cNvSpPr>
          <p:nvPr>
            <p:ph type="sldNum" sz="quarter" idx="10"/>
          </p:nvPr>
        </p:nvSpPr>
        <p:spPr/>
        <p:txBody>
          <a:bodyPr/>
          <a:lstStyle/>
          <a:p>
            <a:fld id="{D8D877B3-D348-4611-9BDB-C5374591D951}" type="slidenum">
              <a:rPr lang="en-US" smtClean="0"/>
              <a:pPr/>
              <a:t>6</a:t>
            </a:fld>
            <a:endParaRPr lang="en-US" dirty="0"/>
          </a:p>
        </p:txBody>
      </p:sp>
      <p:sp>
        <p:nvSpPr>
          <p:cNvPr id="4" name="Titel 3">
            <a:extLst>
              <a:ext uri="{FF2B5EF4-FFF2-40B4-BE49-F238E27FC236}">
                <a16:creationId xmlns:a16="http://schemas.microsoft.com/office/drawing/2014/main" id="{C0248EDB-116E-4B25-A707-198B453B7050}"/>
              </a:ext>
            </a:extLst>
          </p:cNvPr>
          <p:cNvSpPr>
            <a:spLocks noGrp="1"/>
          </p:cNvSpPr>
          <p:nvPr>
            <p:ph type="title"/>
          </p:nvPr>
        </p:nvSpPr>
        <p:spPr>
          <a:xfrm>
            <a:off x="587374" y="359273"/>
            <a:ext cx="9212472" cy="1621619"/>
          </a:xfrm>
        </p:spPr>
        <p:txBody>
          <a:bodyPr/>
          <a:lstStyle/>
          <a:p>
            <a:r>
              <a:rPr lang="da-DK" dirty="0"/>
              <a:t>Hvad er en </a:t>
            </a:r>
            <a:r>
              <a:rPr lang="da-DK" dirty="0" err="1"/>
              <a:t>token</a:t>
            </a:r>
            <a:r>
              <a:rPr lang="da-DK" dirty="0"/>
              <a:t>?</a:t>
            </a:r>
            <a:br>
              <a:rPr lang="da-DK" dirty="0"/>
            </a:br>
            <a:r>
              <a:rPr lang="da-DK" dirty="0"/>
              <a:t>- Mindste element</a:t>
            </a:r>
            <a:endParaRPr lang="en-US" dirty="0"/>
          </a:p>
        </p:txBody>
      </p:sp>
      <p:graphicFrame>
        <p:nvGraphicFramePr>
          <p:cNvPr id="6" name="Diagram 5">
            <a:extLst>
              <a:ext uri="{FF2B5EF4-FFF2-40B4-BE49-F238E27FC236}">
                <a16:creationId xmlns:a16="http://schemas.microsoft.com/office/drawing/2014/main" id="{72A32DAA-FA14-4CF2-9D3D-B906C5DF18D7}"/>
              </a:ext>
            </a:extLst>
          </p:cNvPr>
          <p:cNvGraphicFramePr/>
          <p:nvPr/>
        </p:nvGraphicFramePr>
        <p:xfrm>
          <a:off x="587374" y="1694138"/>
          <a:ext cx="11323981" cy="4387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8902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73A911D6-34E6-40AE-B289-BF8EA8D71157}"/>
              </a:ext>
            </a:extLst>
          </p:cNvPr>
          <p:cNvSpPr>
            <a:spLocks noGrp="1"/>
          </p:cNvSpPr>
          <p:nvPr>
            <p:ph type="sldNum" sz="quarter" idx="10"/>
          </p:nvPr>
        </p:nvSpPr>
        <p:spPr/>
        <p:txBody>
          <a:bodyPr/>
          <a:lstStyle/>
          <a:p>
            <a:fld id="{D8D877B3-D348-4611-9BDB-C5374591D951}" type="slidenum">
              <a:rPr lang="en-US" smtClean="0"/>
              <a:pPr/>
              <a:t>7</a:t>
            </a:fld>
            <a:endParaRPr lang="en-US" dirty="0"/>
          </a:p>
        </p:txBody>
      </p:sp>
      <p:sp>
        <p:nvSpPr>
          <p:cNvPr id="4" name="Titel 3">
            <a:extLst>
              <a:ext uri="{FF2B5EF4-FFF2-40B4-BE49-F238E27FC236}">
                <a16:creationId xmlns:a16="http://schemas.microsoft.com/office/drawing/2014/main" id="{E699CD3B-D759-42B8-AC37-D13DD060CB85}"/>
              </a:ext>
            </a:extLst>
          </p:cNvPr>
          <p:cNvSpPr>
            <a:spLocks noGrp="1"/>
          </p:cNvSpPr>
          <p:nvPr>
            <p:ph type="title"/>
          </p:nvPr>
        </p:nvSpPr>
        <p:spPr>
          <a:xfrm>
            <a:off x="587374" y="359273"/>
            <a:ext cx="9206165" cy="1621619"/>
          </a:xfrm>
        </p:spPr>
        <p:txBody>
          <a:bodyPr/>
          <a:lstStyle/>
          <a:p>
            <a:r>
              <a:rPr lang="da-DK" dirty="0"/>
              <a:t>Hvordan man laver et program</a:t>
            </a:r>
            <a:br>
              <a:rPr lang="da-DK" dirty="0"/>
            </a:br>
            <a:endParaRPr lang="en-US" dirty="0"/>
          </a:p>
        </p:txBody>
      </p:sp>
      <p:pic>
        <p:nvPicPr>
          <p:cNvPr id="9" name="Billede 8">
            <a:extLst>
              <a:ext uri="{FF2B5EF4-FFF2-40B4-BE49-F238E27FC236}">
                <a16:creationId xmlns:a16="http://schemas.microsoft.com/office/drawing/2014/main" id="{3F0FB456-1B9F-43DC-93D2-1A237158DA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9684" y="1170082"/>
            <a:ext cx="8612631" cy="3572896"/>
          </a:xfrm>
          <a:prstGeom prst="rect">
            <a:avLst/>
          </a:prstGeom>
        </p:spPr>
      </p:pic>
      <p:sp>
        <p:nvSpPr>
          <p:cNvPr id="10" name="Rektangel 9">
            <a:extLst>
              <a:ext uri="{FF2B5EF4-FFF2-40B4-BE49-F238E27FC236}">
                <a16:creationId xmlns:a16="http://schemas.microsoft.com/office/drawing/2014/main" id="{A85949B1-98F7-4365-AD29-3D40C7A26FF3}"/>
              </a:ext>
            </a:extLst>
          </p:cNvPr>
          <p:cNvSpPr/>
          <p:nvPr/>
        </p:nvSpPr>
        <p:spPr>
          <a:xfrm>
            <a:off x="1415605" y="4742978"/>
            <a:ext cx="9360788" cy="1323439"/>
          </a:xfrm>
          <a:prstGeom prst="rect">
            <a:avLst/>
          </a:prstGeom>
        </p:spPr>
        <p:txBody>
          <a:bodyPr wrap="square">
            <a:spAutoFit/>
          </a:bodyPr>
          <a:lstStyle/>
          <a:p>
            <a:pPr marL="285750" indent="-285750">
              <a:buFont typeface="Arial" panose="020B0604020202020204" pitchFamily="34" charset="0"/>
              <a:buChar char="•"/>
            </a:pPr>
            <a:r>
              <a:rPr lang="en-US" sz="1600" dirty="0"/>
              <a:t>Source file: A text fil (</a:t>
            </a:r>
            <a:r>
              <a:rPr lang="en-US" sz="1600" dirty="0" err="1"/>
              <a:t>generelt</a:t>
            </a:r>
            <a:r>
              <a:rPr lang="en-US" sz="1600" dirty="0"/>
              <a:t> med </a:t>
            </a:r>
            <a:r>
              <a:rPr lang="en-US" sz="1600" dirty="0" err="1"/>
              <a:t>en</a:t>
            </a:r>
            <a:r>
              <a:rPr lang="en-US" sz="1600" dirty="0"/>
              <a:t> .c extension)</a:t>
            </a:r>
          </a:p>
          <a:p>
            <a:pPr marL="285750" indent="-285750">
              <a:buFont typeface="Arial" panose="020B0604020202020204" pitchFamily="34" charset="0"/>
              <a:buChar char="•"/>
            </a:pPr>
            <a:r>
              <a:rPr lang="en-US" sz="1600" dirty="0"/>
              <a:t>Compiler: A program for reading your source file, and convert it into a program. (generally </a:t>
            </a:r>
            <a:r>
              <a:rPr lang="en-US" sz="1600" dirty="0" err="1"/>
              <a:t>gcc</a:t>
            </a:r>
            <a:r>
              <a:rPr lang="en-US" sz="1600" dirty="0"/>
              <a:t> for Windows/Linux and clang for MacOS)</a:t>
            </a:r>
          </a:p>
          <a:p>
            <a:pPr marL="285750" indent="-285750">
              <a:buFont typeface="Arial" panose="020B0604020202020204" pitchFamily="34" charset="0"/>
              <a:buChar char="•"/>
            </a:pPr>
            <a:r>
              <a:rPr lang="en-US" sz="1600" dirty="0"/>
              <a:t>Executable file: The program your computer can understand and run! (generally program extension are .exe for Windows, and .?? For MacOS)</a:t>
            </a:r>
          </a:p>
        </p:txBody>
      </p:sp>
    </p:spTree>
    <p:extLst>
      <p:ext uri="{BB962C8B-B14F-4D97-AF65-F5344CB8AC3E}">
        <p14:creationId xmlns:p14="http://schemas.microsoft.com/office/powerpoint/2010/main" val="2010117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AA1356-3950-921E-2FF9-9EFCA51A5522}"/>
              </a:ext>
            </a:extLst>
          </p:cNvPr>
          <p:cNvSpPr>
            <a:spLocks noGrp="1"/>
          </p:cNvSpPr>
          <p:nvPr>
            <p:ph type="sldNum" sz="quarter" idx="10"/>
          </p:nvPr>
        </p:nvSpPr>
        <p:spPr/>
        <p:txBody>
          <a:bodyPr/>
          <a:lstStyle/>
          <a:p>
            <a:fld id="{D8D877B3-D348-4611-9BDB-C5374591D951}" type="slidenum">
              <a:rPr lang="en-US" smtClean="0"/>
              <a:pPr/>
              <a:t>8</a:t>
            </a:fld>
            <a:endParaRPr lang="en-US" dirty="0"/>
          </a:p>
        </p:txBody>
      </p:sp>
      <p:sp>
        <p:nvSpPr>
          <p:cNvPr id="4" name="Title 3">
            <a:extLst>
              <a:ext uri="{FF2B5EF4-FFF2-40B4-BE49-F238E27FC236}">
                <a16:creationId xmlns:a16="http://schemas.microsoft.com/office/drawing/2014/main" id="{59C70F1C-A4DA-997F-51B4-3736B4CD1A39}"/>
              </a:ext>
            </a:extLst>
          </p:cNvPr>
          <p:cNvSpPr>
            <a:spLocks noGrp="1"/>
          </p:cNvSpPr>
          <p:nvPr>
            <p:ph type="title"/>
          </p:nvPr>
        </p:nvSpPr>
        <p:spPr/>
        <p:txBody>
          <a:bodyPr/>
          <a:lstStyle/>
          <a:p>
            <a:r>
              <a:rPr lang="en-US" dirty="0"/>
              <a:t>L</a:t>
            </a:r>
            <a:r>
              <a:rPr lang="da-DK" dirty="0" err="1"/>
              <a:t>æringsmål</a:t>
            </a:r>
            <a:r>
              <a:rPr lang="da-DK" dirty="0"/>
              <a:t> </a:t>
            </a:r>
            <a:r>
              <a:rPr lang="da-DK" dirty="0" err="1"/>
              <a:t>idag</a:t>
            </a:r>
            <a:endParaRPr lang="en-DK" dirty="0"/>
          </a:p>
        </p:txBody>
      </p:sp>
      <p:sp>
        <p:nvSpPr>
          <p:cNvPr id="5" name="Text Placeholder 4">
            <a:extLst>
              <a:ext uri="{FF2B5EF4-FFF2-40B4-BE49-F238E27FC236}">
                <a16:creationId xmlns:a16="http://schemas.microsoft.com/office/drawing/2014/main" id="{B735D18A-0288-6507-0214-0F91B518E50A}"/>
              </a:ext>
            </a:extLst>
          </p:cNvPr>
          <p:cNvSpPr>
            <a:spLocks noGrp="1"/>
          </p:cNvSpPr>
          <p:nvPr>
            <p:ph type="body" sz="quarter" idx="12"/>
          </p:nvPr>
        </p:nvSpPr>
        <p:spPr>
          <a:xfrm>
            <a:off x="587374" y="2143359"/>
            <a:ext cx="6799543" cy="3752115"/>
          </a:xfrm>
        </p:spPr>
        <p:txBody>
          <a:bodyPr>
            <a:normAutofit/>
          </a:bodyPr>
          <a:lstStyle/>
          <a:p>
            <a:r>
              <a:rPr lang="da-DK" dirty="0"/>
              <a:t>Viden om Kontrolstrukturer</a:t>
            </a:r>
          </a:p>
          <a:p>
            <a:r>
              <a:rPr lang="da-DK" dirty="0"/>
              <a:t>Viden om </a:t>
            </a:r>
            <a:r>
              <a:rPr lang="en-US" sz="1600" dirty="0"/>
              <a:t>Statements</a:t>
            </a:r>
            <a:r>
              <a:rPr lang="da-DK" sz="1600" dirty="0"/>
              <a:t> og statement </a:t>
            </a:r>
            <a:r>
              <a:rPr lang="da-DK" sz="1600" dirty="0" err="1"/>
              <a:t>blocks</a:t>
            </a:r>
            <a:endParaRPr lang="da-DK" sz="1600" dirty="0"/>
          </a:p>
          <a:p>
            <a:r>
              <a:rPr lang="da-DK" dirty="0"/>
              <a:t>Viden om </a:t>
            </a:r>
            <a:r>
              <a:rPr lang="da-DK" dirty="0" err="1"/>
              <a:t>conditional</a:t>
            </a:r>
            <a:r>
              <a:rPr lang="da-DK" dirty="0"/>
              <a:t> og </a:t>
            </a:r>
            <a:r>
              <a:rPr lang="da-DK" dirty="0" err="1"/>
              <a:t>unconditional</a:t>
            </a:r>
            <a:r>
              <a:rPr lang="da-DK" dirty="0"/>
              <a:t> </a:t>
            </a:r>
            <a:r>
              <a:rPr lang="da-DK" dirty="0" err="1"/>
              <a:t>branching</a:t>
            </a:r>
            <a:r>
              <a:rPr lang="da-DK" dirty="0"/>
              <a:t> statements</a:t>
            </a:r>
          </a:p>
          <a:p>
            <a:r>
              <a:rPr lang="da-DK" dirty="0"/>
              <a:t>Viden om Operators i kode</a:t>
            </a:r>
          </a:p>
          <a:p>
            <a:pPr marL="0" indent="0">
              <a:buNone/>
            </a:pPr>
            <a:endParaRPr lang="da-DK" dirty="0"/>
          </a:p>
          <a:p>
            <a:r>
              <a:rPr lang="da-DK" dirty="0"/>
              <a:t>Kan bruge Kontrolstrukturer</a:t>
            </a:r>
          </a:p>
          <a:p>
            <a:r>
              <a:rPr lang="da-DK" dirty="0"/>
              <a:t>Kan bruge </a:t>
            </a:r>
            <a:r>
              <a:rPr lang="en-US" sz="1600" dirty="0"/>
              <a:t>Statements</a:t>
            </a:r>
            <a:r>
              <a:rPr lang="da-DK" sz="1600" dirty="0"/>
              <a:t> og statement </a:t>
            </a:r>
            <a:r>
              <a:rPr lang="da-DK" sz="1600" dirty="0" err="1"/>
              <a:t>blocks</a:t>
            </a:r>
            <a:endParaRPr lang="da-DK" sz="1600" dirty="0"/>
          </a:p>
          <a:p>
            <a:r>
              <a:rPr lang="da-DK" dirty="0"/>
              <a:t>Kan bruge </a:t>
            </a:r>
            <a:r>
              <a:rPr lang="da-DK" dirty="0" err="1"/>
              <a:t>conditional</a:t>
            </a:r>
            <a:r>
              <a:rPr lang="da-DK" dirty="0"/>
              <a:t> og </a:t>
            </a:r>
            <a:r>
              <a:rPr lang="da-DK" dirty="0" err="1"/>
              <a:t>unconditional</a:t>
            </a:r>
            <a:r>
              <a:rPr lang="da-DK" dirty="0"/>
              <a:t> </a:t>
            </a:r>
            <a:r>
              <a:rPr lang="da-DK" dirty="0" err="1"/>
              <a:t>branching</a:t>
            </a:r>
            <a:r>
              <a:rPr lang="da-DK" dirty="0"/>
              <a:t> statements</a:t>
            </a:r>
          </a:p>
          <a:p>
            <a:r>
              <a:rPr lang="da-DK" dirty="0"/>
              <a:t>Kan bruge Operators i kode</a:t>
            </a:r>
            <a:endParaRPr lang="en-DK" dirty="0"/>
          </a:p>
        </p:txBody>
      </p:sp>
      <p:pic>
        <p:nvPicPr>
          <p:cNvPr id="6" name="Pladsholder til billede 33">
            <a:extLst>
              <a:ext uri="{FF2B5EF4-FFF2-40B4-BE49-F238E27FC236}">
                <a16:creationId xmlns:a16="http://schemas.microsoft.com/office/drawing/2014/main" id="{88145634-ED54-724B-DFDD-805B5D55BDC3}"/>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30514" r="30514"/>
          <a:stretch/>
        </p:blipFill>
        <p:spPr>
          <a:xfrm>
            <a:off x="7439025" y="0"/>
            <a:ext cx="4752975" cy="6858000"/>
          </a:xfrm>
        </p:spPr>
      </p:pic>
    </p:spTree>
    <p:extLst>
      <p:ext uri="{BB962C8B-B14F-4D97-AF65-F5344CB8AC3E}">
        <p14:creationId xmlns:p14="http://schemas.microsoft.com/office/powerpoint/2010/main" val="4294393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1068C46-7B06-EBCA-9164-59A0C582D902}"/>
              </a:ext>
            </a:extLst>
          </p:cNvPr>
          <p:cNvSpPr>
            <a:spLocks noGrp="1"/>
          </p:cNvSpPr>
          <p:nvPr>
            <p:ph type="sldNum" sz="quarter" idx="10"/>
          </p:nvPr>
        </p:nvSpPr>
        <p:spPr/>
        <p:txBody>
          <a:bodyPr/>
          <a:lstStyle/>
          <a:p>
            <a:fld id="{D8D877B3-D348-4611-9BDB-C5374591D951}" type="slidenum">
              <a:rPr lang="en-US" smtClean="0"/>
              <a:pPr/>
              <a:t>9</a:t>
            </a:fld>
            <a:endParaRPr lang="en-US" dirty="0"/>
          </a:p>
        </p:txBody>
      </p:sp>
      <p:sp>
        <p:nvSpPr>
          <p:cNvPr id="4" name="Title 3">
            <a:extLst>
              <a:ext uri="{FF2B5EF4-FFF2-40B4-BE49-F238E27FC236}">
                <a16:creationId xmlns:a16="http://schemas.microsoft.com/office/drawing/2014/main" id="{28154BEB-3294-E31D-BB02-53C68BB7E7B3}"/>
              </a:ext>
            </a:extLst>
          </p:cNvPr>
          <p:cNvSpPr>
            <a:spLocks noGrp="1"/>
          </p:cNvSpPr>
          <p:nvPr>
            <p:ph type="title"/>
          </p:nvPr>
        </p:nvSpPr>
        <p:spPr>
          <a:xfrm>
            <a:off x="587374" y="359273"/>
            <a:ext cx="9077994" cy="1621619"/>
          </a:xfrm>
        </p:spPr>
        <p:txBody>
          <a:bodyPr/>
          <a:lstStyle/>
          <a:p>
            <a:r>
              <a:rPr lang="da-DK" dirty="0"/>
              <a:t>Opgave: KS_what_we_know_esp32</a:t>
            </a:r>
            <a:br>
              <a:rPr lang="da-DK" dirty="0"/>
            </a:br>
            <a:r>
              <a:rPr lang="da-DK" dirty="0"/>
              <a:t>(3 min, vi snakker om det)</a:t>
            </a:r>
            <a:endParaRPr lang="LID4096" dirty="0"/>
          </a:p>
        </p:txBody>
      </p:sp>
      <p:sp>
        <p:nvSpPr>
          <p:cNvPr id="5" name="Text Placeholder 4">
            <a:extLst>
              <a:ext uri="{FF2B5EF4-FFF2-40B4-BE49-F238E27FC236}">
                <a16:creationId xmlns:a16="http://schemas.microsoft.com/office/drawing/2014/main" id="{7539FD14-0499-FBB4-792B-CB2D18351482}"/>
              </a:ext>
            </a:extLst>
          </p:cNvPr>
          <p:cNvSpPr>
            <a:spLocks noGrp="1"/>
          </p:cNvSpPr>
          <p:nvPr>
            <p:ph type="body" sz="quarter" idx="12"/>
          </p:nvPr>
        </p:nvSpPr>
        <p:spPr/>
        <p:txBody>
          <a:bodyPr>
            <a:normAutofit fontScale="77500" lnSpcReduction="20000"/>
          </a:bodyPr>
          <a:lstStyle/>
          <a:p>
            <a:pPr marL="0" indent="0">
              <a:buNone/>
            </a:pPr>
            <a:r>
              <a:rPr lang="da-DK" dirty="0"/>
              <a:t>Hvor finder vi information omkring funktionerne?</a:t>
            </a:r>
          </a:p>
          <a:p>
            <a:r>
              <a:rPr lang="da-DK" dirty="0"/>
              <a:t>Hvad gør denne kode?</a:t>
            </a:r>
          </a:p>
          <a:p>
            <a:pPr lvl="1"/>
            <a:r>
              <a:rPr lang="da-DK" dirty="0" err="1"/>
              <a:t>pinMode</a:t>
            </a:r>
            <a:r>
              <a:rPr lang="da-DK" dirty="0"/>
              <a:t>?</a:t>
            </a:r>
          </a:p>
          <a:p>
            <a:pPr lvl="1"/>
            <a:r>
              <a:rPr lang="da-DK" dirty="0" err="1"/>
              <a:t>digitalRead</a:t>
            </a:r>
            <a:r>
              <a:rPr lang="da-DK" dirty="0"/>
              <a:t>?</a:t>
            </a:r>
          </a:p>
          <a:p>
            <a:pPr lvl="1"/>
            <a:r>
              <a:rPr lang="da-DK" dirty="0" err="1"/>
              <a:t>Serial.begin</a:t>
            </a:r>
            <a:r>
              <a:rPr lang="da-DK" dirty="0"/>
              <a:t>?</a:t>
            </a:r>
          </a:p>
          <a:p>
            <a:pPr lvl="1"/>
            <a:r>
              <a:rPr lang="da-DK" dirty="0" err="1"/>
              <a:t>printf</a:t>
            </a:r>
            <a:r>
              <a:rPr lang="da-DK" dirty="0"/>
              <a:t>?</a:t>
            </a:r>
          </a:p>
          <a:p>
            <a:pPr lvl="1"/>
            <a:r>
              <a:rPr lang="da-DK" dirty="0" err="1"/>
              <a:t>delay</a:t>
            </a:r>
            <a:r>
              <a:rPr lang="da-DK" dirty="0"/>
              <a:t>?</a:t>
            </a:r>
          </a:p>
          <a:p>
            <a:pPr lvl="1"/>
            <a:r>
              <a:rPr lang="da-DK" dirty="0"/>
              <a:t>0?</a:t>
            </a:r>
          </a:p>
          <a:p>
            <a:pPr lvl="1"/>
            <a:r>
              <a:rPr lang="da-DK" dirty="0"/>
              <a:t>35?</a:t>
            </a:r>
          </a:p>
          <a:p>
            <a:pPr lvl="1"/>
            <a:endParaRPr lang="en-US" dirty="0">
              <a:hlinkClick r:id="rId2"/>
            </a:endParaRPr>
          </a:p>
          <a:p>
            <a:pPr lvl="1"/>
            <a:endParaRPr lang="en-US" dirty="0">
              <a:hlinkClick r:id="rId2"/>
            </a:endParaRPr>
          </a:p>
          <a:p>
            <a:pPr lvl="1"/>
            <a:r>
              <a:rPr lang="en-US" dirty="0">
                <a:hlinkClick r:id="rId2"/>
              </a:rPr>
              <a:t>https://www.arduino.cc/reference/en/</a:t>
            </a:r>
            <a:endParaRPr lang="en-US" dirty="0"/>
          </a:p>
          <a:p>
            <a:pPr lvl="1"/>
            <a:r>
              <a:rPr lang="da-DK" dirty="0">
                <a:hlinkClick r:id="rId3"/>
              </a:rPr>
              <a:t>https://www.lilygo.cc/products/lilygo%C2%AE-ttgo-t-display-1-14-inch-lcd-esp32-control-board</a:t>
            </a:r>
            <a:endParaRPr lang="da-DK" dirty="0"/>
          </a:p>
          <a:p>
            <a:pPr lvl="1"/>
            <a:endParaRPr lang="da-DK" dirty="0"/>
          </a:p>
          <a:p>
            <a:pPr lvl="1"/>
            <a:endParaRPr lang="LID4096" dirty="0"/>
          </a:p>
        </p:txBody>
      </p:sp>
      <p:sp>
        <p:nvSpPr>
          <p:cNvPr id="2" name="TextBox 1">
            <a:extLst>
              <a:ext uri="{FF2B5EF4-FFF2-40B4-BE49-F238E27FC236}">
                <a16:creationId xmlns:a16="http://schemas.microsoft.com/office/drawing/2014/main" id="{2B275846-957B-E391-BB92-506FCEA01C78}"/>
              </a:ext>
            </a:extLst>
          </p:cNvPr>
          <p:cNvSpPr txBox="1"/>
          <p:nvPr/>
        </p:nvSpPr>
        <p:spPr>
          <a:xfrm>
            <a:off x="5549873" y="1905506"/>
            <a:ext cx="6642127" cy="2426305"/>
          </a:xfrm>
          <a:prstGeom prst="rect">
            <a:avLst/>
          </a:prstGeom>
          <a:solidFill>
            <a:schemeClr val="accent4">
              <a:lumMod val="40000"/>
              <a:lumOff val="60000"/>
            </a:schemeClr>
          </a:solidFill>
        </p:spPr>
        <p:txBody>
          <a:bodyPr wrap="square">
            <a:spAutoFit/>
          </a:bodyPr>
          <a:lstStyle/>
          <a:p>
            <a:pPr>
              <a:lnSpc>
                <a:spcPts val="1425"/>
              </a:lnSpc>
              <a:buNone/>
            </a:pPr>
            <a:r>
              <a:rPr lang="da-DK" sz="1200" b="0" dirty="0">
                <a:solidFill>
                  <a:srgbClr val="00979D"/>
                </a:solidFill>
                <a:effectLst/>
                <a:latin typeface="Consolas" panose="020B0609020204030204" pitchFamily="49" charset="0"/>
              </a:rPr>
              <a:t>#define</a:t>
            </a:r>
            <a:r>
              <a:rPr lang="da-DK" sz="1200" b="0" dirty="0">
                <a:solidFill>
                  <a:srgbClr val="4E5B61"/>
                </a:solidFill>
                <a:effectLst/>
                <a:latin typeface="Consolas" panose="020B0609020204030204" pitchFamily="49" charset="0"/>
              </a:rPr>
              <a:t> LEFTBUTTON </a:t>
            </a:r>
            <a:r>
              <a:rPr lang="da-DK" sz="1200" b="0" dirty="0">
                <a:solidFill>
                  <a:srgbClr val="005C5F"/>
                </a:solidFill>
                <a:effectLst/>
                <a:latin typeface="Consolas" panose="020B0609020204030204" pitchFamily="49" charset="0"/>
              </a:rPr>
              <a:t>0</a:t>
            </a:r>
          </a:p>
          <a:p>
            <a:pPr>
              <a:lnSpc>
                <a:spcPts val="1425"/>
              </a:lnSpc>
              <a:buNone/>
            </a:pPr>
            <a:endParaRPr lang="da-DK" sz="1200" dirty="0">
              <a:solidFill>
                <a:srgbClr val="005C5F"/>
              </a:solidFill>
              <a:latin typeface="Consolas" panose="020B0609020204030204" pitchFamily="49" charset="0"/>
            </a:endParaRPr>
          </a:p>
          <a:p>
            <a:pPr>
              <a:lnSpc>
                <a:spcPts val="1425"/>
              </a:lnSpc>
              <a:buNone/>
            </a:pPr>
            <a:endParaRPr lang="da-DK" sz="1200" b="0" dirty="0">
              <a:solidFill>
                <a:srgbClr val="4E5B61"/>
              </a:solidFill>
              <a:effectLst/>
              <a:latin typeface="Consolas" panose="020B0609020204030204" pitchFamily="49" charset="0"/>
            </a:endParaRPr>
          </a:p>
          <a:p>
            <a:pPr>
              <a:lnSpc>
                <a:spcPts val="1425"/>
              </a:lnSpc>
              <a:buNone/>
            </a:pPr>
            <a:r>
              <a:rPr lang="da-DK" sz="1200" b="0" dirty="0" err="1">
                <a:solidFill>
                  <a:srgbClr val="00979D"/>
                </a:solidFill>
                <a:effectLst/>
                <a:latin typeface="Consolas" panose="020B0609020204030204" pitchFamily="49" charset="0"/>
              </a:rPr>
              <a:t>void</a:t>
            </a:r>
            <a:r>
              <a:rPr lang="da-DK" sz="1200" b="0" dirty="0">
                <a:solidFill>
                  <a:srgbClr val="4E5B61"/>
                </a:solidFill>
                <a:effectLst/>
                <a:latin typeface="Consolas" panose="020B0609020204030204" pitchFamily="49" charset="0"/>
              </a:rPr>
              <a:t> </a:t>
            </a:r>
            <a:r>
              <a:rPr lang="da-DK" sz="1200" b="0" dirty="0" err="1">
                <a:solidFill>
                  <a:srgbClr val="D35400"/>
                </a:solidFill>
                <a:effectLst/>
                <a:latin typeface="Consolas" panose="020B0609020204030204" pitchFamily="49" charset="0"/>
              </a:rPr>
              <a:t>setup</a:t>
            </a:r>
            <a:r>
              <a:rPr lang="da-DK" sz="1200" b="0" dirty="0">
                <a:solidFill>
                  <a:srgbClr val="434F54"/>
                </a:solidFill>
                <a:effectLst/>
                <a:latin typeface="Consolas" panose="020B0609020204030204" pitchFamily="49" charset="0"/>
              </a:rPr>
              <a:t>()</a:t>
            </a:r>
            <a:r>
              <a:rPr lang="da-DK" sz="1200" b="0" dirty="0">
                <a:solidFill>
                  <a:srgbClr val="4E5B61"/>
                </a:solidFill>
                <a:effectLst/>
                <a:latin typeface="Consolas" panose="020B0609020204030204" pitchFamily="49" charset="0"/>
              </a:rPr>
              <a:t> </a:t>
            </a:r>
            <a:r>
              <a:rPr lang="da-DK" sz="1200" b="0" dirty="0">
                <a:solidFill>
                  <a:srgbClr val="434F54"/>
                </a:solidFill>
                <a:effectLst/>
                <a:latin typeface="Consolas" panose="020B0609020204030204" pitchFamily="49" charset="0"/>
              </a:rPr>
              <a:t>{</a:t>
            </a:r>
            <a:endParaRPr lang="da-DK" sz="1200" b="0" dirty="0">
              <a:solidFill>
                <a:srgbClr val="4E5B61"/>
              </a:solidFill>
              <a:effectLst/>
              <a:latin typeface="Consolas" panose="020B0609020204030204" pitchFamily="49" charset="0"/>
            </a:endParaRPr>
          </a:p>
          <a:p>
            <a:pPr>
              <a:lnSpc>
                <a:spcPts val="1425"/>
              </a:lnSpc>
              <a:buNone/>
            </a:pPr>
            <a:r>
              <a:rPr lang="da-DK" sz="1200" b="0" dirty="0">
                <a:solidFill>
                  <a:srgbClr val="4E5B61"/>
                </a:solidFill>
                <a:effectLst/>
                <a:latin typeface="Consolas" panose="020B0609020204030204" pitchFamily="49" charset="0"/>
              </a:rPr>
              <a:t>  </a:t>
            </a:r>
            <a:r>
              <a:rPr lang="da-DK" sz="1200" b="0" dirty="0" err="1">
                <a:solidFill>
                  <a:srgbClr val="D35400"/>
                </a:solidFill>
                <a:effectLst/>
                <a:latin typeface="Consolas" panose="020B0609020204030204" pitchFamily="49" charset="0"/>
              </a:rPr>
              <a:t>Serial</a:t>
            </a:r>
            <a:r>
              <a:rPr lang="da-DK" sz="1200" b="0" dirty="0" err="1">
                <a:solidFill>
                  <a:srgbClr val="4E5B61"/>
                </a:solidFill>
                <a:effectLst/>
                <a:latin typeface="Consolas" panose="020B0609020204030204" pitchFamily="49" charset="0"/>
              </a:rPr>
              <a:t>.</a:t>
            </a:r>
            <a:r>
              <a:rPr lang="da-DK" sz="1200" b="0" dirty="0" err="1">
                <a:solidFill>
                  <a:srgbClr val="D35400"/>
                </a:solidFill>
                <a:effectLst/>
                <a:latin typeface="Consolas" panose="020B0609020204030204" pitchFamily="49" charset="0"/>
              </a:rPr>
              <a:t>begin</a:t>
            </a:r>
            <a:r>
              <a:rPr lang="da-DK" sz="1200" b="0" dirty="0">
                <a:solidFill>
                  <a:srgbClr val="434F54"/>
                </a:solidFill>
                <a:effectLst/>
                <a:latin typeface="Consolas" panose="020B0609020204030204" pitchFamily="49" charset="0"/>
              </a:rPr>
              <a:t>(</a:t>
            </a:r>
            <a:r>
              <a:rPr lang="da-DK" sz="1200" b="0" dirty="0">
                <a:solidFill>
                  <a:srgbClr val="005C5F"/>
                </a:solidFill>
                <a:effectLst/>
                <a:latin typeface="Consolas" panose="020B0609020204030204" pitchFamily="49" charset="0"/>
              </a:rPr>
              <a:t>115200</a:t>
            </a:r>
            <a:r>
              <a:rPr lang="da-DK" sz="1200" b="0" dirty="0">
                <a:solidFill>
                  <a:srgbClr val="434F54"/>
                </a:solidFill>
                <a:effectLst/>
                <a:latin typeface="Consolas" panose="020B0609020204030204" pitchFamily="49" charset="0"/>
              </a:rPr>
              <a:t>)</a:t>
            </a:r>
            <a:r>
              <a:rPr lang="da-DK" sz="1200" b="0" dirty="0">
                <a:solidFill>
                  <a:srgbClr val="4E5B61"/>
                </a:solidFill>
                <a:effectLst/>
                <a:latin typeface="Consolas" panose="020B0609020204030204" pitchFamily="49" charset="0"/>
              </a:rPr>
              <a:t>;</a:t>
            </a:r>
          </a:p>
          <a:p>
            <a:pPr>
              <a:lnSpc>
                <a:spcPts val="1425"/>
              </a:lnSpc>
              <a:buNone/>
            </a:pPr>
            <a:r>
              <a:rPr lang="da-DK" sz="1200" b="0" dirty="0">
                <a:solidFill>
                  <a:srgbClr val="4E5B61"/>
                </a:solidFill>
                <a:effectLst/>
                <a:latin typeface="Consolas" panose="020B0609020204030204" pitchFamily="49" charset="0"/>
              </a:rPr>
              <a:t>  </a:t>
            </a:r>
            <a:r>
              <a:rPr lang="da-DK" sz="1200" b="0" dirty="0" err="1">
                <a:solidFill>
                  <a:srgbClr val="D35400"/>
                </a:solidFill>
                <a:effectLst/>
                <a:latin typeface="Consolas" panose="020B0609020204030204" pitchFamily="49" charset="0"/>
              </a:rPr>
              <a:t>delay</a:t>
            </a:r>
            <a:r>
              <a:rPr lang="da-DK" sz="1200" b="0" dirty="0">
                <a:solidFill>
                  <a:srgbClr val="434F54"/>
                </a:solidFill>
                <a:effectLst/>
                <a:latin typeface="Consolas" panose="020B0609020204030204" pitchFamily="49" charset="0"/>
              </a:rPr>
              <a:t>(</a:t>
            </a:r>
            <a:r>
              <a:rPr lang="da-DK" sz="1200" b="0" dirty="0">
                <a:solidFill>
                  <a:srgbClr val="005C5F"/>
                </a:solidFill>
                <a:effectLst/>
                <a:latin typeface="Consolas" panose="020B0609020204030204" pitchFamily="49" charset="0"/>
              </a:rPr>
              <a:t>400</a:t>
            </a:r>
            <a:r>
              <a:rPr lang="da-DK" sz="1200" b="0" dirty="0">
                <a:solidFill>
                  <a:srgbClr val="434F54"/>
                </a:solidFill>
                <a:effectLst/>
                <a:latin typeface="Consolas" panose="020B0609020204030204" pitchFamily="49" charset="0"/>
              </a:rPr>
              <a:t>)</a:t>
            </a:r>
            <a:r>
              <a:rPr lang="da-DK" sz="1200" b="0" dirty="0">
                <a:solidFill>
                  <a:srgbClr val="4E5B61"/>
                </a:solidFill>
                <a:effectLst/>
                <a:latin typeface="Consolas" panose="020B0609020204030204" pitchFamily="49" charset="0"/>
              </a:rPr>
              <a:t>;</a:t>
            </a:r>
          </a:p>
          <a:p>
            <a:pPr>
              <a:lnSpc>
                <a:spcPts val="1425"/>
              </a:lnSpc>
              <a:buNone/>
            </a:pPr>
            <a:r>
              <a:rPr lang="da-DK" sz="1200" b="0" dirty="0">
                <a:solidFill>
                  <a:srgbClr val="95A5A6"/>
                </a:solidFill>
                <a:effectLst/>
                <a:latin typeface="Consolas" panose="020B0609020204030204" pitchFamily="49" charset="0"/>
              </a:rPr>
              <a:t>  // </a:t>
            </a:r>
            <a:r>
              <a:rPr lang="da-DK" sz="1200" b="0" dirty="0" err="1">
                <a:solidFill>
                  <a:srgbClr val="95A5A6"/>
                </a:solidFill>
                <a:effectLst/>
                <a:latin typeface="Consolas" panose="020B0609020204030204" pitchFamily="49" charset="0"/>
              </a:rPr>
              <a:t>Allow</a:t>
            </a:r>
            <a:r>
              <a:rPr lang="da-DK" sz="1200" b="0" dirty="0">
                <a:solidFill>
                  <a:srgbClr val="95A5A6"/>
                </a:solidFill>
                <a:effectLst/>
                <a:latin typeface="Consolas" panose="020B0609020204030204" pitchFamily="49" charset="0"/>
              </a:rPr>
              <a:t> </a:t>
            </a:r>
            <a:r>
              <a:rPr lang="da-DK" sz="1200" b="0" dirty="0" err="1">
                <a:solidFill>
                  <a:srgbClr val="95A5A6"/>
                </a:solidFill>
                <a:effectLst/>
                <a:latin typeface="Consolas" panose="020B0609020204030204" pitchFamily="49" charset="0"/>
              </a:rPr>
              <a:t>reading</a:t>
            </a:r>
            <a:r>
              <a:rPr lang="da-DK" sz="1200" b="0" dirty="0">
                <a:solidFill>
                  <a:srgbClr val="95A5A6"/>
                </a:solidFill>
                <a:effectLst/>
                <a:latin typeface="Consolas" panose="020B0609020204030204" pitchFamily="49" charset="0"/>
              </a:rPr>
              <a:t> </a:t>
            </a:r>
            <a:r>
              <a:rPr lang="da-DK" sz="1200" b="0" dirty="0" err="1">
                <a:solidFill>
                  <a:srgbClr val="95A5A6"/>
                </a:solidFill>
                <a:effectLst/>
                <a:latin typeface="Consolas" panose="020B0609020204030204" pitchFamily="49" charset="0"/>
              </a:rPr>
              <a:t>values</a:t>
            </a:r>
            <a:r>
              <a:rPr lang="da-DK" sz="1200" b="0" dirty="0">
                <a:solidFill>
                  <a:srgbClr val="95A5A6"/>
                </a:solidFill>
                <a:effectLst/>
                <a:latin typeface="Consolas" panose="020B0609020204030204" pitchFamily="49" charset="0"/>
              </a:rPr>
              <a:t> from a </a:t>
            </a:r>
            <a:r>
              <a:rPr lang="da-DK" sz="1200" b="0" dirty="0" err="1">
                <a:solidFill>
                  <a:srgbClr val="95A5A6"/>
                </a:solidFill>
                <a:effectLst/>
                <a:latin typeface="Consolas" panose="020B0609020204030204" pitchFamily="49" charset="0"/>
              </a:rPr>
              <a:t>button</a:t>
            </a:r>
            <a:endParaRPr lang="da-DK" sz="1200" b="0" dirty="0">
              <a:solidFill>
                <a:srgbClr val="4E5B61"/>
              </a:solidFill>
              <a:effectLst/>
              <a:latin typeface="Consolas" panose="020B0609020204030204" pitchFamily="49" charset="0"/>
            </a:endParaRPr>
          </a:p>
          <a:p>
            <a:pPr>
              <a:lnSpc>
                <a:spcPts val="1425"/>
              </a:lnSpc>
              <a:buNone/>
            </a:pPr>
            <a:r>
              <a:rPr lang="da-DK" sz="1200" b="0" dirty="0">
                <a:solidFill>
                  <a:srgbClr val="4E5B61"/>
                </a:solidFill>
                <a:effectLst/>
                <a:latin typeface="Consolas" panose="020B0609020204030204" pitchFamily="49" charset="0"/>
              </a:rPr>
              <a:t>  </a:t>
            </a:r>
            <a:r>
              <a:rPr lang="da-DK" sz="1200" b="0" dirty="0" err="1">
                <a:solidFill>
                  <a:srgbClr val="D35400"/>
                </a:solidFill>
                <a:effectLst/>
                <a:latin typeface="Consolas" panose="020B0609020204030204" pitchFamily="49" charset="0"/>
              </a:rPr>
              <a:t>pinMode</a:t>
            </a:r>
            <a:r>
              <a:rPr lang="da-DK" sz="1200" b="0" dirty="0">
                <a:solidFill>
                  <a:srgbClr val="434F54"/>
                </a:solidFill>
                <a:effectLst/>
                <a:latin typeface="Consolas" panose="020B0609020204030204" pitchFamily="49" charset="0"/>
              </a:rPr>
              <a:t>(</a:t>
            </a:r>
            <a:r>
              <a:rPr lang="da-DK" sz="1200" b="0" dirty="0">
                <a:solidFill>
                  <a:srgbClr val="4E5B61"/>
                </a:solidFill>
                <a:effectLst/>
                <a:latin typeface="Consolas" panose="020B0609020204030204" pitchFamily="49" charset="0"/>
              </a:rPr>
              <a:t>LEFTBUTTON, INPUT_PULLUP</a:t>
            </a:r>
            <a:r>
              <a:rPr lang="da-DK" sz="1200" b="0" dirty="0">
                <a:solidFill>
                  <a:srgbClr val="434F54"/>
                </a:solidFill>
                <a:effectLst/>
                <a:latin typeface="Consolas" panose="020B0609020204030204" pitchFamily="49" charset="0"/>
              </a:rPr>
              <a:t>)</a:t>
            </a:r>
            <a:r>
              <a:rPr lang="da-DK" sz="1200" b="0" dirty="0">
                <a:solidFill>
                  <a:srgbClr val="4E5B61"/>
                </a:solidFill>
                <a:effectLst/>
                <a:latin typeface="Consolas" panose="020B0609020204030204" pitchFamily="49" charset="0"/>
              </a:rPr>
              <a:t>;</a:t>
            </a:r>
            <a:r>
              <a:rPr lang="da-DK" sz="1200" b="0" dirty="0">
                <a:solidFill>
                  <a:srgbClr val="95A5A6"/>
                </a:solidFill>
                <a:effectLst/>
                <a:latin typeface="Consolas" panose="020B0609020204030204" pitchFamily="49" charset="0"/>
              </a:rPr>
              <a:t>  // PULLUP: </a:t>
            </a:r>
            <a:r>
              <a:rPr lang="da-DK" sz="1200" b="0" dirty="0" err="1">
                <a:solidFill>
                  <a:srgbClr val="95A5A6"/>
                </a:solidFill>
                <a:effectLst/>
                <a:latin typeface="Consolas" panose="020B0609020204030204" pitchFamily="49" charset="0"/>
              </a:rPr>
              <a:t>released</a:t>
            </a:r>
            <a:r>
              <a:rPr lang="da-DK" sz="1200" b="0" dirty="0">
                <a:solidFill>
                  <a:srgbClr val="95A5A6"/>
                </a:solidFill>
                <a:effectLst/>
                <a:latin typeface="Consolas" panose="020B0609020204030204" pitchFamily="49" charset="0"/>
              </a:rPr>
              <a:t> = 1, </a:t>
            </a:r>
            <a:r>
              <a:rPr lang="da-DK" sz="1200" b="0" dirty="0" err="1">
                <a:solidFill>
                  <a:srgbClr val="95A5A6"/>
                </a:solidFill>
                <a:effectLst/>
                <a:latin typeface="Consolas" panose="020B0609020204030204" pitchFamily="49" charset="0"/>
              </a:rPr>
              <a:t>pressed</a:t>
            </a:r>
            <a:r>
              <a:rPr lang="da-DK" sz="1200" b="0" dirty="0">
                <a:solidFill>
                  <a:srgbClr val="95A5A6"/>
                </a:solidFill>
                <a:effectLst/>
                <a:latin typeface="Consolas" panose="020B0609020204030204" pitchFamily="49" charset="0"/>
              </a:rPr>
              <a:t> = 0</a:t>
            </a:r>
            <a:endParaRPr lang="da-DK" sz="1200" b="0" dirty="0">
              <a:solidFill>
                <a:srgbClr val="4E5B61"/>
              </a:solidFill>
              <a:effectLst/>
              <a:latin typeface="Consolas" panose="020B0609020204030204" pitchFamily="49" charset="0"/>
            </a:endParaRPr>
          </a:p>
          <a:p>
            <a:pPr>
              <a:lnSpc>
                <a:spcPts val="1425"/>
              </a:lnSpc>
              <a:buNone/>
            </a:pPr>
            <a:r>
              <a:rPr lang="da-DK" sz="1200" b="0" dirty="0">
                <a:solidFill>
                  <a:srgbClr val="434F54"/>
                </a:solidFill>
                <a:effectLst/>
                <a:latin typeface="Consolas" panose="020B0609020204030204" pitchFamily="49" charset="0"/>
              </a:rPr>
              <a:t>}</a:t>
            </a:r>
            <a:endParaRPr lang="da-DK" sz="1200" b="0" dirty="0">
              <a:solidFill>
                <a:srgbClr val="4E5B61"/>
              </a:solidFill>
              <a:effectLst/>
              <a:latin typeface="Consolas" panose="020B0609020204030204" pitchFamily="49" charset="0"/>
            </a:endParaRPr>
          </a:p>
          <a:p>
            <a:pPr>
              <a:lnSpc>
                <a:spcPts val="1425"/>
              </a:lnSpc>
              <a:buNone/>
            </a:pPr>
            <a:br>
              <a:rPr lang="da-DK" sz="1200" b="0" dirty="0">
                <a:solidFill>
                  <a:srgbClr val="4E5B61"/>
                </a:solidFill>
                <a:effectLst/>
                <a:latin typeface="Consolas" panose="020B0609020204030204" pitchFamily="49" charset="0"/>
              </a:rPr>
            </a:br>
            <a:r>
              <a:rPr lang="da-DK" sz="1200" b="0" dirty="0" err="1">
                <a:solidFill>
                  <a:srgbClr val="00979D"/>
                </a:solidFill>
                <a:effectLst/>
                <a:latin typeface="Consolas" panose="020B0609020204030204" pitchFamily="49" charset="0"/>
              </a:rPr>
              <a:t>void</a:t>
            </a:r>
            <a:r>
              <a:rPr lang="da-DK" sz="1200" b="0" dirty="0">
                <a:solidFill>
                  <a:srgbClr val="4E5B61"/>
                </a:solidFill>
                <a:effectLst/>
                <a:latin typeface="Consolas" panose="020B0609020204030204" pitchFamily="49" charset="0"/>
              </a:rPr>
              <a:t> </a:t>
            </a:r>
            <a:r>
              <a:rPr lang="da-DK" sz="1200" b="0" dirty="0">
                <a:solidFill>
                  <a:srgbClr val="D35400"/>
                </a:solidFill>
                <a:effectLst/>
                <a:latin typeface="Consolas" panose="020B0609020204030204" pitchFamily="49" charset="0"/>
              </a:rPr>
              <a:t>loop</a:t>
            </a:r>
            <a:r>
              <a:rPr lang="da-DK" sz="1200" b="0" dirty="0">
                <a:solidFill>
                  <a:srgbClr val="434F54"/>
                </a:solidFill>
                <a:effectLst/>
                <a:latin typeface="Consolas" panose="020B0609020204030204" pitchFamily="49" charset="0"/>
              </a:rPr>
              <a:t>()</a:t>
            </a:r>
            <a:r>
              <a:rPr lang="da-DK" sz="1200" b="0" dirty="0">
                <a:solidFill>
                  <a:srgbClr val="4E5B61"/>
                </a:solidFill>
                <a:effectLst/>
                <a:latin typeface="Consolas" panose="020B0609020204030204" pitchFamily="49" charset="0"/>
              </a:rPr>
              <a:t> </a:t>
            </a:r>
            <a:r>
              <a:rPr lang="da-DK" sz="1200" b="0" dirty="0">
                <a:solidFill>
                  <a:srgbClr val="434F54"/>
                </a:solidFill>
                <a:effectLst/>
                <a:latin typeface="Consolas" panose="020B0609020204030204" pitchFamily="49" charset="0"/>
              </a:rPr>
              <a:t>{</a:t>
            </a:r>
            <a:endParaRPr lang="da-DK" sz="1200" b="0" dirty="0">
              <a:solidFill>
                <a:srgbClr val="4E5B61"/>
              </a:solidFill>
              <a:effectLst/>
              <a:latin typeface="Consolas" panose="020B0609020204030204" pitchFamily="49" charset="0"/>
            </a:endParaRPr>
          </a:p>
          <a:p>
            <a:pPr>
              <a:lnSpc>
                <a:spcPts val="1425"/>
              </a:lnSpc>
              <a:buNone/>
            </a:pPr>
            <a:r>
              <a:rPr lang="da-DK" sz="1200" b="0" dirty="0">
                <a:solidFill>
                  <a:srgbClr val="4E5B61"/>
                </a:solidFill>
                <a:effectLst/>
                <a:latin typeface="Consolas" panose="020B0609020204030204" pitchFamily="49" charset="0"/>
              </a:rPr>
              <a:t>  </a:t>
            </a:r>
            <a:r>
              <a:rPr lang="da-DK" sz="1200" b="0" dirty="0" err="1">
                <a:solidFill>
                  <a:srgbClr val="00979D"/>
                </a:solidFill>
                <a:effectLst/>
                <a:latin typeface="Consolas" panose="020B0609020204030204" pitchFamily="49" charset="0"/>
              </a:rPr>
              <a:t>int</a:t>
            </a:r>
            <a:r>
              <a:rPr lang="da-DK" sz="1200" b="0" dirty="0">
                <a:solidFill>
                  <a:srgbClr val="4E5B61"/>
                </a:solidFill>
                <a:effectLst/>
                <a:latin typeface="Consolas" panose="020B0609020204030204" pitchFamily="49" charset="0"/>
              </a:rPr>
              <a:t> </a:t>
            </a:r>
            <a:r>
              <a:rPr lang="da-DK" sz="1200" b="0" dirty="0" err="1">
                <a:solidFill>
                  <a:srgbClr val="4E5B61"/>
                </a:solidFill>
                <a:effectLst/>
                <a:latin typeface="Consolas" panose="020B0609020204030204" pitchFamily="49" charset="0"/>
              </a:rPr>
              <a:t>left</a:t>
            </a:r>
            <a:r>
              <a:rPr lang="da-DK" sz="1200" b="0" dirty="0">
                <a:solidFill>
                  <a:srgbClr val="4E5B61"/>
                </a:solidFill>
                <a:effectLst/>
                <a:latin typeface="Consolas" panose="020B0609020204030204" pitchFamily="49" charset="0"/>
              </a:rPr>
              <a:t> = </a:t>
            </a:r>
            <a:r>
              <a:rPr lang="da-DK" sz="1200" b="0" dirty="0" err="1">
                <a:solidFill>
                  <a:srgbClr val="D35400"/>
                </a:solidFill>
                <a:effectLst/>
                <a:latin typeface="Consolas" panose="020B0609020204030204" pitchFamily="49" charset="0"/>
              </a:rPr>
              <a:t>digitalRead</a:t>
            </a:r>
            <a:r>
              <a:rPr lang="da-DK" sz="1200" b="0" dirty="0">
                <a:solidFill>
                  <a:srgbClr val="434F54"/>
                </a:solidFill>
                <a:effectLst/>
                <a:latin typeface="Consolas" panose="020B0609020204030204" pitchFamily="49" charset="0"/>
              </a:rPr>
              <a:t>(</a:t>
            </a:r>
            <a:r>
              <a:rPr lang="da-DK" sz="1200" b="0" dirty="0">
                <a:solidFill>
                  <a:srgbClr val="4E5B61"/>
                </a:solidFill>
                <a:effectLst/>
                <a:latin typeface="Consolas" panose="020B0609020204030204" pitchFamily="49" charset="0"/>
              </a:rPr>
              <a:t>LEFTBUTTON</a:t>
            </a:r>
            <a:r>
              <a:rPr lang="da-DK" sz="1200" b="0" dirty="0">
                <a:solidFill>
                  <a:srgbClr val="434F54"/>
                </a:solidFill>
                <a:effectLst/>
                <a:latin typeface="Consolas" panose="020B0609020204030204" pitchFamily="49" charset="0"/>
              </a:rPr>
              <a:t>)</a:t>
            </a:r>
            <a:r>
              <a:rPr lang="da-DK" sz="1200" b="0" dirty="0">
                <a:solidFill>
                  <a:srgbClr val="4E5B61"/>
                </a:solidFill>
                <a:effectLst/>
                <a:latin typeface="Consolas" panose="020B0609020204030204" pitchFamily="49" charset="0"/>
              </a:rPr>
              <a:t>;</a:t>
            </a:r>
          </a:p>
          <a:p>
            <a:pPr>
              <a:lnSpc>
                <a:spcPts val="1425"/>
              </a:lnSpc>
              <a:buNone/>
            </a:pPr>
            <a:r>
              <a:rPr lang="da-DK" sz="1200" b="0" dirty="0">
                <a:solidFill>
                  <a:srgbClr val="4E5B61"/>
                </a:solidFill>
                <a:effectLst/>
                <a:latin typeface="Consolas" panose="020B0609020204030204" pitchFamily="49" charset="0"/>
              </a:rPr>
              <a:t>  </a:t>
            </a:r>
            <a:r>
              <a:rPr lang="da-DK" sz="1200" b="0" dirty="0" err="1">
                <a:solidFill>
                  <a:srgbClr val="D35400"/>
                </a:solidFill>
                <a:effectLst/>
                <a:latin typeface="Consolas" panose="020B0609020204030204" pitchFamily="49" charset="0"/>
              </a:rPr>
              <a:t>printf</a:t>
            </a:r>
            <a:r>
              <a:rPr lang="da-DK" sz="1200" b="0" dirty="0">
                <a:solidFill>
                  <a:srgbClr val="434F54"/>
                </a:solidFill>
                <a:effectLst/>
                <a:latin typeface="Consolas" panose="020B0609020204030204" pitchFamily="49" charset="0"/>
              </a:rPr>
              <a:t>(</a:t>
            </a:r>
            <a:r>
              <a:rPr lang="da-DK" sz="1200" b="0" dirty="0">
                <a:solidFill>
                  <a:srgbClr val="005C5F"/>
                </a:solidFill>
                <a:effectLst/>
                <a:latin typeface="Consolas" panose="020B0609020204030204" pitchFamily="49" charset="0"/>
              </a:rPr>
              <a:t>"%d\n"</a:t>
            </a:r>
            <a:r>
              <a:rPr lang="da-DK" sz="1200" b="0" dirty="0">
                <a:solidFill>
                  <a:srgbClr val="4E5B61"/>
                </a:solidFill>
                <a:effectLst/>
                <a:latin typeface="Consolas" panose="020B0609020204030204" pitchFamily="49" charset="0"/>
              </a:rPr>
              <a:t>, </a:t>
            </a:r>
            <a:r>
              <a:rPr lang="da-DK" sz="1200" b="0" dirty="0" err="1">
                <a:solidFill>
                  <a:srgbClr val="4E5B61"/>
                </a:solidFill>
                <a:effectLst/>
                <a:latin typeface="Consolas" panose="020B0609020204030204" pitchFamily="49" charset="0"/>
              </a:rPr>
              <a:t>left</a:t>
            </a:r>
            <a:r>
              <a:rPr lang="da-DK" sz="1200" b="0" dirty="0">
                <a:solidFill>
                  <a:srgbClr val="434F54"/>
                </a:solidFill>
                <a:effectLst/>
                <a:latin typeface="Consolas" panose="020B0609020204030204" pitchFamily="49" charset="0"/>
              </a:rPr>
              <a:t>)</a:t>
            </a:r>
            <a:r>
              <a:rPr lang="da-DK" sz="1200" b="0" dirty="0">
                <a:solidFill>
                  <a:srgbClr val="4E5B61"/>
                </a:solidFill>
                <a:effectLst/>
                <a:latin typeface="Consolas" panose="020B0609020204030204" pitchFamily="49" charset="0"/>
              </a:rPr>
              <a:t>;</a:t>
            </a:r>
            <a:r>
              <a:rPr lang="da-DK" sz="1200" b="0" dirty="0">
                <a:solidFill>
                  <a:srgbClr val="434F54"/>
                </a:solidFill>
                <a:effectLst/>
                <a:latin typeface="Consolas" panose="020B0609020204030204" pitchFamily="49" charset="0"/>
              </a:rPr>
              <a:t>}</a:t>
            </a:r>
            <a:endParaRPr lang="da-DK" sz="1200" b="0" dirty="0">
              <a:solidFill>
                <a:srgbClr val="4E5B61"/>
              </a:solidFill>
              <a:effectLst/>
              <a:latin typeface="Consolas" panose="020B0609020204030204" pitchFamily="49" charset="0"/>
            </a:endParaRPr>
          </a:p>
        </p:txBody>
      </p:sp>
    </p:spTree>
    <p:extLst>
      <p:ext uri="{BB962C8B-B14F-4D97-AF65-F5344CB8AC3E}">
        <p14:creationId xmlns:p14="http://schemas.microsoft.com/office/powerpoint/2010/main" val="1060892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E7B13B-0029-0E83-F3B9-9628EF09BFA0}"/>
              </a:ext>
            </a:extLst>
          </p:cNvPr>
          <p:cNvSpPr>
            <a:spLocks noGrp="1"/>
          </p:cNvSpPr>
          <p:nvPr>
            <p:ph type="sldNum" sz="quarter" idx="4"/>
          </p:nvPr>
        </p:nvSpPr>
        <p:spPr/>
        <p:txBody>
          <a:bodyPr/>
          <a:lstStyle/>
          <a:p>
            <a:fld id="{D8D877B3-D348-4611-9BDB-C5374591D951}" type="slidenum">
              <a:rPr lang="en-US" smtClean="0"/>
              <a:pPr/>
              <a:t>10</a:t>
            </a:fld>
            <a:endParaRPr lang="en-US" dirty="0"/>
          </a:p>
        </p:txBody>
      </p:sp>
      <p:sp>
        <p:nvSpPr>
          <p:cNvPr id="6" name="Title 5">
            <a:extLst>
              <a:ext uri="{FF2B5EF4-FFF2-40B4-BE49-F238E27FC236}">
                <a16:creationId xmlns:a16="http://schemas.microsoft.com/office/drawing/2014/main" id="{6F880B94-909B-F860-1ADE-9D01310854FF}"/>
              </a:ext>
            </a:extLst>
          </p:cNvPr>
          <p:cNvSpPr>
            <a:spLocks noGrp="1"/>
          </p:cNvSpPr>
          <p:nvPr>
            <p:ph type="title"/>
          </p:nvPr>
        </p:nvSpPr>
        <p:spPr>
          <a:xfrm>
            <a:off x="587374" y="370290"/>
            <a:ext cx="9158205" cy="1474385"/>
          </a:xfrm>
        </p:spPr>
        <p:txBody>
          <a:bodyPr/>
          <a:lstStyle/>
          <a:p>
            <a:r>
              <a:rPr lang="da-DK" dirty="0"/>
              <a:t>Opgave: KS_conditional_esp32</a:t>
            </a:r>
            <a:br>
              <a:rPr lang="da-DK" dirty="0"/>
            </a:br>
            <a:r>
              <a:rPr lang="da-DK" dirty="0" err="1"/>
              <a:t>Conditional</a:t>
            </a:r>
            <a:r>
              <a:rPr lang="da-DK" dirty="0"/>
              <a:t> statements</a:t>
            </a:r>
            <a:endParaRPr lang="LID4096" dirty="0"/>
          </a:p>
        </p:txBody>
      </p:sp>
      <p:sp>
        <p:nvSpPr>
          <p:cNvPr id="7" name="Text Placeholder 6">
            <a:extLst>
              <a:ext uri="{FF2B5EF4-FFF2-40B4-BE49-F238E27FC236}">
                <a16:creationId xmlns:a16="http://schemas.microsoft.com/office/drawing/2014/main" id="{B28FC61F-7177-C009-8CE3-52F13D2A4FF6}"/>
              </a:ext>
            </a:extLst>
          </p:cNvPr>
          <p:cNvSpPr>
            <a:spLocks noGrp="1"/>
          </p:cNvSpPr>
          <p:nvPr>
            <p:ph type="body" sz="quarter" idx="12"/>
          </p:nvPr>
        </p:nvSpPr>
        <p:spPr>
          <a:xfrm>
            <a:off x="667586" y="1905506"/>
            <a:ext cx="5149878" cy="3704284"/>
          </a:xfrm>
        </p:spPr>
        <p:txBody>
          <a:bodyPr/>
          <a:lstStyle/>
          <a:p>
            <a:pPr marL="0" indent="0">
              <a:buNone/>
            </a:pPr>
            <a:r>
              <a:rPr lang="da-DK" dirty="0"/>
              <a:t>Find ud af hvad forskellen er på KS_conditional_esp32 og KS_what_we_know_esp32</a:t>
            </a:r>
          </a:p>
          <a:p>
            <a:pPr lvl="0"/>
            <a:r>
              <a:rPr lang="da-DK" dirty="0"/>
              <a:t>Hvor bruger vi en </a:t>
            </a:r>
            <a:r>
              <a:rPr lang="da-DK" dirty="0" err="1"/>
              <a:t>condition</a:t>
            </a:r>
            <a:r>
              <a:rPr lang="da-DK" dirty="0"/>
              <a:t>, til at ændre </a:t>
            </a:r>
            <a:r>
              <a:rPr lang="da-DK" dirty="0" err="1"/>
              <a:t>funkionen</a:t>
            </a:r>
            <a:r>
              <a:rPr lang="da-DK" dirty="0"/>
              <a:t> af programmet? Og hvad sker der i denne </a:t>
            </a:r>
            <a:r>
              <a:rPr lang="da-DK" dirty="0" err="1"/>
              <a:t>condition</a:t>
            </a:r>
            <a:r>
              <a:rPr lang="da-DK" dirty="0"/>
              <a:t>?</a:t>
            </a:r>
          </a:p>
          <a:p>
            <a:r>
              <a:rPr lang="da-DK" dirty="0"/>
              <a:t>Hvad gør dette program anderledes?</a:t>
            </a:r>
            <a:endParaRPr lang="LID4096" dirty="0"/>
          </a:p>
        </p:txBody>
      </p:sp>
      <p:graphicFrame>
        <p:nvGraphicFramePr>
          <p:cNvPr id="10" name="Diagram 9">
            <a:extLst>
              <a:ext uri="{FF2B5EF4-FFF2-40B4-BE49-F238E27FC236}">
                <a16:creationId xmlns:a16="http://schemas.microsoft.com/office/drawing/2014/main" id="{CE3E495C-34EF-99C9-15DE-AF82E164F863}"/>
              </a:ext>
            </a:extLst>
          </p:cNvPr>
          <p:cNvGraphicFramePr/>
          <p:nvPr>
            <p:extLst>
              <p:ext uri="{D42A27DB-BD31-4B8C-83A1-F6EECF244321}">
                <p14:modId xmlns:p14="http://schemas.microsoft.com/office/powerpoint/2010/main" val="2034075205"/>
              </p:ext>
            </p:extLst>
          </p:nvPr>
        </p:nvGraphicFramePr>
        <p:xfrm>
          <a:off x="383506" y="3609875"/>
          <a:ext cx="4886325" cy="31191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Box 11">
            <a:extLst>
              <a:ext uri="{FF2B5EF4-FFF2-40B4-BE49-F238E27FC236}">
                <a16:creationId xmlns:a16="http://schemas.microsoft.com/office/drawing/2014/main" id="{76E7311A-A120-08AD-A0BF-99769F5C2FF4}"/>
              </a:ext>
            </a:extLst>
          </p:cNvPr>
          <p:cNvSpPr txBox="1"/>
          <p:nvPr/>
        </p:nvSpPr>
        <p:spPr>
          <a:xfrm>
            <a:off x="5914352" y="1905506"/>
            <a:ext cx="6277648" cy="3046988"/>
          </a:xfrm>
          <a:prstGeom prst="rect">
            <a:avLst/>
          </a:prstGeom>
          <a:solidFill>
            <a:schemeClr val="accent4">
              <a:lumMod val="40000"/>
              <a:lumOff val="60000"/>
            </a:schemeClr>
          </a:solidFill>
        </p:spPr>
        <p:txBody>
          <a:bodyPr wrap="square">
            <a:spAutoFit/>
          </a:bodyPr>
          <a:lstStyle/>
          <a:p>
            <a:r>
              <a:rPr lang="en-US" sz="1200" b="0" dirty="0">
                <a:solidFill>
                  <a:srgbClr val="00979D"/>
                </a:solidFill>
                <a:effectLst/>
                <a:latin typeface="Consolas" panose="020B0609020204030204" pitchFamily="49" charset="0"/>
              </a:rPr>
              <a:t>int</a:t>
            </a:r>
            <a:r>
              <a:rPr lang="en-US" sz="1200" b="0" dirty="0">
                <a:solidFill>
                  <a:srgbClr val="4E5B61"/>
                </a:solidFill>
                <a:effectLst/>
                <a:latin typeface="Consolas" panose="020B0609020204030204" pitchFamily="49" charset="0"/>
              </a:rPr>
              <a:t> LEFTBUTTON = </a:t>
            </a:r>
            <a:r>
              <a:rPr lang="en-US" sz="1200" b="0" dirty="0">
                <a:solidFill>
                  <a:srgbClr val="005C5F"/>
                </a:solidFill>
                <a:effectLst/>
                <a:latin typeface="Consolas" panose="020B0609020204030204" pitchFamily="49" charset="0"/>
              </a:rPr>
              <a:t>0</a:t>
            </a:r>
            <a:r>
              <a:rPr lang="en-US" sz="1200" b="0" dirty="0">
                <a:solidFill>
                  <a:srgbClr val="4E5B61"/>
                </a:solidFill>
                <a:effectLst/>
                <a:latin typeface="Consolas" panose="020B0609020204030204" pitchFamily="49" charset="0"/>
              </a:rPr>
              <a:t>;</a:t>
            </a:r>
          </a:p>
          <a:p>
            <a:r>
              <a:rPr lang="en-US" sz="1200" b="0" dirty="0">
                <a:solidFill>
                  <a:srgbClr val="00979D"/>
                </a:solidFill>
                <a:effectLst/>
                <a:latin typeface="Consolas" panose="020B0609020204030204" pitchFamily="49" charset="0"/>
              </a:rPr>
              <a:t>int</a:t>
            </a:r>
            <a:r>
              <a:rPr lang="en-US" sz="1200" b="0" dirty="0">
                <a:solidFill>
                  <a:srgbClr val="4E5B61"/>
                </a:solidFill>
                <a:effectLst/>
                <a:latin typeface="Consolas" panose="020B0609020204030204" pitchFamily="49" charset="0"/>
              </a:rPr>
              <a:t> </a:t>
            </a:r>
            <a:r>
              <a:rPr lang="en-US" sz="1200" b="0" dirty="0" err="1">
                <a:solidFill>
                  <a:srgbClr val="4E5B61"/>
                </a:solidFill>
                <a:effectLst/>
                <a:latin typeface="Consolas" panose="020B0609020204030204" pitchFamily="49" charset="0"/>
              </a:rPr>
              <a:t>lprev</a:t>
            </a:r>
            <a:r>
              <a:rPr lang="en-US" sz="1200" b="0" dirty="0">
                <a:solidFill>
                  <a:srgbClr val="4E5B61"/>
                </a:solidFill>
                <a:effectLst/>
                <a:latin typeface="Consolas" panose="020B0609020204030204" pitchFamily="49" charset="0"/>
              </a:rPr>
              <a:t> = -</a:t>
            </a:r>
            <a:r>
              <a:rPr lang="en-US" sz="1200" b="0" dirty="0">
                <a:solidFill>
                  <a:srgbClr val="005C5F"/>
                </a:solidFill>
                <a:effectLst/>
                <a:latin typeface="Consolas" panose="020B0609020204030204" pitchFamily="49" charset="0"/>
              </a:rPr>
              <a:t>1</a:t>
            </a:r>
            <a:r>
              <a:rPr lang="en-US" sz="1200" b="0" dirty="0">
                <a:solidFill>
                  <a:srgbClr val="4E5B61"/>
                </a:solidFill>
                <a:effectLst/>
                <a:latin typeface="Consolas" panose="020B0609020204030204" pitchFamily="49" charset="0"/>
              </a:rPr>
              <a:t>;</a:t>
            </a:r>
          </a:p>
          <a:p>
            <a:r>
              <a:rPr lang="en-US" sz="1200" b="0" dirty="0">
                <a:solidFill>
                  <a:srgbClr val="00979D"/>
                </a:solidFill>
                <a:effectLst/>
                <a:latin typeface="Consolas" panose="020B0609020204030204" pitchFamily="49" charset="0"/>
              </a:rPr>
              <a:t>void</a:t>
            </a:r>
            <a:r>
              <a:rPr lang="en-US" sz="1200" b="0" dirty="0">
                <a:solidFill>
                  <a:srgbClr val="4E5B61"/>
                </a:solidFill>
                <a:effectLst/>
                <a:latin typeface="Consolas" panose="020B0609020204030204" pitchFamily="49" charset="0"/>
              </a:rPr>
              <a:t> </a:t>
            </a:r>
            <a:r>
              <a:rPr lang="en-US" sz="1200" b="0" dirty="0">
                <a:solidFill>
                  <a:srgbClr val="D35400"/>
                </a:solidFill>
                <a:effectLst/>
                <a:latin typeface="Consolas" panose="020B0609020204030204" pitchFamily="49" charset="0"/>
              </a:rPr>
              <a:t>setup</a:t>
            </a:r>
            <a:r>
              <a:rPr lang="en-US" sz="1200" b="0" dirty="0">
                <a:solidFill>
                  <a:srgbClr val="434F54"/>
                </a:solidFill>
                <a:effectLst/>
                <a:latin typeface="Consolas" panose="020B0609020204030204" pitchFamily="49" charset="0"/>
              </a:rPr>
              <a:t>(</a:t>
            </a:r>
            <a:r>
              <a:rPr lang="en-US" sz="1200" b="0" dirty="0">
                <a:solidFill>
                  <a:srgbClr val="00979D"/>
                </a:solidFill>
                <a:effectLst/>
                <a:latin typeface="Consolas" panose="020B0609020204030204" pitchFamily="49" charset="0"/>
              </a:rPr>
              <a:t>void</a:t>
            </a:r>
            <a:r>
              <a:rPr lang="en-US" sz="1200" b="0" dirty="0">
                <a:solidFill>
                  <a:srgbClr val="434F54"/>
                </a:solidFill>
                <a:effectLst/>
                <a:latin typeface="Consolas" panose="020B0609020204030204" pitchFamily="49" charset="0"/>
              </a:rPr>
              <a:t>)</a:t>
            </a:r>
            <a:r>
              <a:rPr lang="en-US" sz="1200" b="0" dirty="0">
                <a:solidFill>
                  <a:srgbClr val="4E5B61"/>
                </a:solidFill>
                <a:effectLst/>
                <a:latin typeface="Consolas" panose="020B0609020204030204" pitchFamily="49" charset="0"/>
              </a:rPr>
              <a:t> </a:t>
            </a:r>
            <a:r>
              <a:rPr lang="en-US" sz="1200" b="0" dirty="0">
                <a:solidFill>
                  <a:srgbClr val="434F54"/>
                </a:solidFill>
                <a:effectLst/>
                <a:latin typeface="Consolas" panose="020B0609020204030204" pitchFamily="49" charset="0"/>
              </a:rPr>
              <a:t>{</a:t>
            </a:r>
            <a:endParaRPr lang="en-US" sz="1200" b="0" dirty="0">
              <a:solidFill>
                <a:srgbClr val="4E5B61"/>
              </a:solidFill>
              <a:effectLst/>
              <a:latin typeface="Consolas" panose="020B0609020204030204" pitchFamily="49" charset="0"/>
            </a:endParaRPr>
          </a:p>
          <a:p>
            <a:r>
              <a:rPr lang="en-US" sz="1200" b="0" dirty="0">
                <a:solidFill>
                  <a:srgbClr val="4E5B61"/>
                </a:solidFill>
                <a:effectLst/>
                <a:latin typeface="Consolas" panose="020B0609020204030204" pitchFamily="49" charset="0"/>
              </a:rPr>
              <a:t>  </a:t>
            </a:r>
            <a:r>
              <a:rPr lang="en-US" sz="1200" b="0" dirty="0" err="1">
                <a:solidFill>
                  <a:srgbClr val="D35400"/>
                </a:solidFill>
                <a:effectLst/>
                <a:latin typeface="Consolas" panose="020B0609020204030204" pitchFamily="49" charset="0"/>
              </a:rPr>
              <a:t>Serial</a:t>
            </a:r>
            <a:r>
              <a:rPr lang="en-US" sz="1200" b="0" dirty="0" err="1">
                <a:solidFill>
                  <a:srgbClr val="4E5B61"/>
                </a:solidFill>
                <a:effectLst/>
                <a:latin typeface="Consolas" panose="020B0609020204030204" pitchFamily="49" charset="0"/>
              </a:rPr>
              <a:t>.</a:t>
            </a:r>
            <a:r>
              <a:rPr lang="en-US" sz="1200" b="0" dirty="0" err="1">
                <a:solidFill>
                  <a:srgbClr val="D35400"/>
                </a:solidFill>
                <a:effectLst/>
                <a:latin typeface="Consolas" panose="020B0609020204030204" pitchFamily="49" charset="0"/>
              </a:rPr>
              <a:t>begin</a:t>
            </a:r>
            <a:r>
              <a:rPr lang="en-US" sz="1200" b="0" dirty="0">
                <a:solidFill>
                  <a:srgbClr val="434F54"/>
                </a:solidFill>
                <a:effectLst/>
                <a:latin typeface="Consolas" panose="020B0609020204030204" pitchFamily="49" charset="0"/>
              </a:rPr>
              <a:t>(</a:t>
            </a:r>
            <a:r>
              <a:rPr lang="en-US" sz="1200" b="0" dirty="0">
                <a:solidFill>
                  <a:srgbClr val="005C5F"/>
                </a:solidFill>
                <a:effectLst/>
                <a:latin typeface="Consolas" panose="020B0609020204030204" pitchFamily="49" charset="0"/>
              </a:rPr>
              <a:t>115200</a:t>
            </a:r>
            <a:r>
              <a:rPr lang="en-US" sz="1200" b="0" dirty="0">
                <a:solidFill>
                  <a:srgbClr val="434F54"/>
                </a:solidFill>
                <a:effectLst/>
                <a:latin typeface="Consolas" panose="020B0609020204030204" pitchFamily="49" charset="0"/>
              </a:rPr>
              <a:t>)</a:t>
            </a:r>
            <a:r>
              <a:rPr lang="en-US" sz="1200" b="0" dirty="0">
                <a:solidFill>
                  <a:srgbClr val="4E5B61"/>
                </a:solidFill>
                <a:effectLst/>
                <a:latin typeface="Consolas" panose="020B0609020204030204" pitchFamily="49" charset="0"/>
              </a:rPr>
              <a:t>;</a:t>
            </a:r>
          </a:p>
          <a:p>
            <a:r>
              <a:rPr lang="en-US" sz="1200" b="0" dirty="0">
                <a:solidFill>
                  <a:srgbClr val="4E5B61"/>
                </a:solidFill>
                <a:effectLst/>
                <a:latin typeface="Consolas" panose="020B0609020204030204" pitchFamily="49" charset="0"/>
              </a:rPr>
              <a:t>  </a:t>
            </a:r>
            <a:r>
              <a:rPr lang="en-US" sz="1200" b="0" dirty="0">
                <a:solidFill>
                  <a:srgbClr val="D35400"/>
                </a:solidFill>
                <a:effectLst/>
                <a:latin typeface="Consolas" panose="020B0609020204030204" pitchFamily="49" charset="0"/>
              </a:rPr>
              <a:t>delay</a:t>
            </a:r>
            <a:r>
              <a:rPr lang="en-US" sz="1200" b="0" dirty="0">
                <a:solidFill>
                  <a:srgbClr val="434F54"/>
                </a:solidFill>
                <a:effectLst/>
                <a:latin typeface="Consolas" panose="020B0609020204030204" pitchFamily="49" charset="0"/>
              </a:rPr>
              <a:t>(</a:t>
            </a:r>
            <a:r>
              <a:rPr lang="en-US" sz="1200" b="0" dirty="0">
                <a:solidFill>
                  <a:srgbClr val="005C5F"/>
                </a:solidFill>
                <a:effectLst/>
                <a:latin typeface="Consolas" panose="020B0609020204030204" pitchFamily="49" charset="0"/>
              </a:rPr>
              <a:t>400</a:t>
            </a:r>
            <a:r>
              <a:rPr lang="en-US" sz="1200" b="0" dirty="0">
                <a:solidFill>
                  <a:srgbClr val="434F54"/>
                </a:solidFill>
                <a:effectLst/>
                <a:latin typeface="Consolas" panose="020B0609020204030204" pitchFamily="49" charset="0"/>
              </a:rPr>
              <a:t>)</a:t>
            </a:r>
            <a:r>
              <a:rPr lang="en-US" sz="1200" b="0" dirty="0">
                <a:solidFill>
                  <a:srgbClr val="4E5B61"/>
                </a:solidFill>
                <a:effectLst/>
                <a:latin typeface="Consolas" panose="020B0609020204030204" pitchFamily="49" charset="0"/>
              </a:rPr>
              <a:t>; </a:t>
            </a:r>
          </a:p>
          <a:p>
            <a:r>
              <a:rPr lang="en-US" sz="1200" b="0" dirty="0">
                <a:solidFill>
                  <a:srgbClr val="4E5B61"/>
                </a:solidFill>
                <a:effectLst/>
                <a:latin typeface="Consolas" panose="020B0609020204030204" pitchFamily="49" charset="0"/>
              </a:rPr>
              <a:t>  </a:t>
            </a:r>
            <a:r>
              <a:rPr lang="en-US" sz="1200" b="0" dirty="0" err="1">
                <a:solidFill>
                  <a:srgbClr val="D35400"/>
                </a:solidFill>
                <a:effectLst/>
                <a:latin typeface="Consolas" panose="020B0609020204030204" pitchFamily="49" charset="0"/>
              </a:rPr>
              <a:t>pinMode</a:t>
            </a:r>
            <a:r>
              <a:rPr lang="en-US" sz="1200" b="0" dirty="0">
                <a:solidFill>
                  <a:srgbClr val="434F54"/>
                </a:solidFill>
                <a:effectLst/>
                <a:latin typeface="Consolas" panose="020B0609020204030204" pitchFamily="49" charset="0"/>
              </a:rPr>
              <a:t>(</a:t>
            </a:r>
            <a:r>
              <a:rPr lang="en-US" sz="1200" b="0" dirty="0">
                <a:solidFill>
                  <a:srgbClr val="4E5B61"/>
                </a:solidFill>
                <a:effectLst/>
                <a:latin typeface="Consolas" panose="020B0609020204030204" pitchFamily="49" charset="0"/>
              </a:rPr>
              <a:t>LEFTBUTTON, INPUT_PULLUP</a:t>
            </a:r>
            <a:r>
              <a:rPr lang="en-US" sz="1200" b="0" dirty="0">
                <a:solidFill>
                  <a:srgbClr val="434F54"/>
                </a:solidFill>
                <a:effectLst/>
                <a:latin typeface="Consolas" panose="020B0609020204030204" pitchFamily="49" charset="0"/>
              </a:rPr>
              <a:t>)</a:t>
            </a:r>
            <a:r>
              <a:rPr lang="en-US" sz="1200" b="0" dirty="0">
                <a:solidFill>
                  <a:srgbClr val="4E5B61"/>
                </a:solidFill>
                <a:effectLst/>
                <a:latin typeface="Consolas" panose="020B0609020204030204" pitchFamily="49" charset="0"/>
              </a:rPr>
              <a:t>;</a:t>
            </a:r>
            <a:r>
              <a:rPr lang="en-US" sz="1200" b="0" dirty="0">
                <a:solidFill>
                  <a:srgbClr val="95A5A6"/>
                </a:solidFill>
                <a:effectLst/>
                <a:latin typeface="Consolas" panose="020B0609020204030204" pitchFamily="49" charset="0"/>
              </a:rPr>
              <a:t>  // PULLUP: released = 1, pressed = 0</a:t>
            </a:r>
            <a:endParaRPr lang="en-US" sz="1200" b="0" dirty="0">
              <a:solidFill>
                <a:srgbClr val="4E5B61"/>
              </a:solidFill>
              <a:effectLst/>
              <a:latin typeface="Consolas" panose="020B0609020204030204" pitchFamily="49" charset="0"/>
            </a:endParaRPr>
          </a:p>
          <a:p>
            <a:r>
              <a:rPr lang="en-US" sz="1200" b="0" dirty="0">
                <a:solidFill>
                  <a:srgbClr val="434F54"/>
                </a:solidFill>
                <a:effectLst/>
                <a:latin typeface="Consolas" panose="020B0609020204030204" pitchFamily="49" charset="0"/>
              </a:rPr>
              <a:t>}</a:t>
            </a:r>
          </a:p>
          <a:p>
            <a:r>
              <a:rPr lang="en-US" sz="1200" dirty="0">
                <a:solidFill>
                  <a:srgbClr val="434F54"/>
                </a:solidFill>
                <a:latin typeface="Consolas" panose="020B0609020204030204" pitchFamily="49" charset="0"/>
              </a:rPr>
              <a:t> </a:t>
            </a:r>
            <a:endParaRPr lang="en-US" sz="1200" b="0" dirty="0">
              <a:solidFill>
                <a:srgbClr val="4E5B61"/>
              </a:solidFill>
              <a:effectLst/>
              <a:latin typeface="Consolas" panose="020B0609020204030204" pitchFamily="49" charset="0"/>
            </a:endParaRPr>
          </a:p>
          <a:p>
            <a:r>
              <a:rPr lang="en-US" sz="1200" b="0" dirty="0">
                <a:solidFill>
                  <a:srgbClr val="00979D"/>
                </a:solidFill>
                <a:effectLst/>
                <a:latin typeface="Consolas" panose="020B0609020204030204" pitchFamily="49" charset="0"/>
              </a:rPr>
              <a:t>void</a:t>
            </a:r>
            <a:r>
              <a:rPr lang="en-US" sz="1200" b="0" dirty="0">
                <a:solidFill>
                  <a:srgbClr val="4E5B61"/>
                </a:solidFill>
                <a:effectLst/>
                <a:latin typeface="Consolas" panose="020B0609020204030204" pitchFamily="49" charset="0"/>
              </a:rPr>
              <a:t> </a:t>
            </a:r>
            <a:r>
              <a:rPr lang="en-US" sz="1200" b="0" dirty="0">
                <a:solidFill>
                  <a:srgbClr val="D35400"/>
                </a:solidFill>
                <a:effectLst/>
                <a:latin typeface="Consolas" panose="020B0609020204030204" pitchFamily="49" charset="0"/>
              </a:rPr>
              <a:t>loop</a:t>
            </a:r>
            <a:r>
              <a:rPr lang="en-US" sz="1200" b="0" dirty="0">
                <a:solidFill>
                  <a:srgbClr val="434F54"/>
                </a:solidFill>
                <a:effectLst/>
                <a:latin typeface="Consolas" panose="020B0609020204030204" pitchFamily="49" charset="0"/>
              </a:rPr>
              <a:t>()</a:t>
            </a:r>
            <a:r>
              <a:rPr lang="en-US" sz="1200" b="0" dirty="0">
                <a:solidFill>
                  <a:srgbClr val="4E5B61"/>
                </a:solidFill>
                <a:effectLst/>
                <a:latin typeface="Consolas" panose="020B0609020204030204" pitchFamily="49" charset="0"/>
              </a:rPr>
              <a:t> </a:t>
            </a:r>
            <a:r>
              <a:rPr lang="en-US" sz="1200" b="0" dirty="0">
                <a:solidFill>
                  <a:srgbClr val="434F54"/>
                </a:solidFill>
                <a:effectLst/>
                <a:latin typeface="Consolas" panose="020B0609020204030204" pitchFamily="49" charset="0"/>
              </a:rPr>
              <a:t>{</a:t>
            </a:r>
            <a:r>
              <a:rPr lang="en-US" sz="1200" b="0" dirty="0">
                <a:solidFill>
                  <a:srgbClr val="4E5B61"/>
                </a:solidFill>
                <a:effectLst/>
                <a:latin typeface="Consolas" panose="020B0609020204030204" pitchFamily="49" charset="0"/>
              </a:rPr>
              <a:t>  </a:t>
            </a:r>
          </a:p>
          <a:p>
            <a:r>
              <a:rPr lang="en-US" sz="1200" dirty="0">
                <a:solidFill>
                  <a:srgbClr val="4E5B61"/>
                </a:solidFill>
                <a:latin typeface="Consolas" panose="020B0609020204030204" pitchFamily="49" charset="0"/>
              </a:rPr>
              <a:t>  </a:t>
            </a:r>
            <a:r>
              <a:rPr lang="en-US" sz="1200" b="0" dirty="0">
                <a:solidFill>
                  <a:srgbClr val="00979D"/>
                </a:solidFill>
                <a:effectLst/>
                <a:latin typeface="Consolas" panose="020B0609020204030204" pitchFamily="49" charset="0"/>
              </a:rPr>
              <a:t>int</a:t>
            </a:r>
            <a:r>
              <a:rPr lang="en-US" sz="1200" b="0" dirty="0">
                <a:solidFill>
                  <a:srgbClr val="4E5B61"/>
                </a:solidFill>
                <a:effectLst/>
                <a:latin typeface="Consolas" panose="020B0609020204030204" pitchFamily="49" charset="0"/>
              </a:rPr>
              <a:t> left = </a:t>
            </a:r>
            <a:r>
              <a:rPr lang="en-US" sz="1200" b="0" dirty="0" err="1">
                <a:solidFill>
                  <a:srgbClr val="D35400"/>
                </a:solidFill>
                <a:effectLst/>
                <a:latin typeface="Consolas" panose="020B0609020204030204" pitchFamily="49" charset="0"/>
              </a:rPr>
              <a:t>digitalRead</a:t>
            </a:r>
            <a:r>
              <a:rPr lang="en-US" sz="1200" b="0" dirty="0">
                <a:solidFill>
                  <a:srgbClr val="434F54"/>
                </a:solidFill>
                <a:effectLst/>
                <a:latin typeface="Consolas" panose="020B0609020204030204" pitchFamily="49" charset="0"/>
              </a:rPr>
              <a:t>(</a:t>
            </a:r>
            <a:r>
              <a:rPr lang="en-US" sz="1200" b="0" dirty="0">
                <a:solidFill>
                  <a:srgbClr val="4E5B61"/>
                </a:solidFill>
                <a:effectLst/>
                <a:latin typeface="Consolas" panose="020B0609020204030204" pitchFamily="49" charset="0"/>
              </a:rPr>
              <a:t>LEFTBUTTON</a:t>
            </a:r>
            <a:r>
              <a:rPr lang="en-US" sz="1200" b="0" dirty="0">
                <a:solidFill>
                  <a:srgbClr val="434F54"/>
                </a:solidFill>
                <a:effectLst/>
                <a:latin typeface="Consolas" panose="020B0609020204030204" pitchFamily="49" charset="0"/>
              </a:rPr>
              <a:t>)</a:t>
            </a:r>
            <a:r>
              <a:rPr lang="en-US" sz="1200" b="0" dirty="0">
                <a:solidFill>
                  <a:srgbClr val="4E5B61"/>
                </a:solidFill>
                <a:effectLst/>
                <a:latin typeface="Consolas" panose="020B0609020204030204" pitchFamily="49" charset="0"/>
              </a:rPr>
              <a:t>;</a:t>
            </a:r>
            <a:r>
              <a:rPr lang="en-US" sz="1200" b="0" dirty="0">
                <a:solidFill>
                  <a:srgbClr val="95A5A6"/>
                </a:solidFill>
                <a:effectLst/>
                <a:latin typeface="Consolas" panose="020B0609020204030204" pitchFamily="49" charset="0"/>
              </a:rPr>
              <a:t>    </a:t>
            </a:r>
          </a:p>
          <a:p>
            <a:r>
              <a:rPr lang="en-US" sz="1200" b="0" dirty="0">
                <a:solidFill>
                  <a:srgbClr val="4E5B61"/>
                </a:solidFill>
                <a:effectLst/>
                <a:latin typeface="Consolas" panose="020B0609020204030204" pitchFamily="49" charset="0"/>
              </a:rPr>
              <a:t>  </a:t>
            </a:r>
            <a:r>
              <a:rPr lang="en-US" sz="1200" b="0" dirty="0">
                <a:solidFill>
                  <a:srgbClr val="728E00"/>
                </a:solidFill>
                <a:effectLst/>
                <a:latin typeface="Consolas" panose="020B0609020204030204" pitchFamily="49" charset="0"/>
              </a:rPr>
              <a:t>if</a:t>
            </a:r>
            <a:r>
              <a:rPr lang="en-US" sz="1200" b="0" dirty="0">
                <a:solidFill>
                  <a:srgbClr val="4E5B61"/>
                </a:solidFill>
                <a:effectLst/>
                <a:latin typeface="Consolas" panose="020B0609020204030204" pitchFamily="49" charset="0"/>
              </a:rPr>
              <a:t> </a:t>
            </a:r>
            <a:r>
              <a:rPr lang="en-US" sz="1200" b="0" dirty="0">
                <a:solidFill>
                  <a:srgbClr val="434F54"/>
                </a:solidFill>
                <a:effectLst/>
                <a:latin typeface="Consolas" panose="020B0609020204030204" pitchFamily="49" charset="0"/>
              </a:rPr>
              <a:t>(</a:t>
            </a:r>
            <a:r>
              <a:rPr lang="en-US" sz="1200" b="0" dirty="0">
                <a:solidFill>
                  <a:srgbClr val="4E5B61"/>
                </a:solidFill>
                <a:effectLst/>
                <a:latin typeface="Consolas" panose="020B0609020204030204" pitchFamily="49" charset="0"/>
              </a:rPr>
              <a:t>left != </a:t>
            </a:r>
            <a:r>
              <a:rPr lang="en-US" sz="1200" b="0" dirty="0" err="1">
                <a:solidFill>
                  <a:srgbClr val="4E5B61"/>
                </a:solidFill>
                <a:effectLst/>
                <a:latin typeface="Consolas" panose="020B0609020204030204" pitchFamily="49" charset="0"/>
              </a:rPr>
              <a:t>lprev</a:t>
            </a:r>
            <a:r>
              <a:rPr lang="en-US" sz="1200" b="0" dirty="0">
                <a:solidFill>
                  <a:srgbClr val="434F54"/>
                </a:solidFill>
                <a:effectLst/>
                <a:latin typeface="Consolas" panose="020B0609020204030204" pitchFamily="49" charset="0"/>
              </a:rPr>
              <a:t>)</a:t>
            </a:r>
            <a:r>
              <a:rPr lang="en-US" sz="1200" b="0" dirty="0">
                <a:solidFill>
                  <a:srgbClr val="4E5B61"/>
                </a:solidFill>
                <a:effectLst/>
                <a:latin typeface="Consolas" panose="020B0609020204030204" pitchFamily="49" charset="0"/>
              </a:rPr>
              <a:t> </a:t>
            </a:r>
            <a:r>
              <a:rPr lang="en-US" sz="1200" b="0" dirty="0">
                <a:solidFill>
                  <a:srgbClr val="434F54"/>
                </a:solidFill>
                <a:effectLst/>
                <a:latin typeface="Consolas" panose="020B0609020204030204" pitchFamily="49" charset="0"/>
              </a:rPr>
              <a:t>{</a:t>
            </a:r>
            <a:endParaRPr lang="en-US" sz="1200" b="0" dirty="0">
              <a:solidFill>
                <a:srgbClr val="4E5B61"/>
              </a:solidFill>
              <a:effectLst/>
              <a:latin typeface="Consolas" panose="020B0609020204030204" pitchFamily="49" charset="0"/>
            </a:endParaRPr>
          </a:p>
          <a:p>
            <a:r>
              <a:rPr lang="en-US" sz="1200" b="0" dirty="0">
                <a:solidFill>
                  <a:srgbClr val="4E5B61"/>
                </a:solidFill>
                <a:effectLst/>
                <a:latin typeface="Consolas" panose="020B0609020204030204" pitchFamily="49" charset="0"/>
              </a:rPr>
              <a:t>    </a:t>
            </a:r>
            <a:r>
              <a:rPr lang="en-US" sz="1200" b="0" dirty="0" err="1">
                <a:solidFill>
                  <a:srgbClr val="4E5B61"/>
                </a:solidFill>
                <a:effectLst/>
                <a:latin typeface="Consolas" panose="020B0609020204030204" pitchFamily="49" charset="0"/>
              </a:rPr>
              <a:t>lprev</a:t>
            </a:r>
            <a:r>
              <a:rPr lang="en-US" sz="1200" b="0" dirty="0">
                <a:solidFill>
                  <a:srgbClr val="4E5B61"/>
                </a:solidFill>
                <a:effectLst/>
                <a:latin typeface="Consolas" panose="020B0609020204030204" pitchFamily="49" charset="0"/>
              </a:rPr>
              <a:t> = left;</a:t>
            </a:r>
          </a:p>
          <a:p>
            <a:r>
              <a:rPr lang="en-US" sz="1200" b="0" dirty="0">
                <a:solidFill>
                  <a:srgbClr val="4E5B61"/>
                </a:solidFill>
                <a:effectLst/>
                <a:latin typeface="Consolas" panose="020B0609020204030204" pitchFamily="49" charset="0"/>
              </a:rPr>
              <a:t>    </a:t>
            </a:r>
            <a:r>
              <a:rPr lang="en-US" sz="1200" b="0" dirty="0" err="1">
                <a:solidFill>
                  <a:srgbClr val="D35400"/>
                </a:solidFill>
                <a:effectLst/>
                <a:latin typeface="Consolas" panose="020B0609020204030204" pitchFamily="49" charset="0"/>
              </a:rPr>
              <a:t>printf</a:t>
            </a:r>
            <a:r>
              <a:rPr lang="en-US" sz="1200" b="0" dirty="0">
                <a:solidFill>
                  <a:srgbClr val="434F54"/>
                </a:solidFill>
                <a:effectLst/>
                <a:latin typeface="Consolas" panose="020B0609020204030204" pitchFamily="49" charset="0"/>
              </a:rPr>
              <a:t>(</a:t>
            </a:r>
            <a:r>
              <a:rPr lang="en-US" sz="1200" b="0" dirty="0">
                <a:solidFill>
                  <a:srgbClr val="005C5F"/>
                </a:solidFill>
                <a:effectLst/>
                <a:latin typeface="Consolas" panose="020B0609020204030204" pitchFamily="49" charset="0"/>
              </a:rPr>
              <a:t>"%d\n"</a:t>
            </a:r>
            <a:r>
              <a:rPr lang="en-US" sz="1200" b="0" dirty="0">
                <a:solidFill>
                  <a:srgbClr val="4E5B61"/>
                </a:solidFill>
                <a:effectLst/>
                <a:latin typeface="Consolas" panose="020B0609020204030204" pitchFamily="49" charset="0"/>
              </a:rPr>
              <a:t>, left</a:t>
            </a:r>
            <a:r>
              <a:rPr lang="en-US" sz="1200" b="0" dirty="0">
                <a:solidFill>
                  <a:srgbClr val="434F54"/>
                </a:solidFill>
                <a:effectLst/>
                <a:latin typeface="Consolas" panose="020B0609020204030204" pitchFamily="49" charset="0"/>
              </a:rPr>
              <a:t>)</a:t>
            </a:r>
            <a:r>
              <a:rPr lang="en-US" sz="1200" b="0" dirty="0">
                <a:solidFill>
                  <a:srgbClr val="4E5B61"/>
                </a:solidFill>
                <a:effectLst/>
                <a:latin typeface="Consolas" panose="020B0609020204030204" pitchFamily="49" charset="0"/>
              </a:rPr>
              <a:t>;</a:t>
            </a:r>
          </a:p>
          <a:p>
            <a:r>
              <a:rPr lang="en-US" sz="1200" b="0" dirty="0">
                <a:solidFill>
                  <a:srgbClr val="4E5B61"/>
                </a:solidFill>
                <a:effectLst/>
                <a:latin typeface="Consolas" panose="020B0609020204030204" pitchFamily="49" charset="0"/>
              </a:rPr>
              <a:t>  </a:t>
            </a:r>
            <a:r>
              <a:rPr lang="en-US" sz="1200" b="0" dirty="0">
                <a:solidFill>
                  <a:srgbClr val="434F54"/>
                </a:solidFill>
                <a:effectLst/>
                <a:latin typeface="Consolas" panose="020B0609020204030204" pitchFamily="49" charset="0"/>
              </a:rPr>
              <a:t>}</a:t>
            </a:r>
          </a:p>
          <a:p>
            <a:r>
              <a:rPr lang="en-US" sz="1200" b="0" dirty="0">
                <a:solidFill>
                  <a:srgbClr val="434F54"/>
                </a:solidFill>
                <a:effectLst/>
                <a:latin typeface="Consolas" panose="020B0609020204030204" pitchFamily="49" charset="0"/>
              </a:rPr>
              <a:t>}</a:t>
            </a:r>
            <a:endParaRPr lang="en-US" sz="1200" b="0" dirty="0">
              <a:solidFill>
                <a:srgbClr val="4E5B61"/>
              </a:solidFill>
              <a:effectLst/>
              <a:latin typeface="Consolas" panose="020B0609020204030204" pitchFamily="49" charset="0"/>
            </a:endParaRPr>
          </a:p>
        </p:txBody>
      </p:sp>
      <p:sp>
        <p:nvSpPr>
          <p:cNvPr id="4" name="TextBox 3">
            <a:extLst>
              <a:ext uri="{FF2B5EF4-FFF2-40B4-BE49-F238E27FC236}">
                <a16:creationId xmlns:a16="http://schemas.microsoft.com/office/drawing/2014/main" id="{B21ED3EC-DFF1-8CF2-A6D1-8E83F48D7D6D}"/>
              </a:ext>
            </a:extLst>
          </p:cNvPr>
          <p:cNvSpPr txBox="1"/>
          <p:nvPr/>
        </p:nvSpPr>
        <p:spPr>
          <a:xfrm>
            <a:off x="5914352" y="5169456"/>
            <a:ext cx="6100548" cy="600164"/>
          </a:xfrm>
          <a:prstGeom prst="rect">
            <a:avLst/>
          </a:prstGeom>
          <a:noFill/>
        </p:spPr>
        <p:txBody>
          <a:bodyPr wrap="square">
            <a:spAutoFit/>
          </a:bodyPr>
          <a:lstStyle/>
          <a:p>
            <a:pPr lvl="1"/>
            <a:r>
              <a:rPr lang="en-US" sz="1100" dirty="0">
                <a:hlinkClick r:id="rId7"/>
              </a:rPr>
              <a:t>https://www.arduino.cc/reference/en/</a:t>
            </a:r>
            <a:endParaRPr lang="en-US" sz="1100" dirty="0"/>
          </a:p>
          <a:p>
            <a:pPr lvl="1"/>
            <a:r>
              <a:rPr lang="da-DK" sz="1100" dirty="0">
                <a:hlinkClick r:id="rId8"/>
              </a:rPr>
              <a:t>https://www.lilygo.cc/products/lilygo%C2%AE-ttgo-t-display-1-14-inch-lcd-esp32-control-board</a:t>
            </a:r>
            <a:endParaRPr lang="da-DK" sz="1100" dirty="0"/>
          </a:p>
        </p:txBody>
      </p:sp>
    </p:spTree>
    <p:extLst>
      <p:ext uri="{BB962C8B-B14F-4D97-AF65-F5344CB8AC3E}">
        <p14:creationId xmlns:p14="http://schemas.microsoft.com/office/powerpoint/2010/main" val="3277984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1035A27-6D3C-47A7-AE72-38AAB4FCA150}"/>
              </a:ext>
            </a:extLst>
          </p:cNvPr>
          <p:cNvSpPr>
            <a:spLocks noGrp="1"/>
          </p:cNvSpPr>
          <p:nvPr>
            <p:ph type="title"/>
          </p:nvPr>
        </p:nvSpPr>
        <p:spPr>
          <a:xfrm>
            <a:off x="587374" y="370290"/>
            <a:ext cx="7935841" cy="1474385"/>
          </a:xfrm>
        </p:spPr>
        <p:txBody>
          <a:bodyPr/>
          <a:lstStyle/>
          <a:p>
            <a:r>
              <a:rPr lang="da-DK" dirty="0"/>
              <a:t>Dagen emne:</a:t>
            </a:r>
            <a:br>
              <a:rPr lang="da-DK" dirty="0"/>
            </a:br>
            <a:r>
              <a:rPr lang="da-DK" dirty="0"/>
              <a:t>Selektive kontrolstrukturer</a:t>
            </a:r>
            <a:br>
              <a:rPr lang="da-DK" dirty="0"/>
            </a:br>
            <a:endParaRPr lang="en-US" dirty="0"/>
          </a:p>
        </p:txBody>
      </p:sp>
      <p:pic>
        <p:nvPicPr>
          <p:cNvPr id="10" name="Billede 9">
            <a:extLst>
              <a:ext uri="{FF2B5EF4-FFF2-40B4-BE49-F238E27FC236}">
                <a16:creationId xmlns:a16="http://schemas.microsoft.com/office/drawing/2014/main" id="{211C3D68-341D-424D-9400-423EEC8DDEED}"/>
              </a:ext>
            </a:extLst>
          </p:cNvPr>
          <p:cNvPicPr>
            <a:picLocks noChangeAspect="1"/>
          </p:cNvPicPr>
          <p:nvPr/>
        </p:nvPicPr>
        <p:blipFill>
          <a:blip r:embed="rId2"/>
          <a:stretch>
            <a:fillRect/>
          </a:stretch>
        </p:blipFill>
        <p:spPr>
          <a:xfrm>
            <a:off x="2748390" y="1844675"/>
            <a:ext cx="6695219" cy="4258277"/>
          </a:xfrm>
          <a:prstGeom prst="rect">
            <a:avLst/>
          </a:prstGeom>
        </p:spPr>
      </p:pic>
    </p:spTree>
    <p:extLst>
      <p:ext uri="{BB962C8B-B14F-4D97-AF65-F5344CB8AC3E}">
        <p14:creationId xmlns:p14="http://schemas.microsoft.com/office/powerpoint/2010/main" val="52534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587374" y="359273"/>
            <a:ext cx="5040000" cy="1621619"/>
          </a:xfrm>
        </p:spPr>
        <p:txBody>
          <a:bodyPr/>
          <a:lstStyle/>
          <a:p>
            <a:r>
              <a:rPr lang="da-DK" dirty="0"/>
              <a:t>Selektive kontrolstrukturer</a:t>
            </a:r>
            <a:br>
              <a:rPr lang="da-DK" dirty="0"/>
            </a:br>
            <a:endParaRPr lang="da-DK" dirty="0"/>
          </a:p>
        </p:txBody>
      </p:sp>
      <p:sp>
        <p:nvSpPr>
          <p:cNvPr id="6" name="Pladsholder til tekst 5"/>
          <p:cNvSpPr>
            <a:spLocks noGrp="1"/>
          </p:cNvSpPr>
          <p:nvPr>
            <p:ph type="body" sz="quarter" idx="12"/>
          </p:nvPr>
        </p:nvSpPr>
        <p:spPr>
          <a:xfrm>
            <a:off x="587375" y="2143359"/>
            <a:ext cx="5226196" cy="3752115"/>
          </a:xfrm>
        </p:spPr>
        <p:txBody>
          <a:bodyPr>
            <a:noAutofit/>
          </a:bodyPr>
          <a:lstStyle/>
          <a:p>
            <a:pPr>
              <a:buFont typeface="Arial" panose="020B0604020202020204" pitchFamily="34" charset="0"/>
              <a:buChar char="•"/>
            </a:pPr>
            <a:r>
              <a:rPr lang="en-US" sz="1800" dirty="0"/>
              <a:t>Statements</a:t>
            </a:r>
          </a:p>
          <a:p>
            <a:pPr lvl="1">
              <a:buFont typeface="Arial" panose="020B0604020202020204" pitchFamily="34" charset="0"/>
              <a:buChar char="•"/>
            </a:pPr>
            <a:r>
              <a:rPr lang="en-US" sz="1800" dirty="0"/>
              <a:t>Assignment statements</a:t>
            </a:r>
          </a:p>
          <a:p>
            <a:pPr lvl="1">
              <a:buFont typeface="Arial" panose="020B0604020202020204" pitchFamily="34" charset="0"/>
              <a:buChar char="•"/>
            </a:pPr>
            <a:r>
              <a:rPr lang="en-US" sz="1800" dirty="0"/>
              <a:t>I/O statements</a:t>
            </a:r>
          </a:p>
          <a:p>
            <a:pPr lvl="1">
              <a:buFont typeface="Arial" panose="020B0604020202020204" pitchFamily="34" charset="0"/>
              <a:buChar char="•"/>
            </a:pPr>
            <a:r>
              <a:rPr lang="en-US" sz="1800" dirty="0"/>
              <a:t>Control statements</a:t>
            </a:r>
          </a:p>
          <a:p>
            <a:pPr>
              <a:buFont typeface="Arial" panose="020B0604020202020204" pitchFamily="34" charset="0"/>
              <a:buChar char="•"/>
            </a:pPr>
            <a:r>
              <a:rPr lang="en-US" sz="1800" dirty="0"/>
              <a:t>Statement block</a:t>
            </a:r>
          </a:p>
          <a:p>
            <a:pPr>
              <a:buFont typeface="Arial" panose="020B0604020202020204" pitchFamily="34" charset="0"/>
              <a:buChar char="•"/>
            </a:pPr>
            <a:endParaRPr lang="en-US" sz="1800" dirty="0"/>
          </a:p>
          <a:p>
            <a:pPr>
              <a:buFont typeface="Arial" panose="020B0604020202020204" pitchFamily="34" charset="0"/>
              <a:buChar char="•"/>
            </a:pPr>
            <a:r>
              <a:rPr lang="en-US" sz="1800" dirty="0"/>
              <a:t>Types of control structures</a:t>
            </a:r>
          </a:p>
          <a:p>
            <a:pPr lvl="1">
              <a:buFont typeface="Arial" panose="020B0604020202020204" pitchFamily="34" charset="0"/>
              <a:buChar char="•"/>
            </a:pPr>
            <a:r>
              <a:rPr lang="en-US" sz="1800" b="1" dirty="0"/>
              <a:t>Selection or branching statements</a:t>
            </a:r>
          </a:p>
          <a:p>
            <a:pPr lvl="1">
              <a:buFont typeface="Arial" panose="020B0604020202020204" pitchFamily="34" charset="0"/>
              <a:buChar char="•"/>
            </a:pPr>
            <a:r>
              <a:rPr lang="en-US" sz="1800" dirty="0"/>
              <a:t>Iteration or loop statements</a:t>
            </a:r>
          </a:p>
          <a:p>
            <a:pPr lvl="1">
              <a:buFont typeface="Arial" panose="020B0604020202020204" pitchFamily="34" charset="0"/>
              <a:buChar char="•"/>
            </a:pPr>
            <a:r>
              <a:rPr lang="en-US" sz="1800" dirty="0"/>
              <a:t>Special or control breaking statements</a:t>
            </a:r>
          </a:p>
          <a:p>
            <a:pPr>
              <a:buFont typeface="Arial" panose="020B0604020202020204" pitchFamily="34" charset="0"/>
              <a:buChar char="•"/>
            </a:pPr>
            <a:endParaRPr lang="en-US" sz="1800" dirty="0"/>
          </a:p>
        </p:txBody>
      </p:sp>
      <p:pic>
        <p:nvPicPr>
          <p:cNvPr id="3" name="Billede 2">
            <a:extLst>
              <a:ext uri="{FF2B5EF4-FFF2-40B4-BE49-F238E27FC236}">
                <a16:creationId xmlns:a16="http://schemas.microsoft.com/office/drawing/2014/main" id="{1DDFF91C-A3CB-4CA6-9F32-1BC277582D6D}"/>
              </a:ext>
            </a:extLst>
          </p:cNvPr>
          <p:cNvPicPr>
            <a:picLocks noChangeAspect="1"/>
          </p:cNvPicPr>
          <p:nvPr/>
        </p:nvPicPr>
        <p:blipFill>
          <a:blip r:embed="rId2"/>
          <a:stretch>
            <a:fillRect/>
          </a:stretch>
        </p:blipFill>
        <p:spPr>
          <a:xfrm>
            <a:off x="6530889" y="4481754"/>
            <a:ext cx="5040000" cy="1700207"/>
          </a:xfrm>
          <a:prstGeom prst="rect">
            <a:avLst/>
          </a:prstGeom>
        </p:spPr>
      </p:pic>
      <p:sp>
        <p:nvSpPr>
          <p:cNvPr id="10" name="Tekstfelt 9">
            <a:extLst>
              <a:ext uri="{FF2B5EF4-FFF2-40B4-BE49-F238E27FC236}">
                <a16:creationId xmlns:a16="http://schemas.microsoft.com/office/drawing/2014/main" id="{7204803E-6DF6-40F2-8977-7C1F661029DB}"/>
              </a:ext>
            </a:extLst>
          </p:cNvPr>
          <p:cNvSpPr txBox="1"/>
          <p:nvPr/>
        </p:nvSpPr>
        <p:spPr>
          <a:xfrm>
            <a:off x="6524994" y="5874184"/>
            <a:ext cx="1784844" cy="307777"/>
          </a:xfrm>
          <a:prstGeom prst="rect">
            <a:avLst/>
          </a:prstGeom>
          <a:noFill/>
        </p:spPr>
        <p:txBody>
          <a:bodyPr wrap="square">
            <a:spAutoFit/>
          </a:bodyPr>
          <a:lstStyle/>
          <a:p>
            <a:r>
              <a:rPr lang="da-DK" sz="1400" dirty="0"/>
              <a:t>Dagens emne</a:t>
            </a:r>
          </a:p>
        </p:txBody>
      </p:sp>
      <p:sp>
        <p:nvSpPr>
          <p:cNvPr id="12" name="Tekstfelt 11">
            <a:extLst>
              <a:ext uri="{FF2B5EF4-FFF2-40B4-BE49-F238E27FC236}">
                <a16:creationId xmlns:a16="http://schemas.microsoft.com/office/drawing/2014/main" id="{A2C0F635-C1E6-4E03-9E63-2192D81FDAF2}"/>
              </a:ext>
            </a:extLst>
          </p:cNvPr>
          <p:cNvSpPr txBox="1"/>
          <p:nvPr/>
        </p:nvSpPr>
        <p:spPr>
          <a:xfrm>
            <a:off x="8275970" y="5861411"/>
            <a:ext cx="1784844" cy="523220"/>
          </a:xfrm>
          <a:prstGeom prst="rect">
            <a:avLst/>
          </a:prstGeom>
          <a:noFill/>
        </p:spPr>
        <p:txBody>
          <a:bodyPr wrap="square">
            <a:spAutoFit/>
          </a:bodyPr>
          <a:lstStyle/>
          <a:p>
            <a:r>
              <a:rPr lang="da-DK" sz="1400" dirty="0"/>
              <a:t>Næste kursus-gangs emne</a:t>
            </a:r>
          </a:p>
        </p:txBody>
      </p:sp>
      <p:pic>
        <p:nvPicPr>
          <p:cNvPr id="14" name="Billede 13">
            <a:extLst>
              <a:ext uri="{FF2B5EF4-FFF2-40B4-BE49-F238E27FC236}">
                <a16:creationId xmlns:a16="http://schemas.microsoft.com/office/drawing/2014/main" id="{0B23B2BA-016E-4CCC-8FE2-296647C60D08}"/>
              </a:ext>
            </a:extLst>
          </p:cNvPr>
          <p:cNvPicPr>
            <a:picLocks noChangeAspect="1"/>
          </p:cNvPicPr>
          <p:nvPr/>
        </p:nvPicPr>
        <p:blipFill>
          <a:blip r:embed="rId3"/>
          <a:stretch>
            <a:fillRect/>
          </a:stretch>
        </p:blipFill>
        <p:spPr>
          <a:xfrm>
            <a:off x="6530890" y="56877"/>
            <a:ext cx="5040000" cy="2012146"/>
          </a:xfrm>
          <a:prstGeom prst="rect">
            <a:avLst/>
          </a:prstGeom>
        </p:spPr>
      </p:pic>
      <p:pic>
        <p:nvPicPr>
          <p:cNvPr id="16" name="Billede 15">
            <a:extLst>
              <a:ext uri="{FF2B5EF4-FFF2-40B4-BE49-F238E27FC236}">
                <a16:creationId xmlns:a16="http://schemas.microsoft.com/office/drawing/2014/main" id="{5C59AD1D-A872-4D8D-8487-5DF2A36396BA}"/>
              </a:ext>
            </a:extLst>
          </p:cNvPr>
          <p:cNvPicPr>
            <a:picLocks noChangeAspect="1"/>
          </p:cNvPicPr>
          <p:nvPr/>
        </p:nvPicPr>
        <p:blipFill>
          <a:blip r:embed="rId4"/>
          <a:stretch>
            <a:fillRect/>
          </a:stretch>
        </p:blipFill>
        <p:spPr>
          <a:xfrm>
            <a:off x="6530890" y="2143359"/>
            <a:ext cx="1483295" cy="1986517"/>
          </a:xfrm>
          <a:prstGeom prst="rect">
            <a:avLst/>
          </a:prstGeom>
        </p:spPr>
      </p:pic>
    </p:spTree>
    <p:extLst>
      <p:ext uri="{BB962C8B-B14F-4D97-AF65-F5344CB8AC3E}">
        <p14:creationId xmlns:p14="http://schemas.microsoft.com/office/powerpoint/2010/main" val="2153325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D995DEF-5527-429A-88B6-D983D4309928}"/>
              </a:ext>
            </a:extLst>
          </p:cNvPr>
          <p:cNvSpPr>
            <a:spLocks noGrp="1"/>
          </p:cNvSpPr>
          <p:nvPr>
            <p:ph type="title"/>
          </p:nvPr>
        </p:nvSpPr>
        <p:spPr>
          <a:xfrm>
            <a:off x="587374" y="359273"/>
            <a:ext cx="6367099" cy="1621619"/>
          </a:xfrm>
        </p:spPr>
        <p:txBody>
          <a:bodyPr/>
          <a:lstStyle/>
          <a:p>
            <a:r>
              <a:rPr lang="en-US" dirty="0"/>
              <a:t>Selection or </a:t>
            </a:r>
            <a:br>
              <a:rPr lang="en-US" dirty="0"/>
            </a:br>
            <a:r>
              <a:rPr lang="en-US" dirty="0"/>
              <a:t>branching statements</a:t>
            </a:r>
            <a:br>
              <a:rPr lang="en-US" dirty="0"/>
            </a:br>
            <a:endParaRPr lang="en-US" dirty="0"/>
          </a:p>
        </p:txBody>
      </p:sp>
      <p:sp>
        <p:nvSpPr>
          <p:cNvPr id="5" name="Pladsholder til tekst 4">
            <a:extLst>
              <a:ext uri="{FF2B5EF4-FFF2-40B4-BE49-F238E27FC236}">
                <a16:creationId xmlns:a16="http://schemas.microsoft.com/office/drawing/2014/main" id="{849BF36F-F1AB-4010-92E8-6DA2169D8066}"/>
              </a:ext>
            </a:extLst>
          </p:cNvPr>
          <p:cNvSpPr>
            <a:spLocks noGrp="1"/>
          </p:cNvSpPr>
          <p:nvPr>
            <p:ph type="body" sz="quarter" idx="12"/>
          </p:nvPr>
        </p:nvSpPr>
        <p:spPr>
          <a:xfrm>
            <a:off x="447189" y="2143359"/>
            <a:ext cx="5086868" cy="3752115"/>
          </a:xfrm>
        </p:spPr>
        <p:txBody>
          <a:bodyPr>
            <a:normAutofit/>
          </a:bodyPr>
          <a:lstStyle/>
          <a:p>
            <a:pPr marL="0" indent="0">
              <a:buNone/>
            </a:pPr>
            <a:r>
              <a:rPr lang="en-US" sz="1800" b="1" dirty="0"/>
              <a:t>Selection</a:t>
            </a:r>
          </a:p>
          <a:p>
            <a:pPr>
              <a:buFont typeface="Arial" panose="020B0604020202020204" pitchFamily="34" charset="0"/>
              <a:buChar char="•"/>
            </a:pPr>
            <a:r>
              <a:rPr lang="en-US" sz="2000" b="1" dirty="0"/>
              <a:t>Conditional branching statements</a:t>
            </a:r>
          </a:p>
          <a:p>
            <a:pPr lvl="1">
              <a:buFont typeface="Arial" panose="020B0604020202020204" pitchFamily="34" charset="0"/>
              <a:buChar char="•"/>
            </a:pPr>
            <a:r>
              <a:rPr lang="en-US" sz="2000" dirty="0"/>
              <a:t>if</a:t>
            </a:r>
          </a:p>
          <a:p>
            <a:pPr lvl="1">
              <a:buFont typeface="Arial" panose="020B0604020202020204" pitchFamily="34" charset="0"/>
              <a:buChar char="•"/>
            </a:pPr>
            <a:r>
              <a:rPr lang="en-US" sz="2000" dirty="0"/>
              <a:t>if – else</a:t>
            </a:r>
          </a:p>
          <a:p>
            <a:pPr lvl="1">
              <a:buFont typeface="Arial" panose="020B0604020202020204" pitchFamily="34" charset="0"/>
              <a:buChar char="•"/>
            </a:pPr>
            <a:r>
              <a:rPr lang="en-US" sz="2000" dirty="0"/>
              <a:t>switch-case</a:t>
            </a:r>
          </a:p>
          <a:p>
            <a:pPr>
              <a:buFont typeface="Arial" panose="020B0604020202020204" pitchFamily="34" charset="0"/>
              <a:buChar char="•"/>
            </a:pPr>
            <a:r>
              <a:rPr lang="en-US" sz="2000" b="1" dirty="0"/>
              <a:t>Unconditional branching statements</a:t>
            </a:r>
          </a:p>
          <a:p>
            <a:pPr lvl="1">
              <a:buFont typeface="Arial" panose="020B0604020202020204" pitchFamily="34" charset="0"/>
              <a:buChar char="•"/>
            </a:pPr>
            <a:r>
              <a:rPr lang="en-US" sz="2000" dirty="0"/>
              <a:t>break</a:t>
            </a:r>
          </a:p>
          <a:p>
            <a:pPr lvl="1">
              <a:buFont typeface="Arial" panose="020B0604020202020204" pitchFamily="34" charset="0"/>
              <a:buChar char="•"/>
            </a:pPr>
            <a:r>
              <a:rPr lang="en-US" sz="2000" dirty="0"/>
              <a:t>continue</a:t>
            </a:r>
          </a:p>
          <a:p>
            <a:pPr lvl="1">
              <a:buFont typeface="Arial" panose="020B0604020202020204" pitchFamily="34" charset="0"/>
              <a:buChar char="•"/>
            </a:pPr>
            <a:r>
              <a:rPr lang="en-US" sz="2000" dirty="0" err="1"/>
              <a:t>goto</a:t>
            </a:r>
            <a:endParaRPr lang="en-US" sz="2000" dirty="0"/>
          </a:p>
        </p:txBody>
      </p:sp>
      <p:pic>
        <p:nvPicPr>
          <p:cNvPr id="7" name="Billede 6">
            <a:extLst>
              <a:ext uri="{FF2B5EF4-FFF2-40B4-BE49-F238E27FC236}">
                <a16:creationId xmlns:a16="http://schemas.microsoft.com/office/drawing/2014/main" id="{CB1A552C-C04A-4CFE-8B5F-9B74EEB90CB0}"/>
              </a:ext>
            </a:extLst>
          </p:cNvPr>
          <p:cNvPicPr>
            <a:picLocks noChangeAspect="1"/>
          </p:cNvPicPr>
          <p:nvPr/>
        </p:nvPicPr>
        <p:blipFill>
          <a:blip r:embed="rId2"/>
          <a:stretch>
            <a:fillRect/>
          </a:stretch>
        </p:blipFill>
        <p:spPr>
          <a:xfrm>
            <a:off x="5534056" y="1980892"/>
            <a:ext cx="6257950" cy="3871161"/>
          </a:xfrm>
          <a:prstGeom prst="rect">
            <a:avLst/>
          </a:prstGeom>
        </p:spPr>
      </p:pic>
    </p:spTree>
    <p:extLst>
      <p:ext uri="{BB962C8B-B14F-4D97-AF65-F5344CB8AC3E}">
        <p14:creationId xmlns:p14="http://schemas.microsoft.com/office/powerpoint/2010/main" val="1851326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40AFE9B0-F2A7-43C5-A072-D38F20E2E7D8}"/>
              </a:ext>
            </a:extLst>
          </p:cNvPr>
          <p:cNvSpPr>
            <a:spLocks noGrp="1"/>
          </p:cNvSpPr>
          <p:nvPr>
            <p:ph type="sldNum" sz="quarter" idx="10"/>
          </p:nvPr>
        </p:nvSpPr>
        <p:spPr/>
        <p:txBody>
          <a:bodyPr/>
          <a:lstStyle/>
          <a:p>
            <a:fld id="{D8D877B3-D348-4611-9BDB-C5374591D951}" type="slidenum">
              <a:rPr lang="en-US" smtClean="0"/>
              <a:pPr/>
              <a:t>14</a:t>
            </a:fld>
            <a:endParaRPr lang="en-US" dirty="0"/>
          </a:p>
        </p:txBody>
      </p:sp>
      <p:sp>
        <p:nvSpPr>
          <p:cNvPr id="4" name="Titel 3">
            <a:extLst>
              <a:ext uri="{FF2B5EF4-FFF2-40B4-BE49-F238E27FC236}">
                <a16:creationId xmlns:a16="http://schemas.microsoft.com/office/drawing/2014/main" id="{F4FEAB8F-235B-41D0-9838-088B7BC7BAB1}"/>
              </a:ext>
            </a:extLst>
          </p:cNvPr>
          <p:cNvSpPr>
            <a:spLocks noGrp="1"/>
          </p:cNvSpPr>
          <p:nvPr>
            <p:ph type="title"/>
          </p:nvPr>
        </p:nvSpPr>
        <p:spPr/>
        <p:txBody>
          <a:bodyPr/>
          <a:lstStyle/>
          <a:p>
            <a:r>
              <a:rPr lang="da-DK" dirty="0" err="1"/>
              <a:t>if</a:t>
            </a:r>
            <a:r>
              <a:rPr lang="da-DK" dirty="0"/>
              <a:t> &amp; </a:t>
            </a:r>
            <a:r>
              <a:rPr lang="da-DK" dirty="0" err="1"/>
              <a:t>if</a:t>
            </a:r>
            <a:r>
              <a:rPr lang="da-DK" dirty="0"/>
              <a:t> … </a:t>
            </a:r>
            <a:r>
              <a:rPr lang="da-DK" dirty="0" err="1"/>
              <a:t>else</a:t>
            </a:r>
            <a:r>
              <a:rPr lang="da-DK" dirty="0"/>
              <a:t> </a:t>
            </a:r>
            <a:endParaRPr lang="en-US" dirty="0"/>
          </a:p>
        </p:txBody>
      </p:sp>
      <p:pic>
        <p:nvPicPr>
          <p:cNvPr id="18" name="Billede 17">
            <a:extLst>
              <a:ext uri="{FF2B5EF4-FFF2-40B4-BE49-F238E27FC236}">
                <a16:creationId xmlns:a16="http://schemas.microsoft.com/office/drawing/2014/main" id="{114DC4C8-43D9-43E7-A82E-94DEB711B337}"/>
              </a:ext>
            </a:extLst>
          </p:cNvPr>
          <p:cNvPicPr>
            <a:picLocks noChangeAspect="1"/>
          </p:cNvPicPr>
          <p:nvPr/>
        </p:nvPicPr>
        <p:blipFill>
          <a:blip r:embed="rId2"/>
          <a:stretch>
            <a:fillRect/>
          </a:stretch>
        </p:blipFill>
        <p:spPr>
          <a:xfrm>
            <a:off x="6829463" y="181564"/>
            <a:ext cx="4982914" cy="4266570"/>
          </a:xfrm>
          <a:prstGeom prst="rect">
            <a:avLst/>
          </a:prstGeom>
        </p:spPr>
      </p:pic>
      <p:pic>
        <p:nvPicPr>
          <p:cNvPr id="20" name="Billede 19">
            <a:extLst>
              <a:ext uri="{FF2B5EF4-FFF2-40B4-BE49-F238E27FC236}">
                <a16:creationId xmlns:a16="http://schemas.microsoft.com/office/drawing/2014/main" id="{72862337-9797-4E3C-99E3-2712E6BFF2D6}"/>
              </a:ext>
            </a:extLst>
          </p:cNvPr>
          <p:cNvPicPr>
            <a:picLocks noChangeAspect="1"/>
          </p:cNvPicPr>
          <p:nvPr/>
        </p:nvPicPr>
        <p:blipFill>
          <a:blip r:embed="rId3"/>
          <a:stretch>
            <a:fillRect/>
          </a:stretch>
        </p:blipFill>
        <p:spPr>
          <a:xfrm>
            <a:off x="6829463" y="4448134"/>
            <a:ext cx="1999463" cy="621880"/>
          </a:xfrm>
          <a:prstGeom prst="rect">
            <a:avLst/>
          </a:prstGeom>
        </p:spPr>
      </p:pic>
      <p:sp>
        <p:nvSpPr>
          <p:cNvPr id="9" name="Tekstfelt 8">
            <a:extLst>
              <a:ext uri="{FF2B5EF4-FFF2-40B4-BE49-F238E27FC236}">
                <a16:creationId xmlns:a16="http://schemas.microsoft.com/office/drawing/2014/main" id="{B0616019-1053-4644-91F3-2164F895F781}"/>
              </a:ext>
            </a:extLst>
          </p:cNvPr>
          <p:cNvSpPr txBox="1"/>
          <p:nvPr/>
        </p:nvSpPr>
        <p:spPr>
          <a:xfrm>
            <a:off x="502921" y="1396769"/>
            <a:ext cx="6326542" cy="2893100"/>
          </a:xfrm>
          <a:prstGeom prst="rect">
            <a:avLst/>
          </a:prstGeom>
          <a:noFill/>
        </p:spPr>
        <p:txBody>
          <a:bodyPr wrap="square">
            <a:spAutoFit/>
          </a:bodyPr>
          <a:lstStyle/>
          <a:p>
            <a:r>
              <a:rPr lang="da-DK" sz="1400" dirty="0"/>
              <a:t>If: Hvis det </a:t>
            </a:r>
            <a:r>
              <a:rPr lang="da-DK" sz="1400" dirty="0" err="1"/>
              <a:t>boolske</a:t>
            </a:r>
            <a:r>
              <a:rPr lang="da-DK" sz="1400" dirty="0"/>
              <a:t> udtryk (</a:t>
            </a:r>
            <a:r>
              <a:rPr lang="da-DK" sz="1400" dirty="0" err="1"/>
              <a:t>boolean_expression</a:t>
            </a:r>
            <a:r>
              <a:rPr lang="da-DK" sz="1400" dirty="0"/>
              <a:t>) inde i de runde parenteser evalueres til TRUE, udføres kodeblokken inde i '</a:t>
            </a:r>
            <a:r>
              <a:rPr lang="da-DK" sz="1400" dirty="0" err="1"/>
              <a:t>if</a:t>
            </a:r>
            <a:r>
              <a:rPr lang="da-DK" sz="1400" dirty="0"/>
              <a:t>' -sætningen. Hvis det </a:t>
            </a:r>
            <a:r>
              <a:rPr lang="da-DK" sz="1400" dirty="0" err="1"/>
              <a:t>boolske</a:t>
            </a:r>
            <a:r>
              <a:rPr lang="da-DK" sz="1400" dirty="0"/>
              <a:t> udtryk evalueres til FALSE, vil koden efter afslutningen af '</a:t>
            </a:r>
            <a:r>
              <a:rPr lang="da-DK" sz="1400" dirty="0" err="1"/>
              <a:t>if</a:t>
            </a:r>
            <a:r>
              <a:rPr lang="da-DK" sz="1400" dirty="0"/>
              <a:t>' -sætningen blive udført.</a:t>
            </a:r>
          </a:p>
          <a:p>
            <a:endParaRPr lang="da-DK" sz="1400" dirty="0"/>
          </a:p>
          <a:p>
            <a:r>
              <a:rPr lang="da-DK" sz="1400" dirty="0"/>
              <a:t>If-</a:t>
            </a:r>
            <a:r>
              <a:rPr lang="da-DK" sz="1400" dirty="0" err="1"/>
              <a:t>else</a:t>
            </a:r>
            <a:r>
              <a:rPr lang="da-DK" sz="1400" dirty="0"/>
              <a:t>: Hvis det </a:t>
            </a:r>
            <a:r>
              <a:rPr lang="da-DK" sz="1400" dirty="0" err="1"/>
              <a:t>boolske</a:t>
            </a:r>
            <a:r>
              <a:rPr lang="da-DK" sz="1400" dirty="0"/>
              <a:t> udtryk evalueres til TRUE, udføres </a:t>
            </a:r>
            <a:r>
              <a:rPr lang="da-DK" sz="1400" dirty="0" err="1"/>
              <a:t>if</a:t>
            </a:r>
            <a:r>
              <a:rPr lang="da-DK" sz="1400" dirty="0"/>
              <a:t>-blokken. Hvis det </a:t>
            </a:r>
            <a:r>
              <a:rPr lang="da-DK" sz="1400" dirty="0" err="1"/>
              <a:t>boolske</a:t>
            </a:r>
            <a:r>
              <a:rPr lang="da-DK" sz="1400" dirty="0"/>
              <a:t> udtryk evalueres til FALSE eksekveres </a:t>
            </a:r>
            <a:r>
              <a:rPr lang="da-DK" sz="1400" dirty="0" err="1"/>
              <a:t>else</a:t>
            </a:r>
            <a:r>
              <a:rPr lang="da-DK" sz="1400" dirty="0"/>
              <a:t>-blokken.</a:t>
            </a:r>
          </a:p>
          <a:p>
            <a:endParaRPr lang="da-DK" sz="1400" dirty="0"/>
          </a:p>
          <a:p>
            <a:r>
              <a:rPr lang="da-DK" sz="1400" dirty="0"/>
              <a:t>C programmeringssproget antager, at værdier, der ikke er nul og ikke er non-NULL, er sande, og hvis værdien enten er nul eller NULL, antages det som en falsk værdi.</a:t>
            </a:r>
          </a:p>
        </p:txBody>
      </p:sp>
      <p:pic>
        <p:nvPicPr>
          <p:cNvPr id="7" name="Billede 6">
            <a:extLst>
              <a:ext uri="{FF2B5EF4-FFF2-40B4-BE49-F238E27FC236}">
                <a16:creationId xmlns:a16="http://schemas.microsoft.com/office/drawing/2014/main" id="{CA6FF94A-55A4-4C5B-8866-231B19FD8050}"/>
              </a:ext>
            </a:extLst>
          </p:cNvPr>
          <p:cNvPicPr>
            <a:picLocks noChangeAspect="1"/>
          </p:cNvPicPr>
          <p:nvPr/>
        </p:nvPicPr>
        <p:blipFill>
          <a:blip r:embed="rId4"/>
          <a:stretch>
            <a:fillRect/>
          </a:stretch>
        </p:blipFill>
        <p:spPr>
          <a:xfrm>
            <a:off x="587374" y="4448134"/>
            <a:ext cx="5230091" cy="1887682"/>
          </a:xfrm>
          <a:prstGeom prst="rect">
            <a:avLst/>
          </a:prstGeom>
        </p:spPr>
      </p:pic>
    </p:spTree>
    <p:extLst>
      <p:ext uri="{BB962C8B-B14F-4D97-AF65-F5344CB8AC3E}">
        <p14:creationId xmlns:p14="http://schemas.microsoft.com/office/powerpoint/2010/main" val="1250057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1E1042F1-E57B-4668-9D98-B135EC590AD4}"/>
              </a:ext>
            </a:extLst>
          </p:cNvPr>
          <p:cNvSpPr>
            <a:spLocks noGrp="1"/>
          </p:cNvSpPr>
          <p:nvPr>
            <p:ph type="title"/>
          </p:nvPr>
        </p:nvSpPr>
        <p:spPr>
          <a:xfrm>
            <a:off x="587374" y="367628"/>
            <a:ext cx="9273133" cy="1621619"/>
          </a:xfrm>
        </p:spPr>
        <p:txBody>
          <a:bodyPr/>
          <a:lstStyle/>
          <a:p>
            <a:r>
              <a:rPr lang="da-DK" dirty="0"/>
              <a:t>Hvad er den faktiske forskel mellem NULL og 0 (nul)?</a:t>
            </a:r>
            <a:endParaRPr lang="en-US" dirty="0"/>
          </a:p>
        </p:txBody>
      </p:sp>
      <p:sp>
        <p:nvSpPr>
          <p:cNvPr id="2" name="Chart Placeholder 1">
            <a:extLst>
              <a:ext uri="{FF2B5EF4-FFF2-40B4-BE49-F238E27FC236}">
                <a16:creationId xmlns:a16="http://schemas.microsoft.com/office/drawing/2014/main" id="{71F10273-C6B7-F635-97F5-4F7D58A2EAC0}"/>
              </a:ext>
            </a:extLst>
          </p:cNvPr>
          <p:cNvSpPr>
            <a:spLocks noGrp="1"/>
          </p:cNvSpPr>
          <p:nvPr>
            <p:ph type="chart" sz="quarter" idx="12"/>
          </p:nvPr>
        </p:nvSpPr>
        <p:spPr/>
        <p:txBody>
          <a:bodyPr/>
          <a:lstStyle/>
          <a:p>
            <a:endParaRPr lang="LID4096"/>
          </a:p>
        </p:txBody>
      </p:sp>
      <p:sp>
        <p:nvSpPr>
          <p:cNvPr id="5" name="Text Placeholder 4">
            <a:extLst>
              <a:ext uri="{FF2B5EF4-FFF2-40B4-BE49-F238E27FC236}">
                <a16:creationId xmlns:a16="http://schemas.microsoft.com/office/drawing/2014/main" id="{E38B3D91-AD84-BA2A-ACD2-1FFDBA28CAD3}"/>
              </a:ext>
            </a:extLst>
          </p:cNvPr>
          <p:cNvSpPr>
            <a:spLocks noGrp="1"/>
          </p:cNvSpPr>
          <p:nvPr>
            <p:ph type="body" sz="quarter" idx="13"/>
          </p:nvPr>
        </p:nvSpPr>
        <p:spPr/>
        <p:txBody>
          <a:bodyPr/>
          <a:lstStyle/>
          <a:p>
            <a:endParaRPr lang="LID4096" dirty="0"/>
          </a:p>
        </p:txBody>
      </p:sp>
      <p:sp>
        <p:nvSpPr>
          <p:cNvPr id="3" name="Pladsholder til slidenummer 2">
            <a:extLst>
              <a:ext uri="{FF2B5EF4-FFF2-40B4-BE49-F238E27FC236}">
                <a16:creationId xmlns:a16="http://schemas.microsoft.com/office/drawing/2014/main" id="{59294BCE-7E76-4EDB-B64C-3B1C84E102F3}"/>
              </a:ext>
            </a:extLst>
          </p:cNvPr>
          <p:cNvSpPr>
            <a:spLocks noGrp="1"/>
          </p:cNvSpPr>
          <p:nvPr>
            <p:ph type="sldNum" sz="quarter" idx="4"/>
          </p:nvPr>
        </p:nvSpPr>
        <p:spPr/>
        <p:txBody>
          <a:bodyPr/>
          <a:lstStyle/>
          <a:p>
            <a:fld id="{D8D877B3-D348-4611-9BDB-C5374591D951}" type="slidenum">
              <a:rPr lang="en-US" smtClean="0"/>
              <a:pPr/>
              <a:t>15</a:t>
            </a:fld>
            <a:endParaRPr lang="en-US" dirty="0"/>
          </a:p>
        </p:txBody>
      </p:sp>
      <p:pic>
        <p:nvPicPr>
          <p:cNvPr id="1028" name="Picture 4">
            <a:extLst>
              <a:ext uri="{FF2B5EF4-FFF2-40B4-BE49-F238E27FC236}">
                <a16:creationId xmlns:a16="http://schemas.microsoft.com/office/drawing/2014/main" id="{77BA3538-E3EA-4FF0-B997-DBB50D215D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91" y="1816076"/>
            <a:ext cx="5734050" cy="4305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3334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AF785E2A-DA16-4A8F-8BE6-8CB869E0E6CD}"/>
              </a:ext>
            </a:extLst>
          </p:cNvPr>
          <p:cNvSpPr>
            <a:spLocks noGrp="1"/>
          </p:cNvSpPr>
          <p:nvPr>
            <p:ph type="title"/>
          </p:nvPr>
        </p:nvSpPr>
        <p:spPr/>
        <p:txBody>
          <a:bodyPr anchor="t">
            <a:normAutofit/>
          </a:bodyPr>
          <a:lstStyle/>
          <a:p>
            <a:pPr>
              <a:lnSpc>
                <a:spcPct val="90000"/>
              </a:lnSpc>
            </a:pPr>
            <a:r>
              <a:rPr lang="da-DK" sz="3100"/>
              <a:t>Et andet eksempel på anvendelsen af NULL</a:t>
            </a:r>
            <a:endParaRPr lang="en-US" sz="3100"/>
          </a:p>
        </p:txBody>
      </p:sp>
      <p:sp>
        <p:nvSpPr>
          <p:cNvPr id="2" name="Chart Placeholder 1">
            <a:extLst>
              <a:ext uri="{FF2B5EF4-FFF2-40B4-BE49-F238E27FC236}">
                <a16:creationId xmlns:a16="http://schemas.microsoft.com/office/drawing/2014/main" id="{D6501079-3644-F846-D958-392A3E5234CE}"/>
              </a:ext>
            </a:extLst>
          </p:cNvPr>
          <p:cNvSpPr>
            <a:spLocks noGrp="1"/>
          </p:cNvSpPr>
          <p:nvPr>
            <p:ph type="chart" sz="quarter" idx="12"/>
          </p:nvPr>
        </p:nvSpPr>
        <p:spPr/>
        <p:txBody>
          <a:bodyPr/>
          <a:lstStyle/>
          <a:p>
            <a:endParaRPr lang="LID4096"/>
          </a:p>
        </p:txBody>
      </p:sp>
      <p:sp>
        <p:nvSpPr>
          <p:cNvPr id="7" name="Pladsholder til tekst 6">
            <a:extLst>
              <a:ext uri="{FF2B5EF4-FFF2-40B4-BE49-F238E27FC236}">
                <a16:creationId xmlns:a16="http://schemas.microsoft.com/office/drawing/2014/main" id="{F2B22395-E061-49B7-8622-9C0B113B5E6D}"/>
              </a:ext>
            </a:extLst>
          </p:cNvPr>
          <p:cNvSpPr>
            <a:spLocks noGrp="1"/>
          </p:cNvSpPr>
          <p:nvPr>
            <p:ph type="body" sz="quarter" idx="13"/>
          </p:nvPr>
        </p:nvSpPr>
        <p:spPr/>
        <p:txBody>
          <a:bodyPr>
            <a:normAutofit/>
          </a:bodyPr>
          <a:lstStyle/>
          <a:p>
            <a:r>
              <a:rPr lang="en-US">
                <a:hlinkClick r:id="rId2"/>
              </a:rPr>
              <a:t>https://www.tutorialspoint.com/cprogramming/c_strings.htm</a:t>
            </a:r>
            <a:endParaRPr lang="en-US" dirty="0"/>
          </a:p>
        </p:txBody>
      </p:sp>
      <p:sp>
        <p:nvSpPr>
          <p:cNvPr id="3" name="Pladsholder til slidenummer 2">
            <a:extLst>
              <a:ext uri="{FF2B5EF4-FFF2-40B4-BE49-F238E27FC236}">
                <a16:creationId xmlns:a16="http://schemas.microsoft.com/office/drawing/2014/main" id="{69CE20FF-AA55-4A0B-8AF6-DA10D789F47D}"/>
              </a:ext>
            </a:extLst>
          </p:cNvPr>
          <p:cNvSpPr>
            <a:spLocks noGrp="1"/>
          </p:cNvSpPr>
          <p:nvPr>
            <p:ph type="sldNum" sz="quarter" idx="4"/>
          </p:nvPr>
        </p:nvSpPr>
        <p:spPr/>
        <p:txBody>
          <a:bodyPr anchor="ctr">
            <a:normAutofit/>
          </a:bodyPr>
          <a:lstStyle/>
          <a:p>
            <a:pPr>
              <a:spcAft>
                <a:spcPts val="600"/>
              </a:spcAft>
            </a:pPr>
            <a:fld id="{D8D877B3-D348-4611-9BDB-C5374591D951}" type="slidenum">
              <a:rPr lang="en-US" smtClean="0"/>
              <a:pPr>
                <a:spcAft>
                  <a:spcPts val="600"/>
                </a:spcAft>
              </a:pPr>
              <a:t>16</a:t>
            </a:fld>
            <a:endParaRPr lang="en-US"/>
          </a:p>
        </p:txBody>
      </p:sp>
      <p:pic>
        <p:nvPicPr>
          <p:cNvPr id="9" name="Billede 8">
            <a:extLst>
              <a:ext uri="{FF2B5EF4-FFF2-40B4-BE49-F238E27FC236}">
                <a16:creationId xmlns:a16="http://schemas.microsoft.com/office/drawing/2014/main" id="{CC2E8C0B-8B31-4D20-ABD2-0016CF5519D2}"/>
              </a:ext>
            </a:extLst>
          </p:cNvPr>
          <p:cNvPicPr>
            <a:picLocks noChangeAspect="1"/>
          </p:cNvPicPr>
          <p:nvPr/>
        </p:nvPicPr>
        <p:blipFill>
          <a:blip r:embed="rId3"/>
          <a:stretch>
            <a:fillRect/>
          </a:stretch>
        </p:blipFill>
        <p:spPr>
          <a:xfrm>
            <a:off x="5953820" y="2414903"/>
            <a:ext cx="6238180" cy="1154062"/>
          </a:xfrm>
          <a:prstGeom prst="rect">
            <a:avLst/>
          </a:prstGeom>
          <a:noFill/>
        </p:spPr>
      </p:pic>
    </p:spTree>
    <p:extLst>
      <p:ext uri="{BB962C8B-B14F-4D97-AF65-F5344CB8AC3E}">
        <p14:creationId xmlns:p14="http://schemas.microsoft.com/office/powerpoint/2010/main" val="1010077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40AFE9B0-F2A7-43C5-A072-D38F20E2E7D8}"/>
              </a:ext>
            </a:extLst>
          </p:cNvPr>
          <p:cNvSpPr>
            <a:spLocks noGrp="1"/>
          </p:cNvSpPr>
          <p:nvPr>
            <p:ph type="sldNum" sz="quarter" idx="10"/>
          </p:nvPr>
        </p:nvSpPr>
        <p:spPr/>
        <p:txBody>
          <a:bodyPr/>
          <a:lstStyle/>
          <a:p>
            <a:fld id="{D8D877B3-D348-4611-9BDB-C5374591D951}" type="slidenum">
              <a:rPr lang="en-US" smtClean="0"/>
              <a:pPr/>
              <a:t>17</a:t>
            </a:fld>
            <a:endParaRPr lang="en-US" dirty="0"/>
          </a:p>
        </p:txBody>
      </p:sp>
      <p:sp>
        <p:nvSpPr>
          <p:cNvPr id="4" name="Titel 3">
            <a:extLst>
              <a:ext uri="{FF2B5EF4-FFF2-40B4-BE49-F238E27FC236}">
                <a16:creationId xmlns:a16="http://schemas.microsoft.com/office/drawing/2014/main" id="{F4FEAB8F-235B-41D0-9838-088B7BC7BAB1}"/>
              </a:ext>
            </a:extLst>
          </p:cNvPr>
          <p:cNvSpPr>
            <a:spLocks noGrp="1"/>
          </p:cNvSpPr>
          <p:nvPr>
            <p:ph type="title"/>
          </p:nvPr>
        </p:nvSpPr>
        <p:spPr/>
        <p:txBody>
          <a:bodyPr/>
          <a:lstStyle/>
          <a:p>
            <a:r>
              <a:rPr lang="da-DK" dirty="0" err="1"/>
              <a:t>if</a:t>
            </a:r>
            <a:r>
              <a:rPr lang="da-DK" dirty="0"/>
              <a:t> &amp; </a:t>
            </a:r>
            <a:r>
              <a:rPr lang="da-DK" dirty="0" err="1"/>
              <a:t>if</a:t>
            </a:r>
            <a:r>
              <a:rPr lang="da-DK" dirty="0"/>
              <a:t> … </a:t>
            </a:r>
            <a:r>
              <a:rPr lang="da-DK" dirty="0" err="1"/>
              <a:t>else</a:t>
            </a:r>
            <a:r>
              <a:rPr lang="da-DK" dirty="0"/>
              <a:t> </a:t>
            </a:r>
            <a:endParaRPr lang="en-US" dirty="0"/>
          </a:p>
        </p:txBody>
      </p:sp>
      <p:pic>
        <p:nvPicPr>
          <p:cNvPr id="14" name="Billede 13" descr="Et billede, der indeholder tegning&#10;&#10;Automatisk genereret beskrivelse">
            <a:extLst>
              <a:ext uri="{FF2B5EF4-FFF2-40B4-BE49-F238E27FC236}">
                <a16:creationId xmlns:a16="http://schemas.microsoft.com/office/drawing/2014/main" id="{6881B82A-EFB6-42CA-ABE5-AB94C5435A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4183" y="593223"/>
            <a:ext cx="3950019" cy="2242185"/>
          </a:xfrm>
          <a:prstGeom prst="rect">
            <a:avLst/>
          </a:prstGeom>
        </p:spPr>
      </p:pic>
      <p:pic>
        <p:nvPicPr>
          <p:cNvPr id="16" name="Billede 15" descr="Et billede, der indeholder ur&#10;&#10;Automatisk genereret beskrivelse">
            <a:extLst>
              <a:ext uri="{FF2B5EF4-FFF2-40B4-BE49-F238E27FC236}">
                <a16:creationId xmlns:a16="http://schemas.microsoft.com/office/drawing/2014/main" id="{1C786427-E06D-4DCA-8BF5-00F13E723F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4183" y="3636708"/>
            <a:ext cx="3950019" cy="2828928"/>
          </a:xfrm>
          <a:prstGeom prst="rect">
            <a:avLst/>
          </a:prstGeom>
        </p:spPr>
      </p:pic>
      <p:pic>
        <p:nvPicPr>
          <p:cNvPr id="2" name="Billede 1">
            <a:extLst>
              <a:ext uri="{FF2B5EF4-FFF2-40B4-BE49-F238E27FC236}">
                <a16:creationId xmlns:a16="http://schemas.microsoft.com/office/drawing/2014/main" id="{4690C8CD-B23E-4FCA-84D1-FE68854D759A}"/>
              </a:ext>
            </a:extLst>
          </p:cNvPr>
          <p:cNvPicPr>
            <a:picLocks noChangeAspect="1"/>
          </p:cNvPicPr>
          <p:nvPr/>
        </p:nvPicPr>
        <p:blipFill>
          <a:blip r:embed="rId4"/>
          <a:stretch>
            <a:fillRect/>
          </a:stretch>
        </p:blipFill>
        <p:spPr>
          <a:xfrm>
            <a:off x="587374" y="2741571"/>
            <a:ext cx="5230091" cy="1887682"/>
          </a:xfrm>
          <a:prstGeom prst="rect">
            <a:avLst/>
          </a:prstGeom>
        </p:spPr>
      </p:pic>
      <p:cxnSp>
        <p:nvCxnSpPr>
          <p:cNvPr id="7" name="Lige pilforbindelse 6">
            <a:extLst>
              <a:ext uri="{FF2B5EF4-FFF2-40B4-BE49-F238E27FC236}">
                <a16:creationId xmlns:a16="http://schemas.microsoft.com/office/drawing/2014/main" id="{FDCCD136-BDBE-42C2-BBB8-7B6D81252FC8}"/>
              </a:ext>
            </a:extLst>
          </p:cNvPr>
          <p:cNvCxnSpPr/>
          <p:nvPr/>
        </p:nvCxnSpPr>
        <p:spPr>
          <a:xfrm flipV="1">
            <a:off x="5817465" y="2385038"/>
            <a:ext cx="1296718" cy="71306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Lige pilforbindelse 14">
            <a:extLst>
              <a:ext uri="{FF2B5EF4-FFF2-40B4-BE49-F238E27FC236}">
                <a16:creationId xmlns:a16="http://schemas.microsoft.com/office/drawing/2014/main" id="{F48B8F05-4774-49AE-B68B-D1EF2212C951}"/>
              </a:ext>
            </a:extLst>
          </p:cNvPr>
          <p:cNvCxnSpPr>
            <a:cxnSpLocks/>
          </p:cNvCxnSpPr>
          <p:nvPr/>
        </p:nvCxnSpPr>
        <p:spPr>
          <a:xfrm>
            <a:off x="5817465" y="4029189"/>
            <a:ext cx="1296718" cy="71306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Tekstfelt 16">
            <a:extLst>
              <a:ext uri="{FF2B5EF4-FFF2-40B4-BE49-F238E27FC236}">
                <a16:creationId xmlns:a16="http://schemas.microsoft.com/office/drawing/2014/main" id="{E163EEB3-A676-44AE-9F7B-396075A5115A}"/>
              </a:ext>
            </a:extLst>
          </p:cNvPr>
          <p:cNvSpPr txBox="1"/>
          <p:nvPr/>
        </p:nvSpPr>
        <p:spPr>
          <a:xfrm>
            <a:off x="587374" y="2373373"/>
            <a:ext cx="2575276" cy="369332"/>
          </a:xfrm>
          <a:prstGeom prst="rect">
            <a:avLst/>
          </a:prstGeom>
          <a:noFill/>
        </p:spPr>
        <p:txBody>
          <a:bodyPr wrap="square">
            <a:spAutoFit/>
          </a:bodyPr>
          <a:lstStyle/>
          <a:p>
            <a:r>
              <a:rPr lang="da-DK" sz="1800" dirty="0"/>
              <a:t>Pseudo-kode:</a:t>
            </a:r>
          </a:p>
        </p:txBody>
      </p:sp>
      <p:sp>
        <p:nvSpPr>
          <p:cNvPr id="11" name="Tekstfelt 10">
            <a:extLst>
              <a:ext uri="{FF2B5EF4-FFF2-40B4-BE49-F238E27FC236}">
                <a16:creationId xmlns:a16="http://schemas.microsoft.com/office/drawing/2014/main" id="{F826907B-E2B7-4BE9-B13E-757F3A5CA51D}"/>
              </a:ext>
            </a:extLst>
          </p:cNvPr>
          <p:cNvSpPr txBox="1"/>
          <p:nvPr/>
        </p:nvSpPr>
        <p:spPr>
          <a:xfrm>
            <a:off x="7114183" y="292324"/>
            <a:ext cx="2575276" cy="369332"/>
          </a:xfrm>
          <a:prstGeom prst="rect">
            <a:avLst/>
          </a:prstGeom>
          <a:noFill/>
        </p:spPr>
        <p:txBody>
          <a:bodyPr wrap="square">
            <a:spAutoFit/>
          </a:bodyPr>
          <a:lstStyle/>
          <a:p>
            <a:r>
              <a:rPr lang="da-DK" sz="1800" dirty="0"/>
              <a:t>Flow Chart:</a:t>
            </a:r>
          </a:p>
        </p:txBody>
      </p:sp>
      <p:sp>
        <p:nvSpPr>
          <p:cNvPr id="5" name="TextBox 4">
            <a:extLst>
              <a:ext uri="{FF2B5EF4-FFF2-40B4-BE49-F238E27FC236}">
                <a16:creationId xmlns:a16="http://schemas.microsoft.com/office/drawing/2014/main" id="{3DB17ECD-924B-CE89-21E9-3CE80767F2E3}"/>
              </a:ext>
            </a:extLst>
          </p:cNvPr>
          <p:cNvSpPr txBox="1"/>
          <p:nvPr/>
        </p:nvSpPr>
        <p:spPr>
          <a:xfrm>
            <a:off x="7401968" y="1850087"/>
            <a:ext cx="687470" cy="261610"/>
          </a:xfrm>
          <a:prstGeom prst="rect">
            <a:avLst/>
          </a:prstGeom>
          <a:noFill/>
        </p:spPr>
        <p:txBody>
          <a:bodyPr wrap="square" rtlCol="0">
            <a:spAutoFit/>
          </a:bodyPr>
          <a:lstStyle/>
          <a:p>
            <a:r>
              <a:rPr lang="da-DK" sz="1050" dirty="0"/>
              <a:t>False</a:t>
            </a:r>
            <a:endParaRPr lang="LID4096" sz="1050" dirty="0"/>
          </a:p>
        </p:txBody>
      </p:sp>
    </p:spTree>
    <p:extLst>
      <p:ext uri="{BB962C8B-B14F-4D97-AF65-F5344CB8AC3E}">
        <p14:creationId xmlns:p14="http://schemas.microsoft.com/office/powerpoint/2010/main" val="2682756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2966621B-DDC5-42E7-8C9D-1DAF34E7924D}"/>
              </a:ext>
            </a:extLst>
          </p:cNvPr>
          <p:cNvSpPr>
            <a:spLocks noGrp="1"/>
          </p:cNvSpPr>
          <p:nvPr>
            <p:ph type="sldNum" sz="quarter" idx="10"/>
          </p:nvPr>
        </p:nvSpPr>
        <p:spPr/>
        <p:txBody>
          <a:bodyPr/>
          <a:lstStyle/>
          <a:p>
            <a:fld id="{D8D877B3-D348-4611-9BDB-C5374591D951}" type="slidenum">
              <a:rPr lang="en-US" smtClean="0"/>
              <a:pPr/>
              <a:t>18</a:t>
            </a:fld>
            <a:endParaRPr lang="en-US" dirty="0"/>
          </a:p>
        </p:txBody>
      </p:sp>
      <p:sp>
        <p:nvSpPr>
          <p:cNvPr id="4" name="Titel 3">
            <a:extLst>
              <a:ext uri="{FF2B5EF4-FFF2-40B4-BE49-F238E27FC236}">
                <a16:creationId xmlns:a16="http://schemas.microsoft.com/office/drawing/2014/main" id="{C6F7492B-E541-4021-8D36-03EBA95F71BA}"/>
              </a:ext>
            </a:extLst>
          </p:cNvPr>
          <p:cNvSpPr>
            <a:spLocks noGrp="1"/>
          </p:cNvSpPr>
          <p:nvPr>
            <p:ph type="title"/>
          </p:nvPr>
        </p:nvSpPr>
        <p:spPr>
          <a:xfrm>
            <a:off x="587374" y="359273"/>
            <a:ext cx="6594337" cy="1621619"/>
          </a:xfrm>
        </p:spPr>
        <p:txBody>
          <a:bodyPr/>
          <a:lstStyle/>
          <a:p>
            <a:r>
              <a:rPr lang="da-DK" sz="3600" b="1" cap="all" spc="200" dirty="0">
                <a:solidFill>
                  <a:schemeClr val="tx2">
                    <a:lumMod val="50000"/>
                  </a:schemeClr>
                </a:solidFill>
              </a:rPr>
              <a:t>Hvad er et </a:t>
            </a:r>
            <a:r>
              <a:rPr lang="da-DK" sz="3600" b="1" cap="all" spc="200" dirty="0" err="1">
                <a:solidFill>
                  <a:schemeClr val="tx2">
                    <a:lumMod val="50000"/>
                  </a:schemeClr>
                </a:solidFill>
              </a:rPr>
              <a:t>flowchart</a:t>
            </a:r>
            <a:r>
              <a:rPr lang="da-DK" sz="3600" b="1" cap="all" spc="200" dirty="0">
                <a:solidFill>
                  <a:schemeClr val="tx2">
                    <a:lumMod val="50000"/>
                  </a:schemeClr>
                </a:solidFill>
              </a:rPr>
              <a:t>?</a:t>
            </a:r>
            <a:br>
              <a:rPr lang="da-DK" sz="3600" b="1" cap="all" spc="200" dirty="0">
                <a:solidFill>
                  <a:schemeClr val="tx2">
                    <a:lumMod val="50000"/>
                  </a:schemeClr>
                </a:solidFill>
              </a:rPr>
            </a:br>
            <a:endParaRPr lang="en-US" dirty="0"/>
          </a:p>
        </p:txBody>
      </p:sp>
      <p:sp>
        <p:nvSpPr>
          <p:cNvPr id="5" name="Pladsholder til tekst 4">
            <a:extLst>
              <a:ext uri="{FF2B5EF4-FFF2-40B4-BE49-F238E27FC236}">
                <a16:creationId xmlns:a16="http://schemas.microsoft.com/office/drawing/2014/main" id="{C417F205-6F18-4AB5-8549-E7566E60EF9A}"/>
              </a:ext>
            </a:extLst>
          </p:cNvPr>
          <p:cNvSpPr>
            <a:spLocks noGrp="1"/>
          </p:cNvSpPr>
          <p:nvPr>
            <p:ph type="body" sz="quarter" idx="12"/>
          </p:nvPr>
        </p:nvSpPr>
        <p:spPr>
          <a:xfrm>
            <a:off x="587375" y="2143359"/>
            <a:ext cx="6467766" cy="3752115"/>
          </a:xfrm>
        </p:spPr>
        <p:txBody>
          <a:bodyPr>
            <a:noAutofit/>
          </a:bodyPr>
          <a:lstStyle/>
          <a:p>
            <a:pPr marL="0" indent="0">
              <a:buNone/>
            </a:pPr>
            <a:r>
              <a:rPr lang="da-DK" sz="2200" b="1" kern="0" spc="200" dirty="0" err="1"/>
              <a:t>Flowcharts</a:t>
            </a:r>
            <a:endParaRPr lang="da-DK" sz="2200" kern="0" spc="200" dirty="0"/>
          </a:p>
          <a:p>
            <a:pPr>
              <a:buFont typeface="Arial" panose="020B0604020202020204" pitchFamily="34" charset="0"/>
              <a:buChar char="•"/>
            </a:pPr>
            <a:r>
              <a:rPr lang="da-DK" sz="2200" kern="0" spc="200" dirty="0"/>
              <a:t>Kaldes også rutediagrammer</a:t>
            </a:r>
          </a:p>
          <a:p>
            <a:pPr>
              <a:buFont typeface="Arial" panose="020B0604020202020204" pitchFamily="34" charset="0"/>
              <a:buChar char="•"/>
            </a:pPr>
            <a:r>
              <a:rPr lang="da-DK" sz="2200" kern="0" spc="200" dirty="0"/>
              <a:t>Afbilde af algoritmer/ arbejdsgange/ processer </a:t>
            </a:r>
          </a:p>
          <a:p>
            <a:pPr>
              <a:buFont typeface="Arial" panose="020B0604020202020204" pitchFamily="34" charset="0"/>
              <a:buChar char="•"/>
            </a:pPr>
            <a:r>
              <a:rPr lang="da-DK" sz="2200" kern="0" spc="200" dirty="0"/>
              <a:t>Tydelig </a:t>
            </a:r>
          </a:p>
          <a:p>
            <a:pPr lvl="1">
              <a:buFont typeface="Arial" panose="020B0604020202020204" pitchFamily="34" charset="0"/>
              <a:buChar char="•"/>
            </a:pPr>
            <a:r>
              <a:rPr lang="da-DK" sz="2000" kern="0" spc="200" dirty="0"/>
              <a:t>Rækkefølge ting skal ske,</a:t>
            </a:r>
          </a:p>
          <a:p>
            <a:pPr lvl="1">
              <a:buFont typeface="Arial" panose="020B0604020202020204" pitchFamily="34" charset="0"/>
              <a:buChar char="•"/>
            </a:pPr>
            <a:r>
              <a:rPr lang="da-DK" sz="2000" kern="0" spc="200" dirty="0"/>
              <a:t>Beslutninger der skal træffes</a:t>
            </a:r>
          </a:p>
          <a:p>
            <a:pPr lvl="1">
              <a:buFont typeface="Arial" panose="020B0604020202020204" pitchFamily="34" charset="0"/>
              <a:buChar char="•"/>
            </a:pPr>
            <a:r>
              <a:rPr lang="da-DK" sz="2000" kern="0" spc="200" dirty="0"/>
              <a:t>Hvilke processer der skal udføres afhængigt af valget.</a:t>
            </a:r>
            <a:endParaRPr lang="en-DK" sz="2000" kern="0" spc="200" dirty="0"/>
          </a:p>
          <a:p>
            <a:endParaRPr lang="en-US" sz="2200" dirty="0"/>
          </a:p>
        </p:txBody>
      </p:sp>
      <p:pic>
        <p:nvPicPr>
          <p:cNvPr id="7" name="Picture 2" descr="https://upload.wikimedia.org/wikipedia/commons/9/92/Flowchart-eksempel.png">
            <a:extLst>
              <a:ext uri="{FF2B5EF4-FFF2-40B4-BE49-F238E27FC236}">
                <a16:creationId xmlns:a16="http://schemas.microsoft.com/office/drawing/2014/main" id="{8F56CB90-308E-44C4-B1A2-B0C0C4B46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7495" y="706805"/>
            <a:ext cx="3142392" cy="5476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2050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E5ACCB60-A6F2-46B4-AB00-920518772E05}"/>
              </a:ext>
            </a:extLst>
          </p:cNvPr>
          <p:cNvSpPr>
            <a:spLocks noGrp="1"/>
          </p:cNvSpPr>
          <p:nvPr>
            <p:ph type="sldNum" sz="quarter" idx="10"/>
          </p:nvPr>
        </p:nvSpPr>
        <p:spPr/>
        <p:txBody>
          <a:bodyPr/>
          <a:lstStyle/>
          <a:p>
            <a:fld id="{D8D877B3-D348-4611-9BDB-C5374591D951}" type="slidenum">
              <a:rPr lang="en-US" smtClean="0"/>
              <a:pPr/>
              <a:t>19</a:t>
            </a:fld>
            <a:endParaRPr lang="en-US" dirty="0"/>
          </a:p>
        </p:txBody>
      </p:sp>
      <p:sp>
        <p:nvSpPr>
          <p:cNvPr id="4" name="Titel 3">
            <a:extLst>
              <a:ext uri="{FF2B5EF4-FFF2-40B4-BE49-F238E27FC236}">
                <a16:creationId xmlns:a16="http://schemas.microsoft.com/office/drawing/2014/main" id="{7836F98C-5688-4A5D-A729-5FCFA500E8F1}"/>
              </a:ext>
            </a:extLst>
          </p:cNvPr>
          <p:cNvSpPr>
            <a:spLocks noGrp="1"/>
          </p:cNvSpPr>
          <p:nvPr>
            <p:ph type="title"/>
          </p:nvPr>
        </p:nvSpPr>
        <p:spPr>
          <a:xfrm>
            <a:off x="587374" y="359273"/>
            <a:ext cx="5964428" cy="1621619"/>
          </a:xfrm>
        </p:spPr>
        <p:txBody>
          <a:bodyPr/>
          <a:lstStyle/>
          <a:p>
            <a:r>
              <a:rPr lang="da-DK" dirty="0" err="1"/>
              <a:t>Flowchart</a:t>
            </a:r>
            <a:r>
              <a:rPr lang="da-DK" dirty="0"/>
              <a:t> symboler</a:t>
            </a:r>
            <a:endParaRPr lang="en-US" dirty="0"/>
          </a:p>
        </p:txBody>
      </p:sp>
      <p:pic>
        <p:nvPicPr>
          <p:cNvPr id="6" name="Picture 30" descr="Flowchart Line.svg">
            <a:extLst>
              <a:ext uri="{FF2B5EF4-FFF2-40B4-BE49-F238E27FC236}">
                <a16:creationId xmlns:a16="http://schemas.microsoft.com/office/drawing/2014/main" id="{8680E1AF-896C-4237-B64F-BA4A75A1C3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918277"/>
            <a:ext cx="952500" cy="1809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2" descr="Flowchart Terminal.svg">
            <a:extLst>
              <a:ext uri="{FF2B5EF4-FFF2-40B4-BE49-F238E27FC236}">
                <a16:creationId xmlns:a16="http://schemas.microsoft.com/office/drawing/2014/main" id="{490FC8EA-167C-4C00-BF70-5495E999A5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40183"/>
            <a:ext cx="952500" cy="4762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4" descr="Flowchart Process.svg">
            <a:extLst>
              <a:ext uri="{FF2B5EF4-FFF2-40B4-BE49-F238E27FC236}">
                <a16:creationId xmlns:a16="http://schemas.microsoft.com/office/drawing/2014/main" id="{2AB21A97-B36A-4175-B4E7-ECB49BD60F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3674661"/>
            <a:ext cx="952500" cy="4762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6" descr="Flowchart Decision.svg">
            <a:extLst>
              <a:ext uri="{FF2B5EF4-FFF2-40B4-BE49-F238E27FC236}">
                <a16:creationId xmlns:a16="http://schemas.microsoft.com/office/drawing/2014/main" id="{0FCAC629-8C40-458C-9CA4-3FF679C677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576" y="4709139"/>
            <a:ext cx="952500" cy="71437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8" descr="Flowchart IO.svg">
            <a:extLst>
              <a:ext uri="{FF2B5EF4-FFF2-40B4-BE49-F238E27FC236}">
                <a16:creationId xmlns:a16="http://schemas.microsoft.com/office/drawing/2014/main" id="{158278B7-322A-453B-A80B-3FC7E8F3E5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7539" y="1770639"/>
            <a:ext cx="952500" cy="4762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0" descr="Flowchart Annotation.svg">
            <a:extLst>
              <a:ext uri="{FF2B5EF4-FFF2-40B4-BE49-F238E27FC236}">
                <a16:creationId xmlns:a16="http://schemas.microsoft.com/office/drawing/2014/main" id="{7C1A608F-504E-430E-82B3-EDACDE70B9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57539" y="2535479"/>
            <a:ext cx="952500" cy="4762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2" descr="Flowchart Predefined Process.svg">
            <a:extLst>
              <a:ext uri="{FF2B5EF4-FFF2-40B4-BE49-F238E27FC236}">
                <a16:creationId xmlns:a16="http://schemas.microsoft.com/office/drawing/2014/main" id="{DC05F9AE-D266-4D55-BBDC-C0B5B2DA7CA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57539" y="3300319"/>
            <a:ext cx="952500" cy="47625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4" descr="Flowchart Connector.svg">
            <a:extLst>
              <a:ext uri="{FF2B5EF4-FFF2-40B4-BE49-F238E27FC236}">
                <a16:creationId xmlns:a16="http://schemas.microsoft.com/office/drawing/2014/main" id="{115D3D54-5EC9-443B-812A-C4607B3E10E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95664" y="4065159"/>
            <a:ext cx="476250" cy="47625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6" descr="Off page connector.png">
            <a:extLst>
              <a:ext uri="{FF2B5EF4-FFF2-40B4-BE49-F238E27FC236}">
                <a16:creationId xmlns:a16="http://schemas.microsoft.com/office/drawing/2014/main" id="{999B2C77-E053-4D5F-AE4A-FF41BF3D1D2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95664" y="4829998"/>
            <a:ext cx="476250" cy="466725"/>
          </a:xfrm>
          <a:prstGeom prst="rect">
            <a:avLst/>
          </a:prstGeom>
          <a:noFill/>
          <a:extLst>
            <a:ext uri="{909E8E84-426E-40DD-AFC4-6F175D3DCCD1}">
              <a14:hiddenFill xmlns:a14="http://schemas.microsoft.com/office/drawing/2010/main">
                <a:solidFill>
                  <a:srgbClr val="FFFFFF"/>
                </a:solidFill>
              </a14:hiddenFill>
            </a:ext>
          </a:extLst>
        </p:spPr>
      </p:pic>
      <p:sp>
        <p:nvSpPr>
          <p:cNvPr id="15" name="Rektangel 14">
            <a:extLst>
              <a:ext uri="{FF2B5EF4-FFF2-40B4-BE49-F238E27FC236}">
                <a16:creationId xmlns:a16="http://schemas.microsoft.com/office/drawing/2014/main" id="{59957E69-546F-4A5B-93A2-CFCBE89F80D2}"/>
              </a:ext>
            </a:extLst>
          </p:cNvPr>
          <p:cNvSpPr/>
          <p:nvPr/>
        </p:nvSpPr>
        <p:spPr>
          <a:xfrm>
            <a:off x="2288696" y="1809441"/>
            <a:ext cx="1095172" cy="369332"/>
          </a:xfrm>
          <a:prstGeom prst="rect">
            <a:avLst/>
          </a:prstGeom>
        </p:spPr>
        <p:txBody>
          <a:bodyPr wrap="none">
            <a:spAutoFit/>
          </a:bodyPr>
          <a:lstStyle/>
          <a:p>
            <a:r>
              <a:rPr lang="da-DK" dirty="0">
                <a:solidFill>
                  <a:srgbClr val="222222"/>
                </a:solidFill>
                <a:latin typeface="Arial" panose="020B0604020202020204" pitchFamily="34" charset="0"/>
              </a:rPr>
              <a:t>Flowline </a:t>
            </a:r>
            <a:endParaRPr lang="en-DK" dirty="0"/>
          </a:p>
        </p:txBody>
      </p:sp>
      <p:sp>
        <p:nvSpPr>
          <p:cNvPr id="16" name="Rektangel 15">
            <a:extLst>
              <a:ext uri="{FF2B5EF4-FFF2-40B4-BE49-F238E27FC236}">
                <a16:creationId xmlns:a16="http://schemas.microsoft.com/office/drawing/2014/main" id="{2D4C0314-8278-434E-A61F-C8F58C40A436}"/>
              </a:ext>
            </a:extLst>
          </p:cNvPr>
          <p:cNvSpPr/>
          <p:nvPr/>
        </p:nvSpPr>
        <p:spPr>
          <a:xfrm>
            <a:off x="2288696" y="2640183"/>
            <a:ext cx="1056764" cy="369332"/>
          </a:xfrm>
          <a:prstGeom prst="rect">
            <a:avLst/>
          </a:prstGeom>
        </p:spPr>
        <p:txBody>
          <a:bodyPr wrap="none">
            <a:spAutoFit/>
          </a:bodyPr>
          <a:lstStyle/>
          <a:p>
            <a:r>
              <a:rPr lang="da-DK">
                <a:solidFill>
                  <a:srgbClr val="222222"/>
                </a:solidFill>
                <a:latin typeface="Arial" panose="020B0604020202020204" pitchFamily="34" charset="0"/>
              </a:rPr>
              <a:t>Terminal</a:t>
            </a:r>
            <a:endParaRPr lang="en-DK" dirty="0"/>
          </a:p>
        </p:txBody>
      </p:sp>
      <p:sp>
        <p:nvSpPr>
          <p:cNvPr id="17" name="Rektangel 16">
            <a:extLst>
              <a:ext uri="{FF2B5EF4-FFF2-40B4-BE49-F238E27FC236}">
                <a16:creationId xmlns:a16="http://schemas.microsoft.com/office/drawing/2014/main" id="{2E250803-A3D8-4788-BD10-5373DBCF0651}"/>
              </a:ext>
            </a:extLst>
          </p:cNvPr>
          <p:cNvSpPr/>
          <p:nvPr/>
        </p:nvSpPr>
        <p:spPr>
          <a:xfrm>
            <a:off x="2288696" y="3729208"/>
            <a:ext cx="1018227" cy="369332"/>
          </a:xfrm>
          <a:prstGeom prst="rect">
            <a:avLst/>
          </a:prstGeom>
        </p:spPr>
        <p:txBody>
          <a:bodyPr wrap="none">
            <a:spAutoFit/>
          </a:bodyPr>
          <a:lstStyle/>
          <a:p>
            <a:r>
              <a:rPr lang="da-DK" dirty="0" err="1">
                <a:solidFill>
                  <a:srgbClr val="222222"/>
                </a:solidFill>
                <a:latin typeface="Arial" panose="020B0604020202020204" pitchFamily="34" charset="0"/>
              </a:rPr>
              <a:t>Process</a:t>
            </a:r>
            <a:endParaRPr lang="en-DK" dirty="0"/>
          </a:p>
        </p:txBody>
      </p:sp>
      <p:sp>
        <p:nvSpPr>
          <p:cNvPr id="18" name="Rektangel 17">
            <a:extLst>
              <a:ext uri="{FF2B5EF4-FFF2-40B4-BE49-F238E27FC236}">
                <a16:creationId xmlns:a16="http://schemas.microsoft.com/office/drawing/2014/main" id="{9A24364F-AC87-41BF-B9C9-9EDBCD23DD6B}"/>
              </a:ext>
            </a:extLst>
          </p:cNvPr>
          <p:cNvSpPr/>
          <p:nvPr/>
        </p:nvSpPr>
        <p:spPr>
          <a:xfrm>
            <a:off x="2288696" y="4878694"/>
            <a:ext cx="1069524" cy="369332"/>
          </a:xfrm>
          <a:prstGeom prst="rect">
            <a:avLst/>
          </a:prstGeom>
        </p:spPr>
        <p:txBody>
          <a:bodyPr wrap="none">
            <a:spAutoFit/>
          </a:bodyPr>
          <a:lstStyle/>
          <a:p>
            <a:r>
              <a:rPr lang="da-DK" dirty="0">
                <a:solidFill>
                  <a:srgbClr val="222222"/>
                </a:solidFill>
                <a:latin typeface="Arial" panose="020B0604020202020204" pitchFamily="34" charset="0"/>
              </a:rPr>
              <a:t>Decision</a:t>
            </a:r>
            <a:endParaRPr lang="en-DK" dirty="0"/>
          </a:p>
        </p:txBody>
      </p:sp>
      <p:sp>
        <p:nvSpPr>
          <p:cNvPr id="19" name="Rektangel 18">
            <a:extLst>
              <a:ext uri="{FF2B5EF4-FFF2-40B4-BE49-F238E27FC236}">
                <a16:creationId xmlns:a16="http://schemas.microsoft.com/office/drawing/2014/main" id="{A78654F6-E077-47E2-ADF0-5D0140960A82}"/>
              </a:ext>
            </a:extLst>
          </p:cNvPr>
          <p:cNvSpPr/>
          <p:nvPr/>
        </p:nvSpPr>
        <p:spPr>
          <a:xfrm>
            <a:off x="6300192" y="1824098"/>
            <a:ext cx="1454244" cy="369332"/>
          </a:xfrm>
          <a:prstGeom prst="rect">
            <a:avLst/>
          </a:prstGeom>
        </p:spPr>
        <p:txBody>
          <a:bodyPr wrap="none">
            <a:spAutoFit/>
          </a:bodyPr>
          <a:lstStyle/>
          <a:p>
            <a:r>
              <a:rPr lang="da-DK" dirty="0">
                <a:solidFill>
                  <a:srgbClr val="222222"/>
                </a:solidFill>
                <a:latin typeface="Arial" panose="020B0604020202020204" pitchFamily="34" charset="0"/>
              </a:rPr>
              <a:t>Input/Output</a:t>
            </a:r>
            <a:endParaRPr lang="en-DK" dirty="0"/>
          </a:p>
        </p:txBody>
      </p:sp>
      <p:sp>
        <p:nvSpPr>
          <p:cNvPr id="20" name="Rektangel 19">
            <a:extLst>
              <a:ext uri="{FF2B5EF4-FFF2-40B4-BE49-F238E27FC236}">
                <a16:creationId xmlns:a16="http://schemas.microsoft.com/office/drawing/2014/main" id="{2EC4CA30-82A2-456B-BFCC-352CBD88DD7B}"/>
              </a:ext>
            </a:extLst>
          </p:cNvPr>
          <p:cNvSpPr/>
          <p:nvPr/>
        </p:nvSpPr>
        <p:spPr>
          <a:xfrm>
            <a:off x="6300192" y="2599890"/>
            <a:ext cx="1287532" cy="369332"/>
          </a:xfrm>
          <a:prstGeom prst="rect">
            <a:avLst/>
          </a:prstGeom>
        </p:spPr>
        <p:txBody>
          <a:bodyPr wrap="none">
            <a:spAutoFit/>
          </a:bodyPr>
          <a:lstStyle/>
          <a:p>
            <a:r>
              <a:rPr lang="da-DK" dirty="0">
                <a:solidFill>
                  <a:srgbClr val="222222"/>
                </a:solidFill>
                <a:latin typeface="Arial" panose="020B0604020202020204" pitchFamily="34" charset="0"/>
              </a:rPr>
              <a:t>Annotation</a:t>
            </a:r>
            <a:endParaRPr lang="en-DK" dirty="0"/>
          </a:p>
        </p:txBody>
      </p:sp>
      <p:sp>
        <p:nvSpPr>
          <p:cNvPr id="21" name="Rektangel 20">
            <a:extLst>
              <a:ext uri="{FF2B5EF4-FFF2-40B4-BE49-F238E27FC236}">
                <a16:creationId xmlns:a16="http://schemas.microsoft.com/office/drawing/2014/main" id="{1D0EF1D7-8F36-4A01-BCE7-8A72718A1BB3}"/>
              </a:ext>
            </a:extLst>
          </p:cNvPr>
          <p:cNvSpPr/>
          <p:nvPr/>
        </p:nvSpPr>
        <p:spPr>
          <a:xfrm>
            <a:off x="6300192" y="3375473"/>
            <a:ext cx="2198038" cy="369332"/>
          </a:xfrm>
          <a:prstGeom prst="rect">
            <a:avLst/>
          </a:prstGeom>
        </p:spPr>
        <p:txBody>
          <a:bodyPr wrap="none">
            <a:spAutoFit/>
          </a:bodyPr>
          <a:lstStyle/>
          <a:p>
            <a:r>
              <a:rPr lang="da-DK" dirty="0" err="1">
                <a:solidFill>
                  <a:srgbClr val="222222"/>
                </a:solidFill>
                <a:latin typeface="Arial" panose="020B0604020202020204" pitchFamily="34" charset="0"/>
              </a:rPr>
              <a:t>Predefined</a:t>
            </a:r>
            <a:r>
              <a:rPr lang="da-DK" dirty="0">
                <a:solidFill>
                  <a:srgbClr val="222222"/>
                </a:solidFill>
                <a:latin typeface="Arial" panose="020B0604020202020204" pitchFamily="34" charset="0"/>
              </a:rPr>
              <a:t> </a:t>
            </a:r>
            <a:r>
              <a:rPr lang="da-DK" dirty="0" err="1">
                <a:solidFill>
                  <a:srgbClr val="222222"/>
                </a:solidFill>
                <a:latin typeface="Arial" panose="020B0604020202020204" pitchFamily="34" charset="0"/>
              </a:rPr>
              <a:t>Process</a:t>
            </a:r>
            <a:endParaRPr lang="en-DK" dirty="0"/>
          </a:p>
        </p:txBody>
      </p:sp>
      <p:sp>
        <p:nvSpPr>
          <p:cNvPr id="22" name="Rektangel 21">
            <a:extLst>
              <a:ext uri="{FF2B5EF4-FFF2-40B4-BE49-F238E27FC236}">
                <a16:creationId xmlns:a16="http://schemas.microsoft.com/office/drawing/2014/main" id="{5B6695E5-64A1-408D-B20E-1E216D14FCC2}"/>
              </a:ext>
            </a:extLst>
          </p:cNvPr>
          <p:cNvSpPr/>
          <p:nvPr/>
        </p:nvSpPr>
        <p:spPr>
          <a:xfrm>
            <a:off x="6300192" y="4118618"/>
            <a:ext cx="2210862" cy="369332"/>
          </a:xfrm>
          <a:prstGeom prst="rect">
            <a:avLst/>
          </a:prstGeom>
        </p:spPr>
        <p:txBody>
          <a:bodyPr wrap="none">
            <a:spAutoFit/>
          </a:bodyPr>
          <a:lstStyle/>
          <a:p>
            <a:r>
              <a:rPr lang="da-DK" dirty="0">
                <a:solidFill>
                  <a:srgbClr val="222222"/>
                </a:solidFill>
                <a:latin typeface="Arial" panose="020B0604020202020204" pitchFamily="34" charset="0"/>
              </a:rPr>
              <a:t>On-page Connector</a:t>
            </a:r>
            <a:endParaRPr lang="en-DK" dirty="0"/>
          </a:p>
        </p:txBody>
      </p:sp>
      <p:sp>
        <p:nvSpPr>
          <p:cNvPr id="23" name="Rektangel 22">
            <a:extLst>
              <a:ext uri="{FF2B5EF4-FFF2-40B4-BE49-F238E27FC236}">
                <a16:creationId xmlns:a16="http://schemas.microsoft.com/office/drawing/2014/main" id="{BA9C7612-D3B4-4274-BBB9-C16686AA6D83}"/>
              </a:ext>
            </a:extLst>
          </p:cNvPr>
          <p:cNvSpPr/>
          <p:nvPr/>
        </p:nvSpPr>
        <p:spPr>
          <a:xfrm>
            <a:off x="6300192" y="4878694"/>
            <a:ext cx="2206694" cy="369332"/>
          </a:xfrm>
          <a:prstGeom prst="rect">
            <a:avLst/>
          </a:prstGeom>
        </p:spPr>
        <p:txBody>
          <a:bodyPr wrap="none">
            <a:spAutoFit/>
          </a:bodyPr>
          <a:lstStyle/>
          <a:p>
            <a:r>
              <a:rPr lang="da-DK" dirty="0" err="1">
                <a:solidFill>
                  <a:srgbClr val="222222"/>
                </a:solidFill>
                <a:latin typeface="Arial" panose="020B0604020202020204" pitchFamily="34" charset="0"/>
              </a:rPr>
              <a:t>Off</a:t>
            </a:r>
            <a:r>
              <a:rPr lang="da-DK" dirty="0">
                <a:solidFill>
                  <a:srgbClr val="222222"/>
                </a:solidFill>
                <a:latin typeface="Arial" panose="020B0604020202020204" pitchFamily="34" charset="0"/>
              </a:rPr>
              <a:t>-page Connector</a:t>
            </a:r>
            <a:endParaRPr lang="en-DK" dirty="0"/>
          </a:p>
        </p:txBody>
      </p:sp>
    </p:spTree>
    <p:extLst>
      <p:ext uri="{BB962C8B-B14F-4D97-AF65-F5344CB8AC3E}">
        <p14:creationId xmlns:p14="http://schemas.microsoft.com/office/powerpoint/2010/main" val="3770532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2BA76AFB-D2AA-4FF7-93BC-3A67216F420E}"/>
              </a:ext>
            </a:extLst>
          </p:cNvPr>
          <p:cNvSpPr>
            <a:spLocks noGrp="1"/>
          </p:cNvSpPr>
          <p:nvPr>
            <p:ph type="sldNum" sz="quarter" idx="4"/>
          </p:nvPr>
        </p:nvSpPr>
        <p:spPr/>
        <p:txBody>
          <a:bodyPr/>
          <a:lstStyle/>
          <a:p>
            <a:fld id="{D8D877B3-D348-4611-9BDB-C5374591D951}" type="slidenum">
              <a:rPr lang="en-US" smtClean="0"/>
              <a:pPr/>
              <a:t>20</a:t>
            </a:fld>
            <a:endParaRPr lang="en-US" dirty="0"/>
          </a:p>
        </p:txBody>
      </p:sp>
      <p:sp>
        <p:nvSpPr>
          <p:cNvPr id="6" name="Titel 5">
            <a:extLst>
              <a:ext uri="{FF2B5EF4-FFF2-40B4-BE49-F238E27FC236}">
                <a16:creationId xmlns:a16="http://schemas.microsoft.com/office/drawing/2014/main" id="{2D5C181D-586C-47C9-B59C-E8B481D0C10E}"/>
              </a:ext>
            </a:extLst>
          </p:cNvPr>
          <p:cNvSpPr>
            <a:spLocks noGrp="1"/>
          </p:cNvSpPr>
          <p:nvPr>
            <p:ph type="title"/>
          </p:nvPr>
        </p:nvSpPr>
        <p:spPr>
          <a:xfrm>
            <a:off x="587373" y="370290"/>
            <a:ext cx="9839017" cy="1474385"/>
          </a:xfrm>
        </p:spPr>
        <p:txBody>
          <a:bodyPr/>
          <a:lstStyle/>
          <a:p>
            <a:r>
              <a:rPr lang="da-DK" dirty="0"/>
              <a:t>Eksempel på </a:t>
            </a:r>
            <a:br>
              <a:rPr lang="da-DK" dirty="0"/>
            </a:br>
            <a:r>
              <a:rPr lang="da-DK" sz="2400" dirty="0"/>
              <a:t>Algoritme versus </a:t>
            </a:r>
            <a:r>
              <a:rPr lang="da-DK" sz="2400" dirty="0" err="1"/>
              <a:t>Pseudocode</a:t>
            </a:r>
            <a:r>
              <a:rPr lang="da-DK" sz="2400" dirty="0"/>
              <a:t> versus </a:t>
            </a:r>
            <a:r>
              <a:rPr lang="da-DK" sz="2400" dirty="0" err="1"/>
              <a:t>Flowchart</a:t>
            </a:r>
            <a:endParaRPr lang="en-US" sz="2400" dirty="0"/>
          </a:p>
        </p:txBody>
      </p:sp>
      <p:pic>
        <p:nvPicPr>
          <p:cNvPr id="9" name="Billede 8">
            <a:extLst>
              <a:ext uri="{FF2B5EF4-FFF2-40B4-BE49-F238E27FC236}">
                <a16:creationId xmlns:a16="http://schemas.microsoft.com/office/drawing/2014/main" id="{182A92F5-1EF3-42EC-9727-0A2F2475A564}"/>
              </a:ext>
            </a:extLst>
          </p:cNvPr>
          <p:cNvPicPr>
            <a:picLocks noChangeAspect="1"/>
          </p:cNvPicPr>
          <p:nvPr/>
        </p:nvPicPr>
        <p:blipFill>
          <a:blip r:embed="rId2"/>
          <a:stretch>
            <a:fillRect/>
          </a:stretch>
        </p:blipFill>
        <p:spPr>
          <a:xfrm>
            <a:off x="5089270" y="2343359"/>
            <a:ext cx="3648075" cy="2247900"/>
          </a:xfrm>
          <a:prstGeom prst="rect">
            <a:avLst/>
          </a:prstGeom>
        </p:spPr>
      </p:pic>
      <p:pic>
        <p:nvPicPr>
          <p:cNvPr id="11" name="Billede 10">
            <a:extLst>
              <a:ext uri="{FF2B5EF4-FFF2-40B4-BE49-F238E27FC236}">
                <a16:creationId xmlns:a16="http://schemas.microsoft.com/office/drawing/2014/main" id="{CEAC0EC6-6B7F-49EA-8154-7B0DC128137E}"/>
              </a:ext>
            </a:extLst>
          </p:cNvPr>
          <p:cNvPicPr>
            <a:picLocks noChangeAspect="1"/>
          </p:cNvPicPr>
          <p:nvPr/>
        </p:nvPicPr>
        <p:blipFill rotWithShape="1">
          <a:blip r:embed="rId3"/>
          <a:srcRect l="6498"/>
          <a:stretch/>
        </p:blipFill>
        <p:spPr>
          <a:xfrm>
            <a:off x="8805295" y="2444954"/>
            <a:ext cx="3106060" cy="2526880"/>
          </a:xfrm>
          <a:prstGeom prst="rect">
            <a:avLst/>
          </a:prstGeom>
          <a:ln>
            <a:solidFill>
              <a:schemeClr val="tx1"/>
            </a:solidFill>
          </a:ln>
        </p:spPr>
      </p:pic>
      <p:pic>
        <p:nvPicPr>
          <p:cNvPr id="13" name="Billede 12">
            <a:extLst>
              <a:ext uri="{FF2B5EF4-FFF2-40B4-BE49-F238E27FC236}">
                <a16:creationId xmlns:a16="http://schemas.microsoft.com/office/drawing/2014/main" id="{EA8164FF-83E3-42F8-AFE3-7E8A6C21B077}"/>
              </a:ext>
            </a:extLst>
          </p:cNvPr>
          <p:cNvPicPr>
            <a:picLocks noChangeAspect="1"/>
          </p:cNvPicPr>
          <p:nvPr/>
        </p:nvPicPr>
        <p:blipFill>
          <a:blip r:embed="rId4"/>
          <a:stretch>
            <a:fillRect/>
          </a:stretch>
        </p:blipFill>
        <p:spPr>
          <a:xfrm>
            <a:off x="382645" y="2343359"/>
            <a:ext cx="4638675" cy="1876425"/>
          </a:xfrm>
          <a:prstGeom prst="rect">
            <a:avLst/>
          </a:prstGeom>
        </p:spPr>
      </p:pic>
    </p:spTree>
    <p:extLst>
      <p:ext uri="{BB962C8B-B14F-4D97-AF65-F5344CB8AC3E}">
        <p14:creationId xmlns:p14="http://schemas.microsoft.com/office/powerpoint/2010/main" val="2950650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B23F944A-B747-424A-90D7-5DEAB627BA46}"/>
              </a:ext>
            </a:extLst>
          </p:cNvPr>
          <p:cNvSpPr>
            <a:spLocks noGrp="1"/>
          </p:cNvSpPr>
          <p:nvPr>
            <p:ph type="sldNum" sz="quarter" idx="10"/>
          </p:nvPr>
        </p:nvSpPr>
        <p:spPr/>
        <p:txBody>
          <a:bodyPr/>
          <a:lstStyle/>
          <a:p>
            <a:fld id="{D8D877B3-D348-4611-9BDB-C5374591D951}" type="slidenum">
              <a:rPr lang="en-US" smtClean="0"/>
              <a:pPr/>
              <a:t>21</a:t>
            </a:fld>
            <a:endParaRPr lang="en-US" dirty="0"/>
          </a:p>
        </p:txBody>
      </p:sp>
      <p:sp>
        <p:nvSpPr>
          <p:cNvPr id="4" name="Titel 3">
            <a:extLst>
              <a:ext uri="{FF2B5EF4-FFF2-40B4-BE49-F238E27FC236}">
                <a16:creationId xmlns:a16="http://schemas.microsoft.com/office/drawing/2014/main" id="{6F92C1FD-4DE7-4E61-B8D9-CE73E10E0B9F}"/>
              </a:ext>
            </a:extLst>
          </p:cNvPr>
          <p:cNvSpPr>
            <a:spLocks noGrp="1"/>
          </p:cNvSpPr>
          <p:nvPr>
            <p:ph type="title"/>
          </p:nvPr>
        </p:nvSpPr>
        <p:spPr>
          <a:xfrm>
            <a:off x="587374" y="359273"/>
            <a:ext cx="9140158" cy="1621619"/>
          </a:xfrm>
        </p:spPr>
        <p:txBody>
          <a:bodyPr/>
          <a:lstStyle/>
          <a:p>
            <a:r>
              <a:rPr lang="da-DK" dirty="0"/>
              <a:t>Opgave: </a:t>
            </a:r>
            <a:r>
              <a:rPr lang="da-DK" dirty="0" err="1"/>
              <a:t>KS_what_happens</a:t>
            </a:r>
            <a:br>
              <a:rPr lang="da-DK" dirty="0"/>
            </a:br>
            <a:r>
              <a:rPr lang="da-DK" dirty="0"/>
              <a:t>The </a:t>
            </a:r>
            <a:r>
              <a:rPr lang="da-DK" dirty="0" err="1"/>
              <a:t>if</a:t>
            </a:r>
            <a:r>
              <a:rPr lang="da-DK" dirty="0"/>
              <a:t> statement</a:t>
            </a:r>
            <a:endParaRPr lang="en-US" dirty="0"/>
          </a:p>
        </p:txBody>
      </p:sp>
      <p:sp>
        <p:nvSpPr>
          <p:cNvPr id="5" name="Pladsholder til tekst 4">
            <a:extLst>
              <a:ext uri="{FF2B5EF4-FFF2-40B4-BE49-F238E27FC236}">
                <a16:creationId xmlns:a16="http://schemas.microsoft.com/office/drawing/2014/main" id="{DE5FC5B0-3D2F-4396-A23C-FACBFB06F9A7}"/>
              </a:ext>
            </a:extLst>
          </p:cNvPr>
          <p:cNvSpPr>
            <a:spLocks noGrp="1"/>
          </p:cNvSpPr>
          <p:nvPr>
            <p:ph type="body" sz="quarter" idx="12"/>
          </p:nvPr>
        </p:nvSpPr>
        <p:spPr>
          <a:xfrm>
            <a:off x="587374" y="1493653"/>
            <a:ext cx="5508626" cy="3752115"/>
          </a:xfrm>
        </p:spPr>
        <p:txBody>
          <a:bodyPr>
            <a:normAutofit/>
          </a:bodyPr>
          <a:lstStyle/>
          <a:p>
            <a:r>
              <a:rPr lang="da-DK" sz="2000" b="1" dirty="0">
                <a:latin typeface="Consolas (Body)"/>
              </a:rPr>
              <a:t>Sammen med din sidemakker, diskuter hvad der vil ske, når du ændrer værdien af variablen a til følgende: 10, 0 og -1. Brug den givne kode som udgangspunkt.</a:t>
            </a:r>
            <a:endParaRPr lang="da-DK" sz="2000" dirty="0">
              <a:latin typeface="Consolas (Body)"/>
            </a:endParaRPr>
          </a:p>
          <a:p>
            <a:r>
              <a:rPr lang="da-DK" sz="2000" dirty="0">
                <a:latin typeface="Consolas (Body)"/>
              </a:rPr>
              <a:t>👉 Prøv derefter selv at ændre værdien af a i Visual Studio og se, om resultatet stemmer overens med jeres forventninger.</a:t>
            </a:r>
          </a:p>
          <a:p>
            <a:pPr marL="0" indent="0">
              <a:buNone/>
            </a:pPr>
            <a:endParaRPr lang="en-US" sz="1200" b="0" dirty="0">
              <a:solidFill>
                <a:srgbClr val="657B83"/>
              </a:solidFill>
              <a:effectLst/>
              <a:latin typeface="Consolas" panose="020B0609020204030204" pitchFamily="49" charset="0"/>
            </a:endParaRPr>
          </a:p>
        </p:txBody>
      </p:sp>
      <p:sp>
        <p:nvSpPr>
          <p:cNvPr id="9" name="TextBox 8">
            <a:extLst>
              <a:ext uri="{FF2B5EF4-FFF2-40B4-BE49-F238E27FC236}">
                <a16:creationId xmlns:a16="http://schemas.microsoft.com/office/drawing/2014/main" id="{9A7605B5-A439-6AA1-0948-86AC2A65B17D}"/>
              </a:ext>
            </a:extLst>
          </p:cNvPr>
          <p:cNvSpPr txBox="1"/>
          <p:nvPr/>
        </p:nvSpPr>
        <p:spPr>
          <a:xfrm>
            <a:off x="6311184" y="1598968"/>
            <a:ext cx="5722854" cy="3416320"/>
          </a:xfrm>
          <a:prstGeom prst="rect">
            <a:avLst/>
          </a:prstGeom>
          <a:solidFill>
            <a:schemeClr val="bg1">
              <a:lumMod val="95000"/>
            </a:schemeClr>
          </a:solidFill>
        </p:spPr>
        <p:txBody>
          <a:bodyPr wrap="square">
            <a:spAutoFit/>
          </a:bodyPr>
          <a:lstStyle/>
          <a:p>
            <a:r>
              <a:rPr lang="en-US" b="0" i="1" dirty="0">
                <a:solidFill>
                  <a:srgbClr val="93A1A1"/>
                </a:solidFill>
                <a:effectLst/>
                <a:latin typeface="Consolas" panose="020B0609020204030204" pitchFamily="49" charset="0"/>
              </a:rPr>
              <a:t>/* Question 1a*/</a:t>
            </a:r>
            <a:endParaRPr lang="en-US" b="0" dirty="0">
              <a:solidFill>
                <a:srgbClr val="657B83"/>
              </a:solidFill>
              <a:effectLst/>
              <a:latin typeface="Consolas" panose="020B0609020204030204" pitchFamily="49" charset="0"/>
            </a:endParaRPr>
          </a:p>
          <a:p>
            <a:r>
              <a:rPr lang="en-US" b="0" dirty="0">
                <a:solidFill>
                  <a:srgbClr val="859900"/>
                </a:solidFill>
                <a:effectLst/>
                <a:latin typeface="Consolas" panose="020B0609020204030204" pitchFamily="49" charset="0"/>
              </a:rPr>
              <a:t>#include</a:t>
            </a:r>
            <a:r>
              <a:rPr lang="en-US" b="0" dirty="0">
                <a:solidFill>
                  <a:srgbClr val="B58900"/>
                </a:solidFill>
                <a:effectLst/>
                <a:latin typeface="Consolas" panose="020B0609020204030204" pitchFamily="49" charset="0"/>
              </a:rPr>
              <a:t> </a:t>
            </a:r>
            <a:r>
              <a:rPr lang="en-US" b="0" dirty="0">
                <a:solidFill>
                  <a:srgbClr val="2AA198"/>
                </a:solidFill>
                <a:effectLst/>
                <a:latin typeface="Consolas" panose="020B0609020204030204" pitchFamily="49" charset="0"/>
              </a:rPr>
              <a:t>&lt;</a:t>
            </a:r>
            <a:r>
              <a:rPr lang="en-US" b="0" dirty="0" err="1">
                <a:solidFill>
                  <a:srgbClr val="2AA198"/>
                </a:solidFill>
                <a:effectLst/>
                <a:latin typeface="Consolas" panose="020B0609020204030204" pitchFamily="49" charset="0"/>
              </a:rPr>
              <a:t>stdio.h</a:t>
            </a:r>
            <a:r>
              <a:rPr lang="en-US" b="0" dirty="0">
                <a:solidFill>
                  <a:srgbClr val="2AA198"/>
                </a:solidFill>
                <a:effectLst/>
                <a:latin typeface="Consolas" panose="020B0609020204030204" pitchFamily="49" charset="0"/>
              </a:rPr>
              <a:t>&gt;</a:t>
            </a:r>
            <a:endParaRPr lang="en-US" b="0" dirty="0">
              <a:solidFill>
                <a:srgbClr val="657B83"/>
              </a:solidFill>
              <a:effectLst/>
              <a:latin typeface="Consolas" panose="020B0609020204030204" pitchFamily="49" charset="0"/>
            </a:endParaRPr>
          </a:p>
          <a:p>
            <a:r>
              <a:rPr lang="en-US" b="1" dirty="0">
                <a:solidFill>
                  <a:srgbClr val="586E75"/>
                </a:solidFill>
                <a:effectLst/>
                <a:latin typeface="Consolas" panose="020B0609020204030204" pitchFamily="49" charset="0"/>
              </a:rPr>
              <a:t>int</a:t>
            </a:r>
            <a:r>
              <a:rPr lang="en-US" b="0" dirty="0">
                <a:solidFill>
                  <a:srgbClr val="657B83"/>
                </a:solidFill>
                <a:effectLst/>
                <a:latin typeface="Consolas" panose="020B0609020204030204" pitchFamily="49" charset="0"/>
              </a:rPr>
              <a:t> </a:t>
            </a:r>
            <a:r>
              <a:rPr lang="en-US" b="0" dirty="0">
                <a:solidFill>
                  <a:srgbClr val="268BD2"/>
                </a:solidFill>
                <a:effectLst/>
                <a:latin typeface="Consolas" panose="020B0609020204030204" pitchFamily="49" charset="0"/>
              </a:rPr>
              <a:t>main</a:t>
            </a:r>
            <a:r>
              <a:rPr lang="en-US" b="0" dirty="0">
                <a:solidFill>
                  <a:srgbClr val="657B83"/>
                </a:solidFill>
                <a:effectLst/>
                <a:latin typeface="Consolas" panose="020B0609020204030204" pitchFamily="49" charset="0"/>
              </a:rPr>
              <a:t>()</a:t>
            </a:r>
          </a:p>
          <a:p>
            <a:r>
              <a:rPr lang="en-US" b="0" dirty="0">
                <a:solidFill>
                  <a:srgbClr val="657B83"/>
                </a:solidFill>
                <a:effectLst/>
                <a:latin typeface="Consolas" panose="020B0609020204030204" pitchFamily="49" charset="0"/>
              </a:rPr>
              <a:t>{</a:t>
            </a:r>
          </a:p>
          <a:p>
            <a:r>
              <a:rPr lang="en-US" b="0" dirty="0">
                <a:solidFill>
                  <a:srgbClr val="657B83"/>
                </a:solidFill>
                <a:effectLst/>
                <a:latin typeface="Consolas" panose="020B0609020204030204" pitchFamily="49" charset="0"/>
              </a:rPr>
              <a:t>    </a:t>
            </a:r>
            <a:r>
              <a:rPr lang="en-US" b="1" dirty="0">
                <a:solidFill>
                  <a:srgbClr val="586E75"/>
                </a:solidFill>
                <a:effectLst/>
                <a:latin typeface="Consolas" panose="020B0609020204030204" pitchFamily="49" charset="0"/>
              </a:rPr>
              <a:t>int</a:t>
            </a:r>
            <a:r>
              <a:rPr lang="en-US" b="0" dirty="0">
                <a:solidFill>
                  <a:srgbClr val="657B83"/>
                </a:solidFill>
                <a:effectLst/>
                <a:latin typeface="Consolas" panose="020B0609020204030204" pitchFamily="49" charset="0"/>
              </a:rPr>
              <a:t> a </a:t>
            </a:r>
            <a:r>
              <a:rPr lang="en-US" b="0" dirty="0">
                <a:solidFill>
                  <a:srgbClr val="859900"/>
                </a:solidFill>
                <a:effectLst/>
                <a:latin typeface="Consolas" panose="020B0609020204030204" pitchFamily="49" charset="0"/>
              </a:rPr>
              <a:t>=</a:t>
            </a:r>
            <a:r>
              <a:rPr lang="en-US" b="0" dirty="0">
                <a:solidFill>
                  <a:srgbClr val="657B83"/>
                </a:solidFill>
                <a:effectLst/>
                <a:latin typeface="Consolas" panose="020B0609020204030204" pitchFamily="49" charset="0"/>
              </a:rPr>
              <a:t> </a:t>
            </a:r>
            <a:r>
              <a:rPr lang="en-US" b="0" dirty="0">
                <a:solidFill>
                  <a:srgbClr val="859900"/>
                </a:solidFill>
                <a:effectLst/>
                <a:latin typeface="Consolas" panose="020B0609020204030204" pitchFamily="49" charset="0"/>
              </a:rPr>
              <a:t>-</a:t>
            </a:r>
            <a:r>
              <a:rPr lang="en-US" b="0" dirty="0">
                <a:solidFill>
                  <a:srgbClr val="D33682"/>
                </a:solidFill>
                <a:effectLst/>
                <a:latin typeface="Consolas" panose="020B0609020204030204" pitchFamily="49" charset="0"/>
              </a:rPr>
              <a:t>1</a:t>
            </a:r>
            <a:r>
              <a:rPr lang="en-US" b="0" dirty="0">
                <a:solidFill>
                  <a:srgbClr val="657B83"/>
                </a:solidFill>
                <a:effectLst/>
                <a:latin typeface="Consolas" panose="020B0609020204030204" pitchFamily="49" charset="0"/>
              </a:rPr>
              <a:t>;</a:t>
            </a:r>
            <a:endParaRPr lang="en-US" dirty="0">
              <a:solidFill>
                <a:srgbClr val="657B83"/>
              </a:solidFill>
              <a:latin typeface="Consolas" panose="020B0609020204030204" pitchFamily="49" charset="0"/>
            </a:endParaRPr>
          </a:p>
          <a:p>
            <a:r>
              <a:rPr lang="en-US" dirty="0">
                <a:solidFill>
                  <a:srgbClr val="657B83"/>
                </a:solidFill>
                <a:latin typeface="Consolas" panose="020B0609020204030204" pitchFamily="49" charset="0"/>
              </a:rPr>
              <a:t>    </a:t>
            </a:r>
            <a:r>
              <a:rPr lang="en-US" dirty="0" err="1">
                <a:solidFill>
                  <a:srgbClr val="268BD2"/>
                </a:solidFill>
                <a:latin typeface="Consolas" panose="020B0609020204030204" pitchFamily="49" charset="0"/>
              </a:rPr>
              <a:t>printf</a:t>
            </a:r>
            <a:r>
              <a:rPr lang="en-US" dirty="0">
                <a:solidFill>
                  <a:srgbClr val="657B83"/>
                </a:solidFill>
                <a:latin typeface="Consolas" panose="020B0609020204030204" pitchFamily="49" charset="0"/>
              </a:rPr>
              <a:t>(</a:t>
            </a:r>
            <a:r>
              <a:rPr lang="en-US" dirty="0">
                <a:solidFill>
                  <a:srgbClr val="2AA198"/>
                </a:solidFill>
                <a:latin typeface="Consolas" panose="020B0609020204030204" pitchFamily="49" charset="0"/>
              </a:rPr>
              <a:t>“</a:t>
            </a:r>
            <a:r>
              <a:rPr lang="en-US" dirty="0">
                <a:solidFill>
                  <a:srgbClr val="CB4B16"/>
                </a:solidFill>
                <a:latin typeface="Consolas" panose="020B0609020204030204" pitchFamily="49" charset="0"/>
              </a:rPr>
              <a:t>\</a:t>
            </a:r>
            <a:r>
              <a:rPr lang="en-US" dirty="0" err="1">
                <a:solidFill>
                  <a:srgbClr val="CB4B16"/>
                </a:solidFill>
                <a:latin typeface="Consolas" panose="020B0609020204030204" pitchFamily="49" charset="0"/>
              </a:rPr>
              <a:t>n</a:t>
            </a:r>
            <a:r>
              <a:rPr lang="en-US" dirty="0" err="1">
                <a:solidFill>
                  <a:srgbClr val="2AA198"/>
                </a:solidFill>
                <a:latin typeface="Consolas" panose="020B0609020204030204" pitchFamily="49" charset="0"/>
              </a:rPr>
              <a:t>When</a:t>
            </a:r>
            <a:r>
              <a:rPr lang="en-US" dirty="0">
                <a:solidFill>
                  <a:srgbClr val="2AA198"/>
                </a:solidFill>
                <a:latin typeface="Consolas" panose="020B0609020204030204" pitchFamily="49" charset="0"/>
              </a:rPr>
              <a:t> value of a is: </a:t>
            </a:r>
            <a:r>
              <a:rPr lang="en-US" dirty="0">
                <a:solidFill>
                  <a:srgbClr val="CB4B16"/>
                </a:solidFill>
                <a:latin typeface="Consolas" panose="020B0609020204030204" pitchFamily="49" charset="0"/>
              </a:rPr>
              <a:t>%</a:t>
            </a:r>
            <a:r>
              <a:rPr lang="en-US" dirty="0" err="1">
                <a:solidFill>
                  <a:srgbClr val="CB4B16"/>
                </a:solidFill>
                <a:latin typeface="Consolas" panose="020B0609020204030204" pitchFamily="49" charset="0"/>
              </a:rPr>
              <a:t>d</a:t>
            </a:r>
            <a:r>
              <a:rPr lang="en-US" dirty="0" err="1">
                <a:solidFill>
                  <a:srgbClr val="2AA198"/>
                </a:solidFill>
                <a:latin typeface="Consolas" panose="020B0609020204030204" pitchFamily="49" charset="0"/>
              </a:rPr>
              <a:t>"</a:t>
            </a:r>
            <a:r>
              <a:rPr lang="en-US" dirty="0" err="1">
                <a:solidFill>
                  <a:srgbClr val="657B83"/>
                </a:solidFill>
                <a:latin typeface="Consolas" panose="020B0609020204030204" pitchFamily="49" charset="0"/>
              </a:rPr>
              <a:t>,a</a:t>
            </a:r>
            <a:r>
              <a:rPr lang="en-US" dirty="0">
                <a:solidFill>
                  <a:srgbClr val="657B83"/>
                </a:solidFill>
                <a:latin typeface="Consolas" panose="020B0609020204030204" pitchFamily="49" charset="0"/>
              </a:rPr>
              <a:t>);</a:t>
            </a:r>
            <a:br>
              <a:rPr lang="en-US" b="0" dirty="0">
                <a:solidFill>
                  <a:srgbClr val="657B83"/>
                </a:solidFill>
                <a:effectLst/>
                <a:latin typeface="Consolas" panose="020B0609020204030204" pitchFamily="49" charset="0"/>
              </a:rPr>
            </a:br>
            <a:r>
              <a:rPr lang="en-US" b="0" dirty="0">
                <a:solidFill>
                  <a:srgbClr val="657B83"/>
                </a:solidFill>
                <a:effectLst/>
                <a:latin typeface="Consolas" panose="020B0609020204030204" pitchFamily="49" charset="0"/>
              </a:rPr>
              <a:t>    </a:t>
            </a:r>
            <a:r>
              <a:rPr lang="en-US" b="0" dirty="0">
                <a:solidFill>
                  <a:srgbClr val="859900"/>
                </a:solidFill>
                <a:effectLst/>
                <a:latin typeface="Consolas" panose="020B0609020204030204" pitchFamily="49" charset="0"/>
              </a:rPr>
              <a:t>if</a:t>
            </a:r>
            <a:r>
              <a:rPr lang="en-US" b="0" dirty="0">
                <a:solidFill>
                  <a:srgbClr val="657B83"/>
                </a:solidFill>
                <a:effectLst/>
                <a:latin typeface="Consolas" panose="020B0609020204030204" pitchFamily="49" charset="0"/>
              </a:rPr>
              <a:t> (a){</a:t>
            </a:r>
          </a:p>
          <a:p>
            <a:r>
              <a:rPr lang="en-US" b="0" dirty="0">
                <a:solidFill>
                  <a:srgbClr val="657B83"/>
                </a:solidFill>
                <a:effectLst/>
                <a:latin typeface="Consolas" panose="020B0609020204030204" pitchFamily="49" charset="0"/>
              </a:rPr>
              <a:t>        </a:t>
            </a:r>
            <a:r>
              <a:rPr lang="en-US" b="0" dirty="0" err="1">
                <a:solidFill>
                  <a:srgbClr val="268BD2"/>
                </a:solidFill>
                <a:effectLst/>
                <a:latin typeface="Consolas" panose="020B0609020204030204" pitchFamily="49" charset="0"/>
              </a:rPr>
              <a:t>printf</a:t>
            </a:r>
            <a:r>
              <a:rPr lang="en-US" b="0" dirty="0">
                <a:solidFill>
                  <a:srgbClr val="657B83"/>
                </a:solidFill>
                <a:effectLst/>
                <a:latin typeface="Consolas" panose="020B0609020204030204" pitchFamily="49" charset="0"/>
              </a:rPr>
              <a:t>(</a:t>
            </a:r>
            <a:r>
              <a:rPr lang="en-US" b="0" dirty="0">
                <a:solidFill>
                  <a:srgbClr val="2AA198"/>
                </a:solidFill>
                <a:effectLst/>
                <a:latin typeface="Consolas" panose="020B0609020204030204" pitchFamily="49" charset="0"/>
              </a:rPr>
              <a:t>“, it evaluates to TRUE</a:t>
            </a:r>
            <a:r>
              <a:rPr lang="en-US" b="0" dirty="0">
                <a:solidFill>
                  <a:srgbClr val="CB4B16"/>
                </a:solidFill>
                <a:effectLst/>
                <a:latin typeface="Consolas" panose="020B0609020204030204" pitchFamily="49" charset="0"/>
              </a:rPr>
              <a:t>\n</a:t>
            </a:r>
            <a:r>
              <a:rPr lang="en-US" b="0" dirty="0">
                <a:solidFill>
                  <a:srgbClr val="2AA198"/>
                </a:solidFill>
                <a:effectLst/>
                <a:latin typeface="Consolas" panose="020B0609020204030204" pitchFamily="49" charset="0"/>
              </a:rPr>
              <a:t>"</a:t>
            </a:r>
            <a:r>
              <a:rPr lang="en-US" b="0" dirty="0">
                <a:solidFill>
                  <a:srgbClr val="657B83"/>
                </a:solidFill>
                <a:effectLst/>
                <a:latin typeface="Consolas" panose="020B0609020204030204" pitchFamily="49" charset="0"/>
              </a:rPr>
              <a:t>);</a:t>
            </a:r>
          </a:p>
          <a:p>
            <a:r>
              <a:rPr lang="en-US" b="0" dirty="0">
                <a:solidFill>
                  <a:srgbClr val="657B83"/>
                </a:solidFill>
                <a:effectLst/>
                <a:latin typeface="Consolas" panose="020B0609020204030204" pitchFamily="49" charset="0"/>
              </a:rPr>
              <a:t>    }   </a:t>
            </a:r>
            <a:r>
              <a:rPr lang="en-US" b="0" dirty="0">
                <a:solidFill>
                  <a:srgbClr val="859900"/>
                </a:solidFill>
                <a:effectLst/>
                <a:latin typeface="Consolas" panose="020B0609020204030204" pitchFamily="49" charset="0"/>
              </a:rPr>
              <a:t>else</a:t>
            </a:r>
            <a:r>
              <a:rPr lang="en-US" b="0" dirty="0">
                <a:solidFill>
                  <a:srgbClr val="657B83"/>
                </a:solidFill>
                <a:effectLst/>
                <a:latin typeface="Consolas" panose="020B0609020204030204" pitchFamily="49" charset="0"/>
              </a:rPr>
              <a:t>{</a:t>
            </a:r>
          </a:p>
          <a:p>
            <a:r>
              <a:rPr lang="en-US" b="0" dirty="0">
                <a:solidFill>
                  <a:srgbClr val="657B83"/>
                </a:solidFill>
                <a:effectLst/>
                <a:latin typeface="Consolas" panose="020B0609020204030204" pitchFamily="49" charset="0"/>
              </a:rPr>
              <a:t>        </a:t>
            </a:r>
            <a:r>
              <a:rPr lang="en-US" b="0" dirty="0" err="1">
                <a:solidFill>
                  <a:srgbClr val="268BD2"/>
                </a:solidFill>
                <a:effectLst/>
                <a:latin typeface="Consolas" panose="020B0609020204030204" pitchFamily="49" charset="0"/>
              </a:rPr>
              <a:t>printf</a:t>
            </a:r>
            <a:r>
              <a:rPr lang="en-US" b="0" dirty="0">
                <a:solidFill>
                  <a:srgbClr val="657B83"/>
                </a:solidFill>
                <a:effectLst/>
                <a:latin typeface="Consolas" panose="020B0609020204030204" pitchFamily="49" charset="0"/>
              </a:rPr>
              <a:t>(</a:t>
            </a:r>
            <a:r>
              <a:rPr lang="en-US" b="0" dirty="0">
                <a:solidFill>
                  <a:srgbClr val="2AA198"/>
                </a:solidFill>
                <a:effectLst/>
                <a:latin typeface="Consolas" panose="020B0609020204030204" pitchFamily="49" charset="0"/>
              </a:rPr>
              <a:t>“, it evaluates to FALSE</a:t>
            </a:r>
            <a:r>
              <a:rPr lang="en-US" b="0" dirty="0">
                <a:solidFill>
                  <a:srgbClr val="CB4B16"/>
                </a:solidFill>
                <a:effectLst/>
                <a:latin typeface="Consolas" panose="020B0609020204030204" pitchFamily="49" charset="0"/>
              </a:rPr>
              <a:t>\n</a:t>
            </a:r>
            <a:r>
              <a:rPr lang="en-US" b="0" dirty="0">
                <a:solidFill>
                  <a:srgbClr val="2AA198"/>
                </a:solidFill>
                <a:effectLst/>
                <a:latin typeface="Consolas" panose="020B0609020204030204" pitchFamily="49" charset="0"/>
              </a:rPr>
              <a:t>"</a:t>
            </a:r>
            <a:r>
              <a:rPr lang="en-US" b="0" dirty="0">
                <a:solidFill>
                  <a:srgbClr val="657B83"/>
                </a:solidFill>
                <a:effectLst/>
                <a:latin typeface="Consolas" panose="020B0609020204030204" pitchFamily="49" charset="0"/>
              </a:rPr>
              <a:t>);</a:t>
            </a:r>
          </a:p>
          <a:p>
            <a:r>
              <a:rPr lang="en-US" b="0" dirty="0">
                <a:solidFill>
                  <a:srgbClr val="657B83"/>
                </a:solidFill>
                <a:effectLst/>
                <a:latin typeface="Consolas" panose="020B0609020204030204" pitchFamily="49" charset="0"/>
              </a:rPr>
              <a:t>    }</a:t>
            </a:r>
          </a:p>
          <a:p>
            <a:r>
              <a:rPr lang="en-US" b="0" dirty="0">
                <a:solidFill>
                  <a:srgbClr val="657B83"/>
                </a:solidFill>
                <a:effectLst/>
                <a:latin typeface="Consolas" panose="020B0609020204030204" pitchFamily="49" charset="0"/>
              </a:rPr>
              <a:t>}</a:t>
            </a:r>
          </a:p>
        </p:txBody>
      </p:sp>
    </p:spTree>
    <p:extLst>
      <p:ext uri="{BB962C8B-B14F-4D97-AF65-F5344CB8AC3E}">
        <p14:creationId xmlns:p14="http://schemas.microsoft.com/office/powerpoint/2010/main" val="3363059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0528AB99-45B8-4540-A455-5FC28A617015}"/>
              </a:ext>
            </a:extLst>
          </p:cNvPr>
          <p:cNvSpPr>
            <a:spLocks noGrp="1"/>
          </p:cNvSpPr>
          <p:nvPr>
            <p:ph type="title"/>
          </p:nvPr>
        </p:nvSpPr>
        <p:spPr/>
        <p:txBody>
          <a:bodyPr/>
          <a:lstStyle/>
          <a:p>
            <a:r>
              <a:rPr lang="en-US" dirty="0"/>
              <a:t>switch-case</a:t>
            </a:r>
          </a:p>
        </p:txBody>
      </p:sp>
      <p:sp>
        <p:nvSpPr>
          <p:cNvPr id="5" name="Pladsholder til tekst 4">
            <a:extLst>
              <a:ext uri="{FF2B5EF4-FFF2-40B4-BE49-F238E27FC236}">
                <a16:creationId xmlns:a16="http://schemas.microsoft.com/office/drawing/2014/main" id="{E510237B-B054-4B83-9A2B-545D7CE247BC}"/>
              </a:ext>
            </a:extLst>
          </p:cNvPr>
          <p:cNvSpPr>
            <a:spLocks noGrp="1"/>
          </p:cNvSpPr>
          <p:nvPr>
            <p:ph type="body" sz="quarter" idx="12"/>
          </p:nvPr>
        </p:nvSpPr>
        <p:spPr>
          <a:xfrm>
            <a:off x="587373" y="5044888"/>
            <a:ext cx="6902756" cy="1264751"/>
          </a:xfrm>
        </p:spPr>
        <p:txBody>
          <a:bodyPr>
            <a:normAutofit/>
          </a:bodyPr>
          <a:lstStyle/>
          <a:p>
            <a:pPr marL="0" indent="0">
              <a:buNone/>
            </a:pPr>
            <a:r>
              <a:rPr lang="da-DK" dirty="0"/>
              <a:t>En switch-sætning tillader, at en variabel (</a:t>
            </a:r>
            <a:r>
              <a:rPr lang="da-DK" i="1" dirty="0" err="1"/>
              <a:t>expression</a:t>
            </a:r>
            <a:r>
              <a:rPr lang="da-DK" dirty="0"/>
              <a:t>) testes op imod en liste af værdier (</a:t>
            </a:r>
            <a:r>
              <a:rPr lang="da-DK" i="1" dirty="0" err="1"/>
              <a:t>constant-expression</a:t>
            </a:r>
            <a:r>
              <a:rPr lang="da-DK" dirty="0"/>
              <a:t>). Hver sammenligning kaldes en </a:t>
            </a:r>
            <a:r>
              <a:rPr lang="da-DK" i="1" dirty="0"/>
              <a:t>case</a:t>
            </a:r>
            <a:r>
              <a:rPr lang="da-DK" dirty="0"/>
              <a:t>, og variablen, der tjekkes, kontrolleres for hver case. </a:t>
            </a:r>
            <a:endParaRPr lang="en-US" dirty="0"/>
          </a:p>
        </p:txBody>
      </p:sp>
      <p:pic>
        <p:nvPicPr>
          <p:cNvPr id="13" name="Billede 12">
            <a:extLst>
              <a:ext uri="{FF2B5EF4-FFF2-40B4-BE49-F238E27FC236}">
                <a16:creationId xmlns:a16="http://schemas.microsoft.com/office/drawing/2014/main" id="{45FFD64F-CE48-4554-8341-276B4FAD1177}"/>
              </a:ext>
            </a:extLst>
          </p:cNvPr>
          <p:cNvPicPr>
            <a:picLocks noChangeAspect="1"/>
          </p:cNvPicPr>
          <p:nvPr/>
        </p:nvPicPr>
        <p:blipFill>
          <a:blip r:embed="rId2"/>
          <a:stretch>
            <a:fillRect/>
          </a:stretch>
        </p:blipFill>
        <p:spPr>
          <a:xfrm>
            <a:off x="497231" y="1362121"/>
            <a:ext cx="5353050" cy="3657600"/>
          </a:xfrm>
          <a:prstGeom prst="rect">
            <a:avLst/>
          </a:prstGeom>
        </p:spPr>
      </p:pic>
      <p:sp>
        <p:nvSpPr>
          <p:cNvPr id="3" name="TextBox 2">
            <a:extLst>
              <a:ext uri="{FF2B5EF4-FFF2-40B4-BE49-F238E27FC236}">
                <a16:creationId xmlns:a16="http://schemas.microsoft.com/office/drawing/2014/main" id="{34F098F7-D09A-C610-BBF8-740FFA74ECAC}"/>
              </a:ext>
            </a:extLst>
          </p:cNvPr>
          <p:cNvSpPr txBox="1"/>
          <p:nvPr/>
        </p:nvSpPr>
        <p:spPr>
          <a:xfrm>
            <a:off x="7034873" y="914079"/>
            <a:ext cx="4078090" cy="4339650"/>
          </a:xfrm>
          <a:prstGeom prst="rect">
            <a:avLst/>
          </a:prstGeom>
          <a:noFill/>
        </p:spPr>
        <p:txBody>
          <a:bodyPr wrap="square">
            <a:spAutoFit/>
          </a:bodyPr>
          <a:lstStyle/>
          <a:p>
            <a:r>
              <a:rPr lang="en-US" sz="1200" b="0" dirty="0">
                <a:solidFill>
                  <a:srgbClr val="AF00DB"/>
                </a:solidFill>
                <a:effectLst/>
                <a:highlight>
                  <a:srgbClr val="FFFFFF"/>
                </a:highlight>
                <a:latin typeface="Consolas" panose="020B0609020204030204" pitchFamily="49" charset="0"/>
              </a:rPr>
              <a:t>#include</a:t>
            </a:r>
            <a:r>
              <a:rPr lang="en-US" sz="1200" b="0" dirty="0">
                <a:solidFill>
                  <a:srgbClr val="0000FF"/>
                </a:solidFill>
                <a:effectLst/>
                <a:highlight>
                  <a:srgbClr val="FFFFFF"/>
                </a:highlight>
                <a:latin typeface="Consolas" panose="020B0609020204030204" pitchFamily="49" charset="0"/>
              </a:rPr>
              <a:t> </a:t>
            </a:r>
            <a:r>
              <a:rPr lang="en-US" sz="1200" b="0" dirty="0">
                <a:solidFill>
                  <a:srgbClr val="A31515"/>
                </a:solidFill>
                <a:effectLst/>
                <a:highlight>
                  <a:srgbClr val="FFFFFF"/>
                </a:highlight>
                <a:latin typeface="Consolas" panose="020B0609020204030204" pitchFamily="49" charset="0"/>
              </a:rPr>
              <a:t>&lt;</a:t>
            </a:r>
            <a:r>
              <a:rPr lang="en-US" sz="1200" b="0" dirty="0" err="1">
                <a:solidFill>
                  <a:srgbClr val="A31515"/>
                </a:solidFill>
                <a:effectLst/>
                <a:highlight>
                  <a:srgbClr val="FFFFFF"/>
                </a:highlight>
                <a:latin typeface="Consolas" panose="020B0609020204030204" pitchFamily="49" charset="0"/>
              </a:rPr>
              <a:t>stdio.h</a:t>
            </a:r>
            <a:r>
              <a:rPr lang="en-US" sz="1200" b="0" dirty="0">
                <a:solidFill>
                  <a:srgbClr val="A31515"/>
                </a:solidFill>
                <a:effectLst/>
                <a:highlight>
                  <a:srgbClr val="FFFFFF"/>
                </a:highlight>
                <a:latin typeface="Consolas" panose="020B0609020204030204" pitchFamily="49" charset="0"/>
              </a:rPr>
              <a:t>&gt;</a:t>
            </a:r>
            <a:endParaRPr lang="en-US" sz="1200" b="0" dirty="0">
              <a:solidFill>
                <a:srgbClr val="3B3B3B"/>
              </a:solidFill>
              <a:effectLst/>
              <a:highlight>
                <a:srgbClr val="FFFFFF"/>
              </a:highlight>
              <a:latin typeface="Consolas" panose="020B0609020204030204" pitchFamily="49" charset="0"/>
            </a:endParaRPr>
          </a:p>
          <a:p>
            <a:r>
              <a:rPr lang="en-US" sz="1200" b="0" dirty="0">
                <a:solidFill>
                  <a:srgbClr val="0000FF"/>
                </a:solidFill>
                <a:effectLst/>
                <a:highlight>
                  <a:srgbClr val="FFFFFF"/>
                </a:highlight>
                <a:latin typeface="Consolas" panose="020B0609020204030204" pitchFamily="49" charset="0"/>
              </a:rPr>
              <a:t>int</a:t>
            </a:r>
            <a:r>
              <a:rPr lang="en-US" sz="1200" b="0" dirty="0">
                <a:solidFill>
                  <a:srgbClr val="3B3B3B"/>
                </a:solidFill>
                <a:effectLst/>
                <a:highlight>
                  <a:srgbClr val="FFFFFF"/>
                </a:highlight>
                <a:latin typeface="Consolas" panose="020B0609020204030204" pitchFamily="49" charset="0"/>
              </a:rPr>
              <a:t> </a:t>
            </a:r>
            <a:r>
              <a:rPr lang="en-US" sz="1200" b="0" dirty="0">
                <a:solidFill>
                  <a:srgbClr val="795E26"/>
                </a:solidFill>
                <a:effectLst/>
                <a:highlight>
                  <a:srgbClr val="FFFFFF"/>
                </a:highlight>
                <a:latin typeface="Consolas" panose="020B0609020204030204" pitchFamily="49" charset="0"/>
              </a:rPr>
              <a:t>main</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0000FF"/>
                </a:solidFill>
                <a:effectLst/>
                <a:highlight>
                  <a:srgbClr val="FFFFFF"/>
                </a:highlight>
                <a:latin typeface="Consolas" panose="020B0609020204030204" pitchFamily="49" charset="0"/>
              </a:rPr>
              <a:t>int</a:t>
            </a:r>
            <a:r>
              <a:rPr lang="en-US" sz="1200" b="0" dirty="0">
                <a:solidFill>
                  <a:srgbClr val="3B3B3B"/>
                </a:solidFill>
                <a:effectLst/>
                <a:highlight>
                  <a:srgbClr val="FFFFFF"/>
                </a:highlight>
                <a:latin typeface="Consolas" panose="020B0609020204030204" pitchFamily="49" charset="0"/>
              </a:rPr>
              <a:t> </a:t>
            </a:r>
            <a:r>
              <a:rPr lang="en-US" sz="1200" b="0" dirty="0" err="1">
                <a:solidFill>
                  <a:srgbClr val="001080"/>
                </a:solidFill>
                <a:effectLst/>
                <a:highlight>
                  <a:srgbClr val="FFFFFF"/>
                </a:highlight>
                <a:latin typeface="Consolas" panose="020B0609020204030204" pitchFamily="49" charset="0"/>
              </a:rPr>
              <a:t>argc</a:t>
            </a:r>
            <a:r>
              <a:rPr lang="en-US" sz="1200" b="0" dirty="0">
                <a:solidFill>
                  <a:srgbClr val="3B3B3B"/>
                </a:solidFill>
                <a:effectLst/>
                <a:highlight>
                  <a:srgbClr val="FFFFFF"/>
                </a:highlight>
                <a:latin typeface="Consolas" panose="020B0609020204030204" pitchFamily="49" charset="0"/>
              </a:rPr>
              <a:t> </a:t>
            </a:r>
            <a:r>
              <a:rPr lang="en-US" sz="1200" b="0" dirty="0">
                <a:solidFill>
                  <a:srgbClr val="000000"/>
                </a:solidFill>
                <a:effectLst/>
                <a:highlight>
                  <a:srgbClr val="FFFFFF"/>
                </a:highlight>
                <a:latin typeface="Consolas" panose="020B0609020204030204" pitchFamily="49" charset="0"/>
              </a:rPr>
              <a:t>=</a:t>
            </a:r>
            <a:r>
              <a:rPr lang="en-US" sz="1200" b="0" dirty="0">
                <a:solidFill>
                  <a:srgbClr val="3B3B3B"/>
                </a:solidFill>
                <a:effectLst/>
                <a:highlight>
                  <a:srgbClr val="FFFFFF"/>
                </a:highlight>
                <a:latin typeface="Consolas" panose="020B0609020204030204" pitchFamily="49" charset="0"/>
              </a:rPr>
              <a:t> </a:t>
            </a:r>
            <a:r>
              <a:rPr lang="en-US" sz="1200" b="0" dirty="0">
                <a:solidFill>
                  <a:srgbClr val="098658"/>
                </a:solidFill>
                <a:effectLst/>
                <a:highlight>
                  <a:srgbClr val="FFFFFF"/>
                </a:highlight>
                <a:latin typeface="Consolas" panose="020B0609020204030204" pitchFamily="49" charset="0"/>
              </a:rPr>
              <a:t>2</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switch</a:t>
            </a:r>
            <a:r>
              <a:rPr lang="en-US" sz="1200" b="0" dirty="0">
                <a:solidFill>
                  <a:srgbClr val="3B3B3B"/>
                </a:solidFill>
                <a:effectLst/>
                <a:highlight>
                  <a:srgbClr val="FFFFFF"/>
                </a:highlight>
                <a:latin typeface="Consolas" panose="020B0609020204030204" pitchFamily="49" charset="0"/>
              </a:rPr>
              <a:t> (</a:t>
            </a:r>
            <a:r>
              <a:rPr lang="en-US" sz="1200" b="0" dirty="0" err="1">
                <a:solidFill>
                  <a:srgbClr val="001080"/>
                </a:solidFill>
                <a:effectLst/>
                <a:highlight>
                  <a:srgbClr val="FFFFFF"/>
                </a:highlight>
                <a:latin typeface="Consolas" panose="020B0609020204030204" pitchFamily="49" charset="0"/>
              </a:rPr>
              <a:t>argc</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case</a:t>
            </a:r>
            <a:r>
              <a:rPr lang="en-US" sz="1200" b="0" dirty="0">
                <a:solidFill>
                  <a:srgbClr val="3B3B3B"/>
                </a:solidFill>
                <a:effectLst/>
                <a:highlight>
                  <a:srgbClr val="FFFFFF"/>
                </a:highlight>
                <a:latin typeface="Consolas" panose="020B0609020204030204" pitchFamily="49" charset="0"/>
              </a:rPr>
              <a:t> </a:t>
            </a:r>
            <a:r>
              <a:rPr lang="en-US" sz="1200" b="0" dirty="0">
                <a:solidFill>
                  <a:srgbClr val="098658"/>
                </a:solidFill>
                <a:effectLst/>
                <a:highlight>
                  <a:srgbClr val="FFFFFF"/>
                </a:highlight>
                <a:latin typeface="Consolas" panose="020B0609020204030204" pitchFamily="49" charset="0"/>
              </a:rPr>
              <a:t>1</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err="1">
                <a:solidFill>
                  <a:srgbClr val="795E26"/>
                </a:solidFill>
                <a:effectLst/>
                <a:highlight>
                  <a:srgbClr val="FFFFFF"/>
                </a:highlight>
                <a:latin typeface="Consolas" panose="020B0609020204030204" pitchFamily="49" charset="0"/>
              </a:rPr>
              <a:t>printf</a:t>
            </a:r>
            <a:r>
              <a:rPr lang="en-US" sz="1200" b="0" dirty="0">
                <a:solidFill>
                  <a:srgbClr val="3B3B3B"/>
                </a:solidFill>
                <a:effectLst/>
                <a:highlight>
                  <a:srgbClr val="FFFFFF"/>
                </a:highlight>
                <a:latin typeface="Consolas" panose="020B0609020204030204" pitchFamily="49" charset="0"/>
              </a:rPr>
              <a:t>(</a:t>
            </a:r>
            <a:r>
              <a:rPr lang="en-US" sz="1200" b="0" dirty="0">
                <a:solidFill>
                  <a:srgbClr val="A31515"/>
                </a:solidFill>
                <a:effectLst/>
                <a:highlight>
                  <a:srgbClr val="FFFFFF"/>
                </a:highlight>
                <a:latin typeface="Consolas" panose="020B0609020204030204" pitchFamily="49" charset="0"/>
              </a:rPr>
              <a:t>"First message</a:t>
            </a:r>
            <a:r>
              <a:rPr lang="en-US" sz="1200" b="0" dirty="0">
                <a:solidFill>
                  <a:srgbClr val="EE0000"/>
                </a:solidFill>
                <a:effectLst/>
                <a:highlight>
                  <a:srgbClr val="FFFFFF"/>
                </a:highlight>
                <a:latin typeface="Consolas" panose="020B0609020204030204" pitchFamily="49" charset="0"/>
              </a:rPr>
              <a:t>\n</a:t>
            </a:r>
            <a:r>
              <a:rPr lang="en-US" sz="1200" b="0" dirty="0">
                <a:solidFill>
                  <a:srgbClr val="A31515"/>
                </a:solidFill>
                <a:effectLst/>
                <a:highlight>
                  <a:srgbClr val="FFFFFF"/>
                </a:highlight>
                <a:latin typeface="Consolas" panose="020B0609020204030204" pitchFamily="49" charset="0"/>
              </a:rPr>
              <a:t>"</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break</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case</a:t>
            </a:r>
            <a:r>
              <a:rPr lang="en-US" sz="1200" b="0" dirty="0">
                <a:solidFill>
                  <a:srgbClr val="3B3B3B"/>
                </a:solidFill>
                <a:effectLst/>
                <a:highlight>
                  <a:srgbClr val="FFFFFF"/>
                </a:highlight>
                <a:latin typeface="Consolas" panose="020B0609020204030204" pitchFamily="49" charset="0"/>
              </a:rPr>
              <a:t> </a:t>
            </a:r>
            <a:r>
              <a:rPr lang="en-US" sz="1200" b="0" dirty="0">
                <a:solidFill>
                  <a:srgbClr val="098658"/>
                </a:solidFill>
                <a:effectLst/>
                <a:highlight>
                  <a:srgbClr val="FFFFFF"/>
                </a:highlight>
                <a:latin typeface="Consolas" panose="020B0609020204030204" pitchFamily="49" charset="0"/>
              </a:rPr>
              <a:t>45</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err="1">
                <a:solidFill>
                  <a:srgbClr val="795E26"/>
                </a:solidFill>
                <a:effectLst/>
                <a:highlight>
                  <a:srgbClr val="FFFFFF"/>
                </a:highlight>
                <a:latin typeface="Consolas" panose="020B0609020204030204" pitchFamily="49" charset="0"/>
              </a:rPr>
              <a:t>printf</a:t>
            </a:r>
            <a:r>
              <a:rPr lang="en-US" sz="1200" b="0" dirty="0">
                <a:solidFill>
                  <a:srgbClr val="3B3B3B"/>
                </a:solidFill>
                <a:effectLst/>
                <a:highlight>
                  <a:srgbClr val="FFFFFF"/>
                </a:highlight>
                <a:latin typeface="Consolas" panose="020B0609020204030204" pitchFamily="49" charset="0"/>
              </a:rPr>
              <a:t>(</a:t>
            </a:r>
            <a:r>
              <a:rPr lang="en-US" sz="1200" b="0" dirty="0">
                <a:solidFill>
                  <a:srgbClr val="A31515"/>
                </a:solidFill>
                <a:effectLst/>
                <a:highlight>
                  <a:srgbClr val="FFFFFF"/>
                </a:highlight>
                <a:latin typeface="Consolas" panose="020B0609020204030204" pitchFamily="49" charset="0"/>
              </a:rPr>
              <a:t>"Case 45</a:t>
            </a:r>
            <a:r>
              <a:rPr lang="en-US" sz="1200" b="0" dirty="0">
                <a:solidFill>
                  <a:srgbClr val="EE0000"/>
                </a:solidFill>
                <a:effectLst/>
                <a:highlight>
                  <a:srgbClr val="FFFFFF"/>
                </a:highlight>
                <a:latin typeface="Consolas" panose="020B0609020204030204" pitchFamily="49" charset="0"/>
              </a:rPr>
              <a:t>\n</a:t>
            </a:r>
            <a:r>
              <a:rPr lang="en-US" sz="1200" b="0" dirty="0">
                <a:solidFill>
                  <a:srgbClr val="A31515"/>
                </a:solidFill>
                <a:effectLst/>
                <a:highlight>
                  <a:srgbClr val="FFFFFF"/>
                </a:highlight>
                <a:latin typeface="Consolas" panose="020B0609020204030204" pitchFamily="49" charset="0"/>
              </a:rPr>
              <a:t>"</a:t>
            </a:r>
            <a:r>
              <a:rPr lang="en-US" sz="1200" b="0" dirty="0">
                <a:solidFill>
                  <a:srgbClr val="3B3B3B"/>
                </a:solidFill>
                <a:effectLst/>
                <a:highlight>
                  <a:srgbClr val="FFFFFF"/>
                </a:highlight>
                <a:latin typeface="Consolas" panose="020B0609020204030204" pitchFamily="49" charset="0"/>
              </a:rPr>
              <a:t>);</a:t>
            </a:r>
          </a:p>
          <a:p>
            <a:br>
              <a:rPr lang="en-US" sz="1200" b="0" dirty="0">
                <a:solidFill>
                  <a:srgbClr val="3B3B3B"/>
                </a:solidFill>
                <a:effectLst/>
                <a:highlight>
                  <a:srgbClr val="FFFFFF"/>
                </a:highlight>
                <a:latin typeface="Consolas" panose="020B0609020204030204" pitchFamily="49" charset="0"/>
              </a:rPr>
            </a:br>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case</a:t>
            </a:r>
            <a:r>
              <a:rPr lang="en-US" sz="1200" b="0" dirty="0">
                <a:solidFill>
                  <a:srgbClr val="3B3B3B"/>
                </a:solidFill>
                <a:effectLst/>
                <a:highlight>
                  <a:srgbClr val="FFFFFF"/>
                </a:highlight>
                <a:latin typeface="Consolas" panose="020B0609020204030204" pitchFamily="49" charset="0"/>
              </a:rPr>
              <a:t> </a:t>
            </a:r>
            <a:r>
              <a:rPr lang="en-US" sz="1200" b="0" dirty="0">
                <a:solidFill>
                  <a:srgbClr val="098658"/>
                </a:solidFill>
                <a:effectLst/>
                <a:highlight>
                  <a:srgbClr val="FFFFFF"/>
                </a:highlight>
                <a:latin typeface="Consolas" panose="020B0609020204030204" pitchFamily="49" charset="0"/>
              </a:rPr>
              <a:t>4</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case</a:t>
            </a:r>
            <a:r>
              <a:rPr lang="en-US" sz="1200" b="0" dirty="0">
                <a:solidFill>
                  <a:srgbClr val="3B3B3B"/>
                </a:solidFill>
                <a:effectLst/>
                <a:highlight>
                  <a:srgbClr val="FFFFFF"/>
                </a:highlight>
                <a:latin typeface="Consolas" panose="020B0609020204030204" pitchFamily="49" charset="0"/>
              </a:rPr>
              <a:t> </a:t>
            </a:r>
            <a:r>
              <a:rPr lang="en-US" sz="1200" b="0" dirty="0">
                <a:solidFill>
                  <a:srgbClr val="098658"/>
                </a:solidFill>
                <a:effectLst/>
                <a:highlight>
                  <a:srgbClr val="FFFFFF"/>
                </a:highlight>
                <a:latin typeface="Consolas" panose="020B0609020204030204" pitchFamily="49" charset="0"/>
              </a:rPr>
              <a:t>1337</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err="1">
                <a:solidFill>
                  <a:srgbClr val="795E26"/>
                </a:solidFill>
                <a:effectLst/>
                <a:highlight>
                  <a:srgbClr val="FFFFFF"/>
                </a:highlight>
                <a:latin typeface="Consolas" panose="020B0609020204030204" pitchFamily="49" charset="0"/>
              </a:rPr>
              <a:t>printf</a:t>
            </a:r>
            <a:r>
              <a:rPr lang="en-US" sz="1200" b="0" dirty="0">
                <a:solidFill>
                  <a:srgbClr val="3B3B3B"/>
                </a:solidFill>
                <a:effectLst/>
                <a:highlight>
                  <a:srgbClr val="FFFFFF"/>
                </a:highlight>
                <a:latin typeface="Consolas" panose="020B0609020204030204" pitchFamily="49" charset="0"/>
              </a:rPr>
              <a:t>(</a:t>
            </a:r>
            <a:r>
              <a:rPr lang="en-US" sz="1200" b="0" dirty="0">
                <a:solidFill>
                  <a:srgbClr val="A31515"/>
                </a:solidFill>
                <a:effectLst/>
                <a:highlight>
                  <a:srgbClr val="FFFFFF"/>
                </a:highlight>
                <a:latin typeface="Consolas" panose="020B0609020204030204" pitchFamily="49" charset="0"/>
              </a:rPr>
              <a:t>"Elite message</a:t>
            </a:r>
            <a:r>
              <a:rPr lang="en-US" sz="1200" b="0" dirty="0">
                <a:solidFill>
                  <a:srgbClr val="EE0000"/>
                </a:solidFill>
                <a:effectLst/>
                <a:highlight>
                  <a:srgbClr val="FFFFFF"/>
                </a:highlight>
                <a:latin typeface="Consolas" panose="020B0609020204030204" pitchFamily="49" charset="0"/>
              </a:rPr>
              <a:t>\n</a:t>
            </a:r>
            <a:r>
              <a:rPr lang="en-US" sz="1200" b="0" dirty="0">
                <a:solidFill>
                  <a:srgbClr val="A31515"/>
                </a:solidFill>
                <a:effectLst/>
                <a:highlight>
                  <a:srgbClr val="FFFFFF"/>
                </a:highlight>
                <a:latin typeface="Consolas" panose="020B0609020204030204" pitchFamily="49" charset="0"/>
              </a:rPr>
              <a:t>"</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break</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case</a:t>
            </a:r>
            <a:r>
              <a:rPr lang="en-US" sz="1200" b="0" dirty="0">
                <a:solidFill>
                  <a:srgbClr val="3B3B3B"/>
                </a:solidFill>
                <a:effectLst/>
                <a:highlight>
                  <a:srgbClr val="FFFFFF"/>
                </a:highlight>
                <a:latin typeface="Consolas" panose="020B0609020204030204" pitchFamily="49" charset="0"/>
              </a:rPr>
              <a:t> </a:t>
            </a:r>
            <a:r>
              <a:rPr lang="en-US" sz="1200" b="0" dirty="0">
                <a:solidFill>
                  <a:srgbClr val="098658"/>
                </a:solidFill>
                <a:effectLst/>
                <a:highlight>
                  <a:srgbClr val="FFFFFF"/>
                </a:highlight>
                <a:latin typeface="Consolas" panose="020B0609020204030204" pitchFamily="49" charset="0"/>
              </a:rPr>
              <a:t>2</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default</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err="1">
                <a:solidFill>
                  <a:srgbClr val="795E26"/>
                </a:solidFill>
                <a:effectLst/>
                <a:highlight>
                  <a:srgbClr val="FFFFFF"/>
                </a:highlight>
                <a:latin typeface="Consolas" panose="020B0609020204030204" pitchFamily="49" charset="0"/>
              </a:rPr>
              <a:t>printf</a:t>
            </a:r>
            <a:r>
              <a:rPr lang="en-US" sz="1200" b="0" dirty="0">
                <a:solidFill>
                  <a:srgbClr val="3B3B3B"/>
                </a:solidFill>
                <a:effectLst/>
                <a:highlight>
                  <a:srgbClr val="FFFFFF"/>
                </a:highlight>
                <a:latin typeface="Consolas" panose="020B0609020204030204" pitchFamily="49" charset="0"/>
              </a:rPr>
              <a:t>(</a:t>
            </a:r>
            <a:r>
              <a:rPr lang="en-US" sz="1200" b="0" dirty="0">
                <a:solidFill>
                  <a:srgbClr val="A31515"/>
                </a:solidFill>
                <a:effectLst/>
                <a:highlight>
                  <a:srgbClr val="FFFFFF"/>
                </a:highlight>
                <a:latin typeface="Consolas" panose="020B0609020204030204" pitchFamily="49" charset="0"/>
              </a:rPr>
              <a:t>"Default message</a:t>
            </a:r>
            <a:r>
              <a:rPr lang="en-US" sz="1200" b="0" dirty="0">
                <a:solidFill>
                  <a:srgbClr val="EE0000"/>
                </a:solidFill>
                <a:effectLst/>
                <a:highlight>
                  <a:srgbClr val="FFFFFF"/>
                </a:highlight>
                <a:latin typeface="Consolas" panose="020B0609020204030204" pitchFamily="49" charset="0"/>
              </a:rPr>
              <a:t>\n</a:t>
            </a:r>
            <a:r>
              <a:rPr lang="en-US" sz="1200" b="0" dirty="0">
                <a:solidFill>
                  <a:srgbClr val="A31515"/>
                </a:solidFill>
                <a:effectLst/>
                <a:highlight>
                  <a:srgbClr val="FFFFFF"/>
                </a:highlight>
                <a:latin typeface="Consolas" panose="020B0609020204030204" pitchFamily="49" charset="0"/>
              </a:rPr>
              <a:t>"</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break</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return</a:t>
            </a:r>
            <a:r>
              <a:rPr lang="en-US" sz="1200" b="0" dirty="0">
                <a:solidFill>
                  <a:srgbClr val="3B3B3B"/>
                </a:solidFill>
                <a:effectLst/>
                <a:highlight>
                  <a:srgbClr val="FFFFFF"/>
                </a:highlight>
                <a:latin typeface="Consolas" panose="020B0609020204030204" pitchFamily="49" charset="0"/>
              </a:rPr>
              <a:t> </a:t>
            </a:r>
            <a:r>
              <a:rPr lang="en-US" sz="1200" b="0" dirty="0">
                <a:solidFill>
                  <a:srgbClr val="098658"/>
                </a:solidFill>
                <a:effectLst/>
                <a:highlight>
                  <a:srgbClr val="FFFFFF"/>
                </a:highlight>
                <a:latin typeface="Consolas" panose="020B0609020204030204" pitchFamily="49" charset="0"/>
              </a:rPr>
              <a:t>0</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a:t>
            </a:r>
          </a:p>
          <a:p>
            <a:br>
              <a:rPr lang="en-US" sz="1200" b="0" dirty="0">
                <a:solidFill>
                  <a:srgbClr val="3B3B3B"/>
                </a:solidFill>
                <a:effectLst/>
                <a:highlight>
                  <a:srgbClr val="FFFFFF"/>
                </a:highlight>
                <a:latin typeface="Consolas" panose="020B0609020204030204" pitchFamily="49" charset="0"/>
              </a:rPr>
            </a:br>
            <a:endParaRPr lang="en-US" sz="1200" b="0" dirty="0">
              <a:solidFill>
                <a:srgbClr val="3B3B3B"/>
              </a:solidFill>
              <a:effectLst/>
              <a:highlight>
                <a:srgbClr val="FFFFFF"/>
              </a:highlight>
              <a:latin typeface="Consolas" panose="020B0609020204030204" pitchFamily="49" charset="0"/>
            </a:endParaRPr>
          </a:p>
        </p:txBody>
      </p:sp>
    </p:spTree>
    <p:extLst>
      <p:ext uri="{BB962C8B-B14F-4D97-AF65-F5344CB8AC3E}">
        <p14:creationId xmlns:p14="http://schemas.microsoft.com/office/powerpoint/2010/main" val="1950445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0528AB99-45B8-4540-A455-5FC28A617015}"/>
              </a:ext>
            </a:extLst>
          </p:cNvPr>
          <p:cNvSpPr>
            <a:spLocks noGrp="1"/>
          </p:cNvSpPr>
          <p:nvPr>
            <p:ph type="title"/>
          </p:nvPr>
        </p:nvSpPr>
        <p:spPr>
          <a:xfrm>
            <a:off x="587374" y="359273"/>
            <a:ext cx="10674184" cy="1621619"/>
          </a:xfrm>
        </p:spPr>
        <p:txBody>
          <a:bodyPr/>
          <a:lstStyle/>
          <a:p>
            <a:r>
              <a:rPr lang="en-US" dirty="0"/>
              <a:t>switch-case (</a:t>
            </a:r>
            <a:r>
              <a:rPr lang="en-US" dirty="0" err="1"/>
              <a:t>argc</a:t>
            </a:r>
            <a:r>
              <a:rPr lang="en-US" dirty="0"/>
              <a:t>, </a:t>
            </a:r>
            <a:r>
              <a:rPr lang="en-US" dirty="0" err="1"/>
              <a:t>argv</a:t>
            </a:r>
            <a:r>
              <a:rPr lang="en-US" dirty="0"/>
              <a:t>) </a:t>
            </a:r>
          </a:p>
        </p:txBody>
      </p:sp>
      <p:pic>
        <p:nvPicPr>
          <p:cNvPr id="13" name="Billede 12">
            <a:extLst>
              <a:ext uri="{FF2B5EF4-FFF2-40B4-BE49-F238E27FC236}">
                <a16:creationId xmlns:a16="http://schemas.microsoft.com/office/drawing/2014/main" id="{45FFD64F-CE48-4554-8341-276B4FAD1177}"/>
              </a:ext>
            </a:extLst>
          </p:cNvPr>
          <p:cNvPicPr>
            <a:picLocks noChangeAspect="1"/>
          </p:cNvPicPr>
          <p:nvPr/>
        </p:nvPicPr>
        <p:blipFill>
          <a:blip r:embed="rId2"/>
          <a:stretch>
            <a:fillRect/>
          </a:stretch>
        </p:blipFill>
        <p:spPr>
          <a:xfrm>
            <a:off x="497231" y="1362121"/>
            <a:ext cx="5353050" cy="3657600"/>
          </a:xfrm>
          <a:prstGeom prst="rect">
            <a:avLst/>
          </a:prstGeom>
        </p:spPr>
      </p:pic>
      <p:sp>
        <p:nvSpPr>
          <p:cNvPr id="6" name="TextBox 5">
            <a:extLst>
              <a:ext uri="{FF2B5EF4-FFF2-40B4-BE49-F238E27FC236}">
                <a16:creationId xmlns:a16="http://schemas.microsoft.com/office/drawing/2014/main" id="{3F50FF4F-C564-8376-6D84-073AAF51C7B2}"/>
              </a:ext>
            </a:extLst>
          </p:cNvPr>
          <p:cNvSpPr txBox="1"/>
          <p:nvPr/>
        </p:nvSpPr>
        <p:spPr>
          <a:xfrm>
            <a:off x="7802435" y="989946"/>
            <a:ext cx="3710995" cy="4339650"/>
          </a:xfrm>
          <a:prstGeom prst="rect">
            <a:avLst/>
          </a:prstGeom>
          <a:noFill/>
        </p:spPr>
        <p:txBody>
          <a:bodyPr wrap="square">
            <a:spAutoFit/>
          </a:bodyPr>
          <a:lstStyle/>
          <a:p>
            <a:r>
              <a:rPr lang="en-US" sz="1200" b="0" dirty="0">
                <a:solidFill>
                  <a:srgbClr val="AF00DB"/>
                </a:solidFill>
                <a:effectLst/>
                <a:highlight>
                  <a:srgbClr val="FFFFFF"/>
                </a:highlight>
                <a:latin typeface="Consolas" panose="020B0609020204030204" pitchFamily="49" charset="0"/>
              </a:rPr>
              <a:t>#include</a:t>
            </a:r>
            <a:r>
              <a:rPr lang="en-US" sz="1200" b="0" dirty="0">
                <a:solidFill>
                  <a:srgbClr val="0000FF"/>
                </a:solidFill>
                <a:effectLst/>
                <a:highlight>
                  <a:srgbClr val="FFFFFF"/>
                </a:highlight>
                <a:latin typeface="Consolas" panose="020B0609020204030204" pitchFamily="49" charset="0"/>
              </a:rPr>
              <a:t> </a:t>
            </a:r>
            <a:r>
              <a:rPr lang="en-US" sz="1200" b="0" dirty="0">
                <a:solidFill>
                  <a:srgbClr val="A31515"/>
                </a:solidFill>
                <a:effectLst/>
                <a:highlight>
                  <a:srgbClr val="FFFFFF"/>
                </a:highlight>
                <a:latin typeface="Consolas" panose="020B0609020204030204" pitchFamily="49" charset="0"/>
              </a:rPr>
              <a:t>&lt;</a:t>
            </a:r>
            <a:r>
              <a:rPr lang="en-US" sz="1200" b="0" dirty="0" err="1">
                <a:solidFill>
                  <a:srgbClr val="A31515"/>
                </a:solidFill>
                <a:effectLst/>
                <a:highlight>
                  <a:srgbClr val="FFFFFF"/>
                </a:highlight>
                <a:latin typeface="Consolas" panose="020B0609020204030204" pitchFamily="49" charset="0"/>
              </a:rPr>
              <a:t>stdio.h</a:t>
            </a:r>
            <a:r>
              <a:rPr lang="en-US" sz="1200" b="0" dirty="0">
                <a:solidFill>
                  <a:srgbClr val="A31515"/>
                </a:solidFill>
                <a:effectLst/>
                <a:highlight>
                  <a:srgbClr val="FFFFFF"/>
                </a:highlight>
                <a:latin typeface="Consolas" panose="020B0609020204030204" pitchFamily="49" charset="0"/>
              </a:rPr>
              <a:t>&gt;</a:t>
            </a:r>
            <a:endParaRPr lang="en-US" sz="1200" b="0" dirty="0">
              <a:solidFill>
                <a:srgbClr val="3B3B3B"/>
              </a:solidFill>
              <a:effectLst/>
              <a:highlight>
                <a:srgbClr val="FFFFFF"/>
              </a:highlight>
              <a:latin typeface="Consolas" panose="020B0609020204030204" pitchFamily="49" charset="0"/>
            </a:endParaRPr>
          </a:p>
          <a:p>
            <a:br>
              <a:rPr lang="en-US" sz="1200" b="0" dirty="0">
                <a:solidFill>
                  <a:srgbClr val="3B3B3B"/>
                </a:solidFill>
                <a:effectLst/>
                <a:highlight>
                  <a:srgbClr val="FFFFFF"/>
                </a:highlight>
                <a:latin typeface="Consolas" panose="020B0609020204030204" pitchFamily="49" charset="0"/>
              </a:rPr>
            </a:br>
            <a:r>
              <a:rPr lang="en-US" sz="1200" b="0" dirty="0">
                <a:solidFill>
                  <a:srgbClr val="0000FF"/>
                </a:solidFill>
                <a:effectLst/>
                <a:highlight>
                  <a:srgbClr val="FFFFFF"/>
                </a:highlight>
                <a:latin typeface="Consolas" panose="020B0609020204030204" pitchFamily="49" charset="0"/>
              </a:rPr>
              <a:t>int</a:t>
            </a:r>
            <a:r>
              <a:rPr lang="en-US" sz="1200" b="0" dirty="0">
                <a:solidFill>
                  <a:srgbClr val="3B3B3B"/>
                </a:solidFill>
                <a:effectLst/>
                <a:highlight>
                  <a:srgbClr val="FFFFFF"/>
                </a:highlight>
                <a:latin typeface="Consolas" panose="020B0609020204030204" pitchFamily="49" charset="0"/>
              </a:rPr>
              <a:t> </a:t>
            </a:r>
            <a:r>
              <a:rPr lang="en-US" sz="1200" b="0" dirty="0">
                <a:solidFill>
                  <a:srgbClr val="795E26"/>
                </a:solidFill>
                <a:effectLst/>
                <a:highlight>
                  <a:srgbClr val="FFFFFF"/>
                </a:highlight>
                <a:latin typeface="Consolas" panose="020B0609020204030204" pitchFamily="49" charset="0"/>
              </a:rPr>
              <a:t>main</a:t>
            </a:r>
            <a:r>
              <a:rPr lang="en-US" sz="1200" b="0" dirty="0">
                <a:solidFill>
                  <a:srgbClr val="3B3B3B"/>
                </a:solidFill>
                <a:effectLst/>
                <a:highlight>
                  <a:srgbClr val="FFFFFF"/>
                </a:highlight>
                <a:latin typeface="Consolas" panose="020B0609020204030204" pitchFamily="49" charset="0"/>
              </a:rPr>
              <a:t>(</a:t>
            </a:r>
            <a:r>
              <a:rPr lang="en-US" sz="1200" b="0" dirty="0">
                <a:solidFill>
                  <a:srgbClr val="0000FF"/>
                </a:solidFill>
                <a:effectLst/>
                <a:highlight>
                  <a:srgbClr val="FFFFFF"/>
                </a:highlight>
                <a:latin typeface="Consolas" panose="020B0609020204030204" pitchFamily="49" charset="0"/>
              </a:rPr>
              <a:t>int</a:t>
            </a:r>
            <a:r>
              <a:rPr lang="en-US" sz="1200" b="0" dirty="0">
                <a:solidFill>
                  <a:srgbClr val="3B3B3B"/>
                </a:solidFill>
                <a:effectLst/>
                <a:highlight>
                  <a:srgbClr val="FFFFFF"/>
                </a:highlight>
                <a:latin typeface="Consolas" panose="020B0609020204030204" pitchFamily="49" charset="0"/>
              </a:rPr>
              <a:t> </a:t>
            </a:r>
            <a:r>
              <a:rPr lang="en-US" sz="1200" b="0" dirty="0" err="1">
                <a:solidFill>
                  <a:srgbClr val="001080"/>
                </a:solidFill>
                <a:effectLst/>
                <a:highlight>
                  <a:srgbClr val="FFFFFF"/>
                </a:highlight>
                <a:latin typeface="Consolas" panose="020B0609020204030204" pitchFamily="49" charset="0"/>
              </a:rPr>
              <a:t>argc</a:t>
            </a:r>
            <a:r>
              <a:rPr lang="en-US" sz="1200" b="0" dirty="0">
                <a:solidFill>
                  <a:srgbClr val="3B3B3B"/>
                </a:solidFill>
                <a:effectLst/>
                <a:highlight>
                  <a:srgbClr val="FFFFFF"/>
                </a:highlight>
                <a:latin typeface="Consolas" panose="020B0609020204030204" pitchFamily="49" charset="0"/>
              </a:rPr>
              <a:t>, </a:t>
            </a:r>
            <a:r>
              <a:rPr lang="en-US" sz="1200" b="0" dirty="0">
                <a:solidFill>
                  <a:srgbClr val="0000FF"/>
                </a:solidFill>
                <a:effectLst/>
                <a:highlight>
                  <a:srgbClr val="FFFFFF"/>
                </a:highlight>
                <a:latin typeface="Consolas" panose="020B0609020204030204" pitchFamily="49" charset="0"/>
              </a:rPr>
              <a:t>char</a:t>
            </a:r>
            <a:r>
              <a:rPr lang="en-US" sz="1200" b="0" dirty="0">
                <a:solidFill>
                  <a:srgbClr val="3B3B3B"/>
                </a:solidFill>
                <a:effectLst/>
                <a:highlight>
                  <a:srgbClr val="FFFFFF"/>
                </a:highlight>
                <a:latin typeface="Consolas" panose="020B0609020204030204" pitchFamily="49" charset="0"/>
              </a:rPr>
              <a:t> </a:t>
            </a:r>
            <a:r>
              <a:rPr lang="en-US" sz="1200" b="0" dirty="0">
                <a:solidFill>
                  <a:srgbClr val="0000FF"/>
                </a:solidFill>
                <a:effectLst/>
                <a:highlight>
                  <a:srgbClr val="FFFFFF"/>
                </a:highlight>
                <a:latin typeface="Consolas" panose="020B0609020204030204" pitchFamily="49" charset="0"/>
              </a:rPr>
              <a:t>const</a:t>
            </a:r>
            <a:r>
              <a:rPr lang="en-US" sz="1200" b="0" dirty="0">
                <a:solidFill>
                  <a:srgbClr val="3B3B3B"/>
                </a:solidFill>
                <a:effectLst/>
                <a:highlight>
                  <a:srgbClr val="FFFFFF"/>
                </a:highlight>
                <a:latin typeface="Consolas" panose="020B0609020204030204" pitchFamily="49" charset="0"/>
              </a:rPr>
              <a:t> </a:t>
            </a:r>
            <a:r>
              <a:rPr lang="en-US" sz="1200" b="0" dirty="0">
                <a:solidFill>
                  <a:srgbClr val="000000"/>
                </a:solidFill>
                <a:effectLst/>
                <a:highlight>
                  <a:srgbClr val="FFFFFF"/>
                </a:highlight>
                <a:latin typeface="Consolas" panose="020B0609020204030204" pitchFamily="49" charset="0"/>
              </a:rPr>
              <a:t>*</a:t>
            </a:r>
            <a:r>
              <a:rPr lang="en-US" sz="1200" b="0" dirty="0" err="1">
                <a:solidFill>
                  <a:srgbClr val="001080"/>
                </a:solidFill>
                <a:effectLst/>
                <a:highlight>
                  <a:srgbClr val="FFFFFF"/>
                </a:highlight>
                <a:latin typeface="Consolas" panose="020B0609020204030204" pitchFamily="49" charset="0"/>
              </a:rPr>
              <a:t>argv</a:t>
            </a:r>
            <a:r>
              <a:rPr lang="en-US" sz="1200" b="0" dirty="0">
                <a:solidFill>
                  <a:srgbClr val="0000FF"/>
                </a:solidFill>
                <a:effectLst/>
                <a:highlight>
                  <a:srgbClr val="FFFFFF"/>
                </a:highlight>
                <a:latin typeface="Consolas" panose="020B0609020204030204" pitchFamily="49" charset="0"/>
              </a:rPr>
              <a:t>[]</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err="1">
                <a:solidFill>
                  <a:srgbClr val="795E26"/>
                </a:solidFill>
                <a:effectLst/>
                <a:highlight>
                  <a:srgbClr val="FFFFFF"/>
                </a:highlight>
                <a:latin typeface="Consolas" panose="020B0609020204030204" pitchFamily="49" charset="0"/>
              </a:rPr>
              <a:t>printf</a:t>
            </a:r>
            <a:r>
              <a:rPr lang="en-US" sz="1200" b="0" dirty="0">
                <a:solidFill>
                  <a:srgbClr val="3B3B3B"/>
                </a:solidFill>
                <a:effectLst/>
                <a:highlight>
                  <a:srgbClr val="FFFFFF"/>
                </a:highlight>
                <a:latin typeface="Consolas" panose="020B0609020204030204" pitchFamily="49" charset="0"/>
              </a:rPr>
              <a:t>(</a:t>
            </a:r>
            <a:r>
              <a:rPr lang="en-US" sz="1200" b="0" dirty="0">
                <a:solidFill>
                  <a:srgbClr val="A31515"/>
                </a:solidFill>
                <a:effectLst/>
                <a:highlight>
                  <a:srgbClr val="FFFFFF"/>
                </a:highlight>
                <a:latin typeface="Consolas" panose="020B0609020204030204" pitchFamily="49" charset="0"/>
              </a:rPr>
              <a:t>"</a:t>
            </a:r>
            <a:r>
              <a:rPr lang="en-US" sz="1200" b="0" dirty="0" err="1">
                <a:solidFill>
                  <a:srgbClr val="A31515"/>
                </a:solidFill>
                <a:effectLst/>
                <a:highlight>
                  <a:srgbClr val="FFFFFF"/>
                </a:highlight>
                <a:latin typeface="Consolas" panose="020B0609020204030204" pitchFamily="49" charset="0"/>
              </a:rPr>
              <a:t>argc</a:t>
            </a:r>
            <a:r>
              <a:rPr lang="en-US" sz="1200" b="0" dirty="0">
                <a:solidFill>
                  <a:srgbClr val="A31515"/>
                </a:solidFill>
                <a:effectLst/>
                <a:highlight>
                  <a:srgbClr val="FFFFFF"/>
                </a:highlight>
                <a:latin typeface="Consolas" panose="020B0609020204030204" pitchFamily="49" charset="0"/>
              </a:rPr>
              <a:t> = </a:t>
            </a:r>
            <a:r>
              <a:rPr lang="en-US" sz="1200" b="0" dirty="0">
                <a:solidFill>
                  <a:srgbClr val="001080"/>
                </a:solidFill>
                <a:effectLst/>
                <a:highlight>
                  <a:srgbClr val="FFFFFF"/>
                </a:highlight>
                <a:latin typeface="Consolas" panose="020B0609020204030204" pitchFamily="49" charset="0"/>
              </a:rPr>
              <a:t>%</a:t>
            </a:r>
            <a:r>
              <a:rPr lang="en-US" sz="1200" b="0" dirty="0" err="1">
                <a:solidFill>
                  <a:srgbClr val="001080"/>
                </a:solidFill>
                <a:effectLst/>
                <a:highlight>
                  <a:srgbClr val="FFFFFF"/>
                </a:highlight>
                <a:latin typeface="Consolas" panose="020B0609020204030204" pitchFamily="49" charset="0"/>
              </a:rPr>
              <a:t>i</a:t>
            </a:r>
            <a:r>
              <a:rPr lang="en-US" sz="1200" b="0" dirty="0">
                <a:solidFill>
                  <a:srgbClr val="EE0000"/>
                </a:solidFill>
                <a:effectLst/>
                <a:highlight>
                  <a:srgbClr val="FFFFFF"/>
                </a:highlight>
                <a:latin typeface="Consolas" panose="020B0609020204030204" pitchFamily="49" charset="0"/>
              </a:rPr>
              <a:t>\n</a:t>
            </a:r>
            <a:r>
              <a:rPr lang="en-US" sz="1200" b="0" dirty="0">
                <a:solidFill>
                  <a:srgbClr val="A31515"/>
                </a:solidFill>
                <a:effectLst/>
                <a:highlight>
                  <a:srgbClr val="FFFFFF"/>
                </a:highlight>
                <a:latin typeface="Consolas" panose="020B0609020204030204" pitchFamily="49" charset="0"/>
              </a:rPr>
              <a:t>"</a:t>
            </a:r>
            <a:r>
              <a:rPr lang="en-US" sz="1200" b="0" dirty="0">
                <a:solidFill>
                  <a:srgbClr val="3B3B3B"/>
                </a:solidFill>
                <a:effectLst/>
                <a:highlight>
                  <a:srgbClr val="FFFFFF"/>
                </a:highlight>
                <a:latin typeface="Consolas" panose="020B0609020204030204" pitchFamily="49" charset="0"/>
              </a:rPr>
              <a:t>,</a:t>
            </a:r>
            <a:r>
              <a:rPr lang="en-US" sz="1200" b="0" dirty="0" err="1">
                <a:solidFill>
                  <a:srgbClr val="001080"/>
                </a:solidFill>
                <a:effectLst/>
                <a:highlight>
                  <a:srgbClr val="FFFFFF"/>
                </a:highlight>
                <a:latin typeface="Consolas" panose="020B0609020204030204" pitchFamily="49" charset="0"/>
              </a:rPr>
              <a:t>argc</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switch</a:t>
            </a:r>
            <a:r>
              <a:rPr lang="en-US" sz="1200" b="0" dirty="0">
                <a:solidFill>
                  <a:srgbClr val="3B3B3B"/>
                </a:solidFill>
                <a:effectLst/>
                <a:highlight>
                  <a:srgbClr val="FFFFFF"/>
                </a:highlight>
                <a:latin typeface="Consolas" panose="020B0609020204030204" pitchFamily="49" charset="0"/>
              </a:rPr>
              <a:t> (</a:t>
            </a:r>
            <a:r>
              <a:rPr lang="en-US" sz="1200" b="0" dirty="0" err="1">
                <a:solidFill>
                  <a:srgbClr val="001080"/>
                </a:solidFill>
                <a:effectLst/>
                <a:highlight>
                  <a:srgbClr val="FFFFFF"/>
                </a:highlight>
                <a:latin typeface="Consolas" panose="020B0609020204030204" pitchFamily="49" charset="0"/>
              </a:rPr>
              <a:t>argc</a:t>
            </a:r>
            <a:r>
              <a:rPr lang="en-US" sz="1200" b="0" dirty="0">
                <a:solidFill>
                  <a:srgbClr val="3B3B3B"/>
                </a:solidFill>
                <a:effectLst/>
                <a:highlight>
                  <a:srgbClr val="FFFFFF"/>
                </a:highlight>
                <a:latin typeface="Consolas" panose="020B0609020204030204" pitchFamily="49" charset="0"/>
              </a:rPr>
              <a:t>)    {</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case</a:t>
            </a:r>
            <a:r>
              <a:rPr lang="en-US" sz="1200" b="0" dirty="0">
                <a:solidFill>
                  <a:srgbClr val="3B3B3B"/>
                </a:solidFill>
                <a:effectLst/>
                <a:highlight>
                  <a:srgbClr val="FFFFFF"/>
                </a:highlight>
                <a:latin typeface="Consolas" panose="020B0609020204030204" pitchFamily="49" charset="0"/>
              </a:rPr>
              <a:t> </a:t>
            </a:r>
            <a:r>
              <a:rPr lang="en-US" sz="1200" b="0" dirty="0">
                <a:solidFill>
                  <a:srgbClr val="098658"/>
                </a:solidFill>
                <a:effectLst/>
                <a:highlight>
                  <a:srgbClr val="FFFFFF"/>
                </a:highlight>
                <a:latin typeface="Consolas" panose="020B0609020204030204" pitchFamily="49" charset="0"/>
              </a:rPr>
              <a:t>1</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err="1">
                <a:solidFill>
                  <a:srgbClr val="795E26"/>
                </a:solidFill>
                <a:effectLst/>
                <a:highlight>
                  <a:srgbClr val="FFFFFF"/>
                </a:highlight>
                <a:latin typeface="Consolas" panose="020B0609020204030204" pitchFamily="49" charset="0"/>
              </a:rPr>
              <a:t>printf</a:t>
            </a:r>
            <a:r>
              <a:rPr lang="en-US" sz="1200" b="0" dirty="0">
                <a:solidFill>
                  <a:srgbClr val="3B3B3B"/>
                </a:solidFill>
                <a:effectLst/>
                <a:highlight>
                  <a:srgbClr val="FFFFFF"/>
                </a:highlight>
                <a:latin typeface="Consolas" panose="020B0609020204030204" pitchFamily="49" charset="0"/>
              </a:rPr>
              <a:t>(</a:t>
            </a:r>
            <a:r>
              <a:rPr lang="en-US" sz="1200" b="0" dirty="0">
                <a:solidFill>
                  <a:srgbClr val="A31515"/>
                </a:solidFill>
                <a:effectLst/>
                <a:highlight>
                  <a:srgbClr val="FFFFFF"/>
                </a:highlight>
                <a:latin typeface="Consolas" panose="020B0609020204030204" pitchFamily="49" charset="0"/>
              </a:rPr>
              <a:t>"First message</a:t>
            </a:r>
            <a:r>
              <a:rPr lang="en-US" sz="1200" b="0" dirty="0">
                <a:solidFill>
                  <a:srgbClr val="EE0000"/>
                </a:solidFill>
                <a:effectLst/>
                <a:highlight>
                  <a:srgbClr val="FFFFFF"/>
                </a:highlight>
                <a:latin typeface="Consolas" panose="020B0609020204030204" pitchFamily="49" charset="0"/>
              </a:rPr>
              <a:t>\n</a:t>
            </a:r>
            <a:r>
              <a:rPr lang="en-US" sz="1200" b="0" dirty="0">
                <a:solidFill>
                  <a:srgbClr val="A31515"/>
                </a:solidFill>
                <a:effectLst/>
                <a:highlight>
                  <a:srgbClr val="FFFFFF"/>
                </a:highlight>
                <a:latin typeface="Consolas" panose="020B0609020204030204" pitchFamily="49" charset="0"/>
              </a:rPr>
              <a:t>"</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break</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case</a:t>
            </a:r>
            <a:r>
              <a:rPr lang="en-US" sz="1200" b="0" dirty="0">
                <a:solidFill>
                  <a:srgbClr val="3B3B3B"/>
                </a:solidFill>
                <a:effectLst/>
                <a:highlight>
                  <a:srgbClr val="FFFFFF"/>
                </a:highlight>
                <a:latin typeface="Consolas" panose="020B0609020204030204" pitchFamily="49" charset="0"/>
              </a:rPr>
              <a:t> </a:t>
            </a:r>
            <a:r>
              <a:rPr lang="en-US" sz="1200" b="0" dirty="0">
                <a:solidFill>
                  <a:srgbClr val="098658"/>
                </a:solidFill>
                <a:effectLst/>
                <a:highlight>
                  <a:srgbClr val="FFFFFF"/>
                </a:highlight>
                <a:latin typeface="Consolas" panose="020B0609020204030204" pitchFamily="49" charset="0"/>
              </a:rPr>
              <a:t>4</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case</a:t>
            </a:r>
            <a:r>
              <a:rPr lang="en-US" sz="1200" b="0" dirty="0">
                <a:solidFill>
                  <a:srgbClr val="3B3B3B"/>
                </a:solidFill>
                <a:effectLst/>
                <a:highlight>
                  <a:srgbClr val="FFFFFF"/>
                </a:highlight>
                <a:latin typeface="Consolas" panose="020B0609020204030204" pitchFamily="49" charset="0"/>
              </a:rPr>
              <a:t> </a:t>
            </a:r>
            <a:r>
              <a:rPr lang="en-US" sz="1200" b="0" dirty="0">
                <a:solidFill>
                  <a:srgbClr val="098658"/>
                </a:solidFill>
                <a:effectLst/>
                <a:highlight>
                  <a:srgbClr val="FFFFFF"/>
                </a:highlight>
                <a:latin typeface="Consolas" panose="020B0609020204030204" pitchFamily="49" charset="0"/>
              </a:rPr>
              <a:t>1337</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err="1">
                <a:solidFill>
                  <a:srgbClr val="795E26"/>
                </a:solidFill>
                <a:effectLst/>
                <a:highlight>
                  <a:srgbClr val="FFFFFF"/>
                </a:highlight>
                <a:latin typeface="Consolas" panose="020B0609020204030204" pitchFamily="49" charset="0"/>
              </a:rPr>
              <a:t>printf</a:t>
            </a:r>
            <a:r>
              <a:rPr lang="en-US" sz="1200" b="0" dirty="0">
                <a:solidFill>
                  <a:srgbClr val="3B3B3B"/>
                </a:solidFill>
                <a:effectLst/>
                <a:highlight>
                  <a:srgbClr val="FFFFFF"/>
                </a:highlight>
                <a:latin typeface="Consolas" panose="020B0609020204030204" pitchFamily="49" charset="0"/>
              </a:rPr>
              <a:t>(</a:t>
            </a:r>
            <a:r>
              <a:rPr lang="en-US" sz="1200" b="0" dirty="0">
                <a:solidFill>
                  <a:srgbClr val="A31515"/>
                </a:solidFill>
                <a:effectLst/>
                <a:highlight>
                  <a:srgbClr val="FFFFFF"/>
                </a:highlight>
                <a:latin typeface="Consolas" panose="020B0609020204030204" pitchFamily="49" charset="0"/>
              </a:rPr>
              <a:t>"Elite message</a:t>
            </a:r>
            <a:r>
              <a:rPr lang="en-US" sz="1200" b="0" dirty="0">
                <a:solidFill>
                  <a:srgbClr val="EE0000"/>
                </a:solidFill>
                <a:effectLst/>
                <a:highlight>
                  <a:srgbClr val="FFFFFF"/>
                </a:highlight>
                <a:latin typeface="Consolas" panose="020B0609020204030204" pitchFamily="49" charset="0"/>
              </a:rPr>
              <a:t>\n</a:t>
            </a:r>
            <a:r>
              <a:rPr lang="en-US" sz="1200" b="0" dirty="0">
                <a:solidFill>
                  <a:srgbClr val="A31515"/>
                </a:solidFill>
                <a:effectLst/>
                <a:highlight>
                  <a:srgbClr val="FFFFFF"/>
                </a:highlight>
                <a:latin typeface="Consolas" panose="020B0609020204030204" pitchFamily="49" charset="0"/>
              </a:rPr>
              <a:t>"</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break</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case</a:t>
            </a:r>
            <a:r>
              <a:rPr lang="en-US" sz="1200" b="0" dirty="0">
                <a:solidFill>
                  <a:srgbClr val="3B3B3B"/>
                </a:solidFill>
                <a:effectLst/>
                <a:highlight>
                  <a:srgbClr val="FFFFFF"/>
                </a:highlight>
                <a:latin typeface="Consolas" panose="020B0609020204030204" pitchFamily="49" charset="0"/>
              </a:rPr>
              <a:t> </a:t>
            </a:r>
            <a:r>
              <a:rPr lang="en-US" sz="1200" b="0" dirty="0">
                <a:solidFill>
                  <a:srgbClr val="098658"/>
                </a:solidFill>
                <a:effectLst/>
                <a:highlight>
                  <a:srgbClr val="FFFFFF"/>
                </a:highlight>
                <a:latin typeface="Consolas" panose="020B0609020204030204" pitchFamily="49" charset="0"/>
              </a:rPr>
              <a:t>2</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default</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err="1">
                <a:solidFill>
                  <a:srgbClr val="795E26"/>
                </a:solidFill>
                <a:effectLst/>
                <a:highlight>
                  <a:srgbClr val="FFFFFF"/>
                </a:highlight>
                <a:latin typeface="Consolas" panose="020B0609020204030204" pitchFamily="49" charset="0"/>
              </a:rPr>
              <a:t>printf</a:t>
            </a:r>
            <a:r>
              <a:rPr lang="en-US" sz="1200" b="0" dirty="0">
                <a:solidFill>
                  <a:srgbClr val="3B3B3B"/>
                </a:solidFill>
                <a:effectLst/>
                <a:highlight>
                  <a:srgbClr val="FFFFFF"/>
                </a:highlight>
                <a:latin typeface="Consolas" panose="020B0609020204030204" pitchFamily="49" charset="0"/>
              </a:rPr>
              <a:t>(</a:t>
            </a:r>
            <a:r>
              <a:rPr lang="en-US" sz="1200" b="0" dirty="0">
                <a:solidFill>
                  <a:srgbClr val="A31515"/>
                </a:solidFill>
                <a:effectLst/>
                <a:highlight>
                  <a:srgbClr val="FFFFFF"/>
                </a:highlight>
                <a:latin typeface="Consolas" panose="020B0609020204030204" pitchFamily="49" charset="0"/>
              </a:rPr>
              <a:t>"Default message</a:t>
            </a:r>
            <a:r>
              <a:rPr lang="en-US" sz="1200" b="0" dirty="0">
                <a:solidFill>
                  <a:srgbClr val="EE0000"/>
                </a:solidFill>
                <a:effectLst/>
                <a:highlight>
                  <a:srgbClr val="FFFFFF"/>
                </a:highlight>
                <a:latin typeface="Consolas" panose="020B0609020204030204" pitchFamily="49" charset="0"/>
              </a:rPr>
              <a:t>\n</a:t>
            </a:r>
            <a:r>
              <a:rPr lang="en-US" sz="1200" b="0" dirty="0">
                <a:solidFill>
                  <a:srgbClr val="A31515"/>
                </a:solidFill>
                <a:effectLst/>
                <a:highlight>
                  <a:srgbClr val="FFFFFF"/>
                </a:highlight>
                <a:latin typeface="Consolas" panose="020B0609020204030204" pitchFamily="49" charset="0"/>
              </a:rPr>
              <a:t>"</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break</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    }</a:t>
            </a:r>
          </a:p>
          <a:p>
            <a:r>
              <a:rPr lang="en-US" sz="1200" b="0" dirty="0">
                <a:solidFill>
                  <a:srgbClr val="3B3B3B"/>
                </a:solidFill>
                <a:effectLst/>
                <a:highlight>
                  <a:srgbClr val="FFFFFF"/>
                </a:highlight>
                <a:latin typeface="Consolas" panose="020B0609020204030204" pitchFamily="49" charset="0"/>
              </a:rPr>
              <a:t>    </a:t>
            </a:r>
            <a:r>
              <a:rPr lang="en-US" sz="1200" b="0" dirty="0">
                <a:solidFill>
                  <a:srgbClr val="AF00DB"/>
                </a:solidFill>
                <a:effectLst/>
                <a:highlight>
                  <a:srgbClr val="FFFFFF"/>
                </a:highlight>
                <a:latin typeface="Consolas" panose="020B0609020204030204" pitchFamily="49" charset="0"/>
              </a:rPr>
              <a:t>return</a:t>
            </a:r>
            <a:r>
              <a:rPr lang="en-US" sz="1200" b="0" dirty="0">
                <a:solidFill>
                  <a:srgbClr val="3B3B3B"/>
                </a:solidFill>
                <a:effectLst/>
                <a:highlight>
                  <a:srgbClr val="FFFFFF"/>
                </a:highlight>
                <a:latin typeface="Consolas" panose="020B0609020204030204" pitchFamily="49" charset="0"/>
              </a:rPr>
              <a:t> </a:t>
            </a:r>
            <a:r>
              <a:rPr lang="en-US" sz="1200" b="0" dirty="0">
                <a:solidFill>
                  <a:srgbClr val="098658"/>
                </a:solidFill>
                <a:effectLst/>
                <a:highlight>
                  <a:srgbClr val="FFFFFF"/>
                </a:highlight>
                <a:latin typeface="Consolas" panose="020B0609020204030204" pitchFamily="49" charset="0"/>
              </a:rPr>
              <a:t>0</a:t>
            </a:r>
            <a:r>
              <a:rPr lang="en-US" sz="1200" b="0" dirty="0">
                <a:solidFill>
                  <a:srgbClr val="3B3B3B"/>
                </a:solidFill>
                <a:effectLst/>
                <a:highlight>
                  <a:srgbClr val="FFFFFF"/>
                </a:highlight>
                <a:latin typeface="Consolas" panose="020B0609020204030204" pitchFamily="49" charset="0"/>
              </a:rPr>
              <a:t>;</a:t>
            </a:r>
          </a:p>
          <a:p>
            <a:r>
              <a:rPr lang="en-US" sz="1200" b="0" dirty="0">
                <a:solidFill>
                  <a:srgbClr val="3B3B3B"/>
                </a:solidFill>
                <a:effectLst/>
                <a:highlight>
                  <a:srgbClr val="FFFFFF"/>
                </a:highlight>
                <a:latin typeface="Consolas" panose="020B0609020204030204" pitchFamily="49" charset="0"/>
              </a:rPr>
              <a:t>}</a:t>
            </a:r>
          </a:p>
          <a:p>
            <a:endParaRPr lang="en-US" sz="1200" b="0" dirty="0">
              <a:solidFill>
                <a:srgbClr val="3B3B3B"/>
              </a:solidFill>
              <a:effectLst/>
              <a:highlight>
                <a:srgbClr val="FFFFFF"/>
              </a:highlight>
              <a:latin typeface="Consolas" panose="020B0609020204030204" pitchFamily="49" charset="0"/>
            </a:endParaRPr>
          </a:p>
          <a:p>
            <a:r>
              <a:rPr lang="en-US" sz="1200" dirty="0">
                <a:solidFill>
                  <a:srgbClr val="3B3B3B"/>
                </a:solidFill>
                <a:highlight>
                  <a:srgbClr val="FFFFFF"/>
                </a:highlight>
                <a:latin typeface="Consolas" panose="020B0609020204030204" pitchFamily="49" charset="0"/>
              </a:rPr>
              <a:t>&gt;&gt; </a:t>
            </a:r>
            <a:r>
              <a:rPr lang="en-US" sz="1200" dirty="0" err="1">
                <a:solidFill>
                  <a:srgbClr val="3B3B3B"/>
                </a:solidFill>
                <a:highlight>
                  <a:srgbClr val="FFFFFF"/>
                </a:highlight>
                <a:latin typeface="Consolas" panose="020B0609020204030204" pitchFamily="49" charset="0"/>
              </a:rPr>
              <a:t>gcc</a:t>
            </a:r>
            <a:r>
              <a:rPr lang="en-US" sz="1200" dirty="0">
                <a:solidFill>
                  <a:srgbClr val="3B3B3B"/>
                </a:solidFill>
                <a:highlight>
                  <a:srgbClr val="FFFFFF"/>
                </a:highlight>
                <a:latin typeface="Consolas" panose="020B0609020204030204" pitchFamily="49" charset="0"/>
              </a:rPr>
              <a:t> </a:t>
            </a:r>
            <a:r>
              <a:rPr lang="en-US" sz="1200" dirty="0" err="1">
                <a:solidFill>
                  <a:srgbClr val="3B3B3B"/>
                </a:solidFill>
                <a:highlight>
                  <a:srgbClr val="FFFFFF"/>
                </a:highlight>
                <a:latin typeface="Consolas" panose="020B0609020204030204" pitchFamily="49" charset="0"/>
              </a:rPr>
              <a:t>theswitch.c</a:t>
            </a:r>
            <a:endParaRPr lang="en-US" sz="1200" dirty="0">
              <a:solidFill>
                <a:srgbClr val="3B3B3B"/>
              </a:solidFill>
              <a:highlight>
                <a:srgbClr val="FFFFFF"/>
              </a:highlight>
              <a:latin typeface="Consolas" panose="020B0609020204030204" pitchFamily="49" charset="0"/>
            </a:endParaRPr>
          </a:p>
          <a:p>
            <a:r>
              <a:rPr lang="en-US" sz="1200" dirty="0">
                <a:solidFill>
                  <a:srgbClr val="3B3B3B"/>
                </a:solidFill>
                <a:highlight>
                  <a:srgbClr val="FFFFFF"/>
                </a:highlight>
                <a:latin typeface="Consolas" panose="020B0609020204030204" pitchFamily="49" charset="0"/>
              </a:rPr>
              <a:t>&gt;&gt; ./a.exe</a:t>
            </a:r>
            <a:br>
              <a:rPr lang="en-US" sz="1200" b="0" dirty="0">
                <a:solidFill>
                  <a:srgbClr val="3B3B3B"/>
                </a:solidFill>
                <a:effectLst/>
                <a:highlight>
                  <a:srgbClr val="FFFFFF"/>
                </a:highlight>
                <a:latin typeface="Consolas" panose="020B0609020204030204" pitchFamily="49" charset="0"/>
              </a:rPr>
            </a:br>
            <a:r>
              <a:rPr lang="en-US" sz="1200" dirty="0">
                <a:solidFill>
                  <a:srgbClr val="3B3B3B"/>
                </a:solidFill>
                <a:highlight>
                  <a:srgbClr val="FFFFFF"/>
                </a:highlight>
                <a:latin typeface="Consolas" panose="020B0609020204030204" pitchFamily="49" charset="0"/>
              </a:rPr>
              <a:t>$ ????</a:t>
            </a:r>
            <a:endParaRPr lang="en-US" sz="1200" b="0" dirty="0">
              <a:solidFill>
                <a:srgbClr val="3B3B3B"/>
              </a:solidFill>
              <a:effectLst/>
              <a:highlight>
                <a:srgbClr val="FFFFFF"/>
              </a:highlight>
              <a:latin typeface="Consolas" panose="020B0609020204030204" pitchFamily="49" charset="0"/>
            </a:endParaRPr>
          </a:p>
        </p:txBody>
      </p:sp>
    </p:spTree>
    <p:extLst>
      <p:ext uri="{BB962C8B-B14F-4D97-AF65-F5344CB8AC3E}">
        <p14:creationId xmlns:p14="http://schemas.microsoft.com/office/powerpoint/2010/main" val="362489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B23F944A-B747-424A-90D7-5DEAB627BA46}"/>
              </a:ext>
            </a:extLst>
          </p:cNvPr>
          <p:cNvSpPr>
            <a:spLocks noGrp="1"/>
          </p:cNvSpPr>
          <p:nvPr>
            <p:ph type="sldNum" sz="quarter" idx="10"/>
          </p:nvPr>
        </p:nvSpPr>
        <p:spPr/>
        <p:txBody>
          <a:bodyPr/>
          <a:lstStyle/>
          <a:p>
            <a:fld id="{D8D877B3-D348-4611-9BDB-C5374591D951}" type="slidenum">
              <a:rPr lang="en-US" smtClean="0"/>
              <a:pPr/>
              <a:t>24</a:t>
            </a:fld>
            <a:endParaRPr lang="en-US" dirty="0"/>
          </a:p>
        </p:txBody>
      </p:sp>
      <p:sp>
        <p:nvSpPr>
          <p:cNvPr id="4" name="Titel 3">
            <a:extLst>
              <a:ext uri="{FF2B5EF4-FFF2-40B4-BE49-F238E27FC236}">
                <a16:creationId xmlns:a16="http://schemas.microsoft.com/office/drawing/2014/main" id="{6F92C1FD-4DE7-4E61-B8D9-CE73E10E0B9F}"/>
              </a:ext>
            </a:extLst>
          </p:cNvPr>
          <p:cNvSpPr>
            <a:spLocks noGrp="1"/>
          </p:cNvSpPr>
          <p:nvPr>
            <p:ph type="title"/>
          </p:nvPr>
        </p:nvSpPr>
        <p:spPr/>
        <p:txBody>
          <a:bodyPr/>
          <a:lstStyle/>
          <a:p>
            <a:r>
              <a:rPr lang="da-DK" dirty="0"/>
              <a:t>Opgave: p04_KS4</a:t>
            </a:r>
            <a:endParaRPr lang="en-US" dirty="0"/>
          </a:p>
        </p:txBody>
      </p:sp>
      <p:sp>
        <p:nvSpPr>
          <p:cNvPr id="7" name="TextBox 6">
            <a:extLst>
              <a:ext uri="{FF2B5EF4-FFF2-40B4-BE49-F238E27FC236}">
                <a16:creationId xmlns:a16="http://schemas.microsoft.com/office/drawing/2014/main" id="{34572C88-BB17-1589-17B9-94D0D619FB7E}"/>
              </a:ext>
            </a:extLst>
          </p:cNvPr>
          <p:cNvSpPr txBox="1"/>
          <p:nvPr/>
        </p:nvSpPr>
        <p:spPr>
          <a:xfrm>
            <a:off x="8323567" y="6080111"/>
            <a:ext cx="2807729" cy="369332"/>
          </a:xfrm>
          <a:prstGeom prst="rect">
            <a:avLst/>
          </a:prstGeom>
          <a:noFill/>
        </p:spPr>
        <p:txBody>
          <a:bodyPr wrap="square">
            <a:spAutoFit/>
          </a:bodyPr>
          <a:lstStyle/>
          <a:p>
            <a:pPr marL="0" indent="0">
              <a:buNone/>
            </a:pPr>
            <a:r>
              <a:rPr lang="da-DK" b="0" i="0" dirty="0">
                <a:solidFill>
                  <a:srgbClr val="000000"/>
                </a:solidFill>
                <a:effectLst/>
                <a:latin typeface="Open Sans"/>
                <a:hlinkClick r:id="rId2"/>
              </a:rPr>
              <a:t>http://tpcg.io/7PsA7PRR</a:t>
            </a:r>
            <a:endParaRPr lang="da-DK" b="0" i="0" dirty="0">
              <a:solidFill>
                <a:srgbClr val="000000"/>
              </a:solidFill>
              <a:effectLst/>
              <a:latin typeface="Open Sans"/>
            </a:endParaRPr>
          </a:p>
        </p:txBody>
      </p:sp>
      <p:sp>
        <p:nvSpPr>
          <p:cNvPr id="8" name="TextBox 7">
            <a:extLst>
              <a:ext uri="{FF2B5EF4-FFF2-40B4-BE49-F238E27FC236}">
                <a16:creationId xmlns:a16="http://schemas.microsoft.com/office/drawing/2014/main" id="{72B33E9E-3E12-FEFF-CA0D-8330D6E6C4FB}"/>
              </a:ext>
            </a:extLst>
          </p:cNvPr>
          <p:cNvSpPr txBox="1"/>
          <p:nvPr/>
        </p:nvSpPr>
        <p:spPr>
          <a:xfrm>
            <a:off x="7495673" y="1204185"/>
            <a:ext cx="3635623" cy="4555093"/>
          </a:xfrm>
          <a:prstGeom prst="rect">
            <a:avLst/>
          </a:prstGeom>
          <a:solidFill>
            <a:schemeClr val="bg1">
              <a:lumMod val="95000"/>
            </a:schemeClr>
          </a:solidFill>
        </p:spPr>
        <p:txBody>
          <a:bodyPr wrap="square">
            <a:spAutoFit/>
          </a:bodyPr>
          <a:lstStyle/>
          <a:p>
            <a:r>
              <a:rPr lang="en-US" sz="1000" b="0" dirty="0">
                <a:solidFill>
                  <a:srgbClr val="859900"/>
                </a:solidFill>
                <a:effectLst/>
                <a:latin typeface="Consolas" panose="020B0609020204030204" pitchFamily="49" charset="0"/>
              </a:rPr>
              <a:t>#include</a:t>
            </a:r>
            <a:r>
              <a:rPr lang="en-US" sz="1000" b="0" dirty="0">
                <a:solidFill>
                  <a:srgbClr val="B58900"/>
                </a:solidFill>
                <a:effectLst/>
                <a:latin typeface="Consolas" panose="020B0609020204030204" pitchFamily="49" charset="0"/>
              </a:rPr>
              <a:t> </a:t>
            </a:r>
            <a:r>
              <a:rPr lang="en-US" sz="1000" b="0" dirty="0">
                <a:solidFill>
                  <a:srgbClr val="2AA198"/>
                </a:solidFill>
                <a:effectLst/>
                <a:latin typeface="Consolas" panose="020B0609020204030204" pitchFamily="49" charset="0"/>
              </a:rPr>
              <a:t>&lt;</a:t>
            </a:r>
            <a:r>
              <a:rPr lang="en-US" sz="1000" b="0" dirty="0" err="1">
                <a:solidFill>
                  <a:srgbClr val="2AA198"/>
                </a:solidFill>
                <a:effectLst/>
                <a:latin typeface="Consolas" panose="020B0609020204030204" pitchFamily="49" charset="0"/>
              </a:rPr>
              <a:t>stdio.h</a:t>
            </a:r>
            <a:r>
              <a:rPr lang="en-US" sz="1000" b="0" dirty="0">
                <a:solidFill>
                  <a:srgbClr val="2AA198"/>
                </a:solidFill>
                <a:effectLst/>
                <a:latin typeface="Consolas" panose="020B0609020204030204" pitchFamily="49" charset="0"/>
              </a:rPr>
              <a:t>&gt;</a:t>
            </a:r>
            <a:endParaRPr lang="en-US" sz="1000" b="0" dirty="0">
              <a:solidFill>
                <a:srgbClr val="657B83"/>
              </a:solidFill>
              <a:effectLst/>
              <a:latin typeface="Consolas" panose="020B0609020204030204" pitchFamily="49" charset="0"/>
            </a:endParaRPr>
          </a:p>
          <a:p>
            <a:r>
              <a:rPr lang="en-US" sz="1000" b="0" dirty="0">
                <a:solidFill>
                  <a:srgbClr val="657B83"/>
                </a:solidFill>
                <a:effectLst/>
                <a:latin typeface="Consolas" panose="020B0609020204030204" pitchFamily="49" charset="0"/>
              </a:rPr>
              <a:t> </a:t>
            </a:r>
          </a:p>
          <a:p>
            <a:r>
              <a:rPr lang="en-US" sz="1000" b="1" dirty="0">
                <a:solidFill>
                  <a:srgbClr val="586E75"/>
                </a:solidFill>
                <a:effectLst/>
                <a:latin typeface="Consolas" panose="020B0609020204030204" pitchFamily="49" charset="0"/>
              </a:rPr>
              <a:t>int</a:t>
            </a:r>
            <a:r>
              <a:rPr lang="en-US" sz="1000" b="0" dirty="0">
                <a:solidFill>
                  <a:srgbClr val="657B83"/>
                </a:solidFill>
                <a:effectLst/>
                <a:latin typeface="Consolas" panose="020B0609020204030204" pitchFamily="49" charset="0"/>
              </a:rPr>
              <a:t> </a:t>
            </a:r>
            <a:r>
              <a:rPr lang="en-US" sz="1000" b="0" dirty="0">
                <a:solidFill>
                  <a:srgbClr val="268BD2"/>
                </a:solidFill>
                <a:effectLst/>
                <a:latin typeface="Consolas" panose="020B0609020204030204" pitchFamily="49" charset="0"/>
              </a:rPr>
              <a:t>main</a:t>
            </a:r>
            <a:r>
              <a:rPr lang="en-US" sz="1000" b="0" dirty="0">
                <a:solidFill>
                  <a:srgbClr val="657B83"/>
                </a:solidFill>
                <a:effectLst/>
                <a:latin typeface="Consolas" panose="020B0609020204030204" pitchFamily="49" charset="0"/>
              </a:rPr>
              <a:t> () {</a:t>
            </a:r>
          </a:p>
          <a:p>
            <a:br>
              <a:rPr lang="en-US" sz="1000" b="0" dirty="0">
                <a:solidFill>
                  <a:srgbClr val="657B83"/>
                </a:solidFill>
                <a:effectLst/>
                <a:latin typeface="Consolas" panose="020B0609020204030204" pitchFamily="49" charset="0"/>
              </a:rPr>
            </a:br>
            <a:r>
              <a:rPr lang="en-US" sz="1000" b="0" i="1" dirty="0">
                <a:solidFill>
                  <a:srgbClr val="93A1A1"/>
                </a:solidFill>
                <a:effectLst/>
                <a:latin typeface="Consolas" panose="020B0609020204030204" pitchFamily="49" charset="0"/>
              </a:rPr>
              <a:t>   /* local variable definition */</a:t>
            </a:r>
            <a:endParaRPr lang="en-US" sz="1000" b="0" dirty="0">
              <a:solidFill>
                <a:srgbClr val="657B83"/>
              </a:solidFill>
              <a:effectLst/>
              <a:latin typeface="Consolas" panose="020B0609020204030204" pitchFamily="49" charset="0"/>
            </a:endParaRPr>
          </a:p>
          <a:p>
            <a:r>
              <a:rPr lang="en-US" sz="1000" b="0" dirty="0">
                <a:solidFill>
                  <a:srgbClr val="657B83"/>
                </a:solidFill>
                <a:effectLst/>
                <a:latin typeface="Consolas" panose="020B0609020204030204" pitchFamily="49" charset="0"/>
              </a:rPr>
              <a:t>   </a:t>
            </a:r>
            <a:r>
              <a:rPr lang="en-US" sz="1000" b="1" dirty="0">
                <a:solidFill>
                  <a:srgbClr val="586E75"/>
                </a:solidFill>
                <a:effectLst/>
                <a:latin typeface="Consolas" panose="020B0609020204030204" pitchFamily="49" charset="0"/>
              </a:rPr>
              <a:t>char</a:t>
            </a:r>
            <a:r>
              <a:rPr lang="en-US" sz="1000" b="0" dirty="0">
                <a:solidFill>
                  <a:srgbClr val="657B83"/>
                </a:solidFill>
                <a:effectLst/>
                <a:latin typeface="Consolas" panose="020B0609020204030204" pitchFamily="49" charset="0"/>
              </a:rPr>
              <a:t> </a:t>
            </a:r>
            <a:r>
              <a:rPr lang="en-US" sz="1000" b="0" dirty="0">
                <a:solidFill>
                  <a:srgbClr val="268BD2"/>
                </a:solidFill>
                <a:effectLst/>
                <a:latin typeface="Consolas" panose="020B0609020204030204" pitchFamily="49" charset="0"/>
              </a:rPr>
              <a:t>grade</a:t>
            </a:r>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r>
              <a:rPr lang="en-US" sz="1000" b="0" dirty="0">
                <a:solidFill>
                  <a:srgbClr val="2AA198"/>
                </a:solidFill>
                <a:effectLst/>
                <a:latin typeface="Consolas" panose="020B0609020204030204" pitchFamily="49" charset="0"/>
              </a:rPr>
              <a:t>'B'</a:t>
            </a:r>
            <a:r>
              <a:rPr lang="en-US" sz="1000" b="0" dirty="0">
                <a:solidFill>
                  <a:srgbClr val="657B83"/>
                </a:solidFill>
                <a:effectLst/>
                <a:latin typeface="Consolas" panose="020B0609020204030204" pitchFamily="49" charset="0"/>
              </a:rPr>
              <a:t>;</a:t>
            </a:r>
          </a:p>
          <a:p>
            <a:br>
              <a:rPr lang="en-US" sz="1000" b="0" dirty="0">
                <a:solidFill>
                  <a:srgbClr val="657B83"/>
                </a:solidFill>
                <a:effectLst/>
                <a:latin typeface="Consolas" panose="020B0609020204030204" pitchFamily="49" charset="0"/>
              </a:rPr>
            </a:br>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switch</a:t>
            </a:r>
            <a:r>
              <a:rPr lang="en-US" sz="1000" b="0" dirty="0">
                <a:solidFill>
                  <a:srgbClr val="657B83"/>
                </a:solidFill>
                <a:effectLst/>
                <a:latin typeface="Consolas" panose="020B0609020204030204" pitchFamily="49" charset="0"/>
              </a:rPr>
              <a:t>(</a:t>
            </a:r>
            <a:r>
              <a:rPr lang="en-US" sz="1000" b="0" dirty="0">
                <a:solidFill>
                  <a:srgbClr val="268BD2"/>
                </a:solidFill>
                <a:effectLst/>
                <a:latin typeface="Consolas" panose="020B0609020204030204" pitchFamily="49" charset="0"/>
              </a:rPr>
              <a:t>grade</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case</a:t>
            </a:r>
            <a:r>
              <a:rPr lang="en-US" sz="1000" b="0" dirty="0">
                <a:solidFill>
                  <a:srgbClr val="657B83"/>
                </a:solidFill>
                <a:effectLst/>
                <a:latin typeface="Consolas" panose="020B0609020204030204" pitchFamily="49" charset="0"/>
              </a:rPr>
              <a:t> </a:t>
            </a:r>
            <a:r>
              <a:rPr lang="en-US" sz="1000" b="0" dirty="0">
                <a:solidFill>
                  <a:srgbClr val="2AA198"/>
                </a:solidFill>
                <a:effectLst/>
                <a:latin typeface="Consolas" panose="020B0609020204030204" pitchFamily="49" charset="0"/>
              </a:rPr>
              <a:t>'A'</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err="1">
                <a:solidFill>
                  <a:srgbClr val="268BD2"/>
                </a:solidFill>
                <a:effectLst/>
                <a:latin typeface="Consolas" panose="020B0609020204030204" pitchFamily="49" charset="0"/>
              </a:rPr>
              <a:t>printf</a:t>
            </a:r>
            <a:r>
              <a:rPr lang="en-US" sz="1000" b="0" dirty="0">
                <a:solidFill>
                  <a:srgbClr val="657B83"/>
                </a:solidFill>
                <a:effectLst/>
                <a:latin typeface="Consolas" panose="020B0609020204030204" pitchFamily="49" charset="0"/>
              </a:rPr>
              <a:t>(</a:t>
            </a:r>
            <a:r>
              <a:rPr lang="en-US" sz="1000" b="0" dirty="0">
                <a:solidFill>
                  <a:srgbClr val="2AA198"/>
                </a:solidFill>
                <a:effectLst/>
                <a:latin typeface="Consolas" panose="020B0609020204030204" pitchFamily="49" charset="0"/>
              </a:rPr>
              <a:t>"Excellent!</a:t>
            </a:r>
            <a:r>
              <a:rPr lang="en-US" sz="1000" b="0" dirty="0">
                <a:solidFill>
                  <a:srgbClr val="CB4B16"/>
                </a:solidFill>
                <a:effectLst/>
                <a:latin typeface="Consolas" panose="020B0609020204030204" pitchFamily="49" charset="0"/>
              </a:rPr>
              <a:t>\n</a:t>
            </a:r>
            <a:r>
              <a:rPr lang="en-US" sz="1000" b="0" dirty="0">
                <a:solidFill>
                  <a:srgbClr val="2AA198"/>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break</a:t>
            </a:r>
            <a:r>
              <a:rPr lang="en-US" sz="1000" b="0" dirty="0">
                <a:solidFill>
                  <a:srgbClr val="657B83"/>
                </a:solidFill>
                <a:effectLst/>
                <a:latin typeface="Consolas" panose="020B0609020204030204" pitchFamily="49" charset="0"/>
              </a:rPr>
              <a:t>;</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case</a:t>
            </a:r>
            <a:r>
              <a:rPr lang="en-US" sz="1000" b="0" dirty="0">
                <a:solidFill>
                  <a:srgbClr val="657B83"/>
                </a:solidFill>
                <a:effectLst/>
                <a:latin typeface="Consolas" panose="020B0609020204030204" pitchFamily="49" charset="0"/>
              </a:rPr>
              <a:t> </a:t>
            </a:r>
            <a:r>
              <a:rPr lang="en-US" sz="1000" b="0" dirty="0">
                <a:solidFill>
                  <a:srgbClr val="2AA198"/>
                </a:solidFill>
                <a:effectLst/>
                <a:latin typeface="Consolas" panose="020B0609020204030204" pitchFamily="49" charset="0"/>
              </a:rPr>
              <a:t>'B'</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case</a:t>
            </a:r>
            <a:r>
              <a:rPr lang="en-US" sz="1000" b="0" dirty="0">
                <a:solidFill>
                  <a:srgbClr val="657B83"/>
                </a:solidFill>
                <a:effectLst/>
                <a:latin typeface="Consolas" panose="020B0609020204030204" pitchFamily="49" charset="0"/>
              </a:rPr>
              <a:t> </a:t>
            </a:r>
            <a:r>
              <a:rPr lang="en-US" sz="1000" b="0" dirty="0">
                <a:solidFill>
                  <a:srgbClr val="2AA198"/>
                </a:solidFill>
                <a:effectLst/>
                <a:latin typeface="Consolas" panose="020B0609020204030204" pitchFamily="49" charset="0"/>
              </a:rPr>
              <a:t>'C'</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err="1">
                <a:solidFill>
                  <a:srgbClr val="268BD2"/>
                </a:solidFill>
                <a:effectLst/>
                <a:latin typeface="Consolas" panose="020B0609020204030204" pitchFamily="49" charset="0"/>
              </a:rPr>
              <a:t>printf</a:t>
            </a:r>
            <a:r>
              <a:rPr lang="en-US" sz="1000" b="0" dirty="0">
                <a:solidFill>
                  <a:srgbClr val="657B83"/>
                </a:solidFill>
                <a:effectLst/>
                <a:latin typeface="Consolas" panose="020B0609020204030204" pitchFamily="49" charset="0"/>
              </a:rPr>
              <a:t>(</a:t>
            </a:r>
            <a:r>
              <a:rPr lang="en-US" sz="1000" b="0" dirty="0">
                <a:solidFill>
                  <a:srgbClr val="2AA198"/>
                </a:solidFill>
                <a:effectLst/>
                <a:latin typeface="Consolas" panose="020B0609020204030204" pitchFamily="49" charset="0"/>
              </a:rPr>
              <a:t>"Well done</a:t>
            </a:r>
            <a:r>
              <a:rPr lang="en-US" sz="1000" b="0" dirty="0">
                <a:solidFill>
                  <a:srgbClr val="CB4B16"/>
                </a:solidFill>
                <a:effectLst/>
                <a:latin typeface="Consolas" panose="020B0609020204030204" pitchFamily="49" charset="0"/>
              </a:rPr>
              <a:t>\n</a:t>
            </a:r>
            <a:r>
              <a:rPr lang="en-US" sz="1000" b="0" dirty="0">
                <a:solidFill>
                  <a:srgbClr val="2AA198"/>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break</a:t>
            </a:r>
            <a:r>
              <a:rPr lang="en-US" sz="1000" b="0" dirty="0">
                <a:solidFill>
                  <a:srgbClr val="657B83"/>
                </a:solidFill>
                <a:effectLst/>
                <a:latin typeface="Consolas" panose="020B0609020204030204" pitchFamily="49" charset="0"/>
              </a:rPr>
              <a:t>;</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case</a:t>
            </a:r>
            <a:r>
              <a:rPr lang="en-US" sz="1000" b="0" dirty="0">
                <a:solidFill>
                  <a:srgbClr val="657B83"/>
                </a:solidFill>
                <a:effectLst/>
                <a:latin typeface="Consolas" panose="020B0609020204030204" pitchFamily="49" charset="0"/>
              </a:rPr>
              <a:t> </a:t>
            </a:r>
            <a:r>
              <a:rPr lang="en-US" sz="1000" b="0" dirty="0">
                <a:solidFill>
                  <a:srgbClr val="2AA198"/>
                </a:solidFill>
                <a:effectLst/>
                <a:latin typeface="Consolas" panose="020B0609020204030204" pitchFamily="49" charset="0"/>
              </a:rPr>
              <a:t>'D'</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err="1">
                <a:solidFill>
                  <a:srgbClr val="268BD2"/>
                </a:solidFill>
                <a:effectLst/>
                <a:latin typeface="Consolas" panose="020B0609020204030204" pitchFamily="49" charset="0"/>
              </a:rPr>
              <a:t>printf</a:t>
            </a:r>
            <a:r>
              <a:rPr lang="en-US" sz="1000" b="0" dirty="0">
                <a:solidFill>
                  <a:srgbClr val="657B83"/>
                </a:solidFill>
                <a:effectLst/>
                <a:latin typeface="Consolas" panose="020B0609020204030204" pitchFamily="49" charset="0"/>
              </a:rPr>
              <a:t>(</a:t>
            </a:r>
            <a:r>
              <a:rPr lang="en-US" sz="1000" b="0" dirty="0">
                <a:solidFill>
                  <a:srgbClr val="2AA198"/>
                </a:solidFill>
                <a:effectLst/>
                <a:latin typeface="Consolas" panose="020B0609020204030204" pitchFamily="49" charset="0"/>
              </a:rPr>
              <a:t>"You passed</a:t>
            </a:r>
            <a:r>
              <a:rPr lang="en-US" sz="1000" b="0" dirty="0">
                <a:solidFill>
                  <a:srgbClr val="CB4B16"/>
                </a:solidFill>
                <a:effectLst/>
                <a:latin typeface="Consolas" panose="020B0609020204030204" pitchFamily="49" charset="0"/>
              </a:rPr>
              <a:t>\n</a:t>
            </a:r>
            <a:r>
              <a:rPr lang="en-US" sz="1000" b="0" dirty="0">
                <a:solidFill>
                  <a:srgbClr val="2AA198"/>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break</a:t>
            </a:r>
            <a:r>
              <a:rPr lang="en-US" sz="1000" b="0" dirty="0">
                <a:solidFill>
                  <a:srgbClr val="657B83"/>
                </a:solidFill>
                <a:effectLst/>
                <a:latin typeface="Consolas" panose="020B0609020204030204" pitchFamily="49" charset="0"/>
              </a:rPr>
              <a:t>;</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case</a:t>
            </a:r>
            <a:r>
              <a:rPr lang="en-US" sz="1000" b="0" dirty="0">
                <a:solidFill>
                  <a:srgbClr val="657B83"/>
                </a:solidFill>
                <a:effectLst/>
                <a:latin typeface="Consolas" panose="020B0609020204030204" pitchFamily="49" charset="0"/>
              </a:rPr>
              <a:t> </a:t>
            </a:r>
            <a:r>
              <a:rPr lang="en-US" sz="1000" b="0" dirty="0">
                <a:solidFill>
                  <a:srgbClr val="2AA198"/>
                </a:solidFill>
                <a:effectLst/>
                <a:latin typeface="Consolas" panose="020B0609020204030204" pitchFamily="49" charset="0"/>
              </a:rPr>
              <a:t>'F'</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err="1">
                <a:solidFill>
                  <a:srgbClr val="268BD2"/>
                </a:solidFill>
                <a:effectLst/>
                <a:latin typeface="Consolas" panose="020B0609020204030204" pitchFamily="49" charset="0"/>
              </a:rPr>
              <a:t>printf</a:t>
            </a:r>
            <a:r>
              <a:rPr lang="en-US" sz="1000" b="0" dirty="0">
                <a:solidFill>
                  <a:srgbClr val="657B83"/>
                </a:solidFill>
                <a:effectLst/>
                <a:latin typeface="Consolas" panose="020B0609020204030204" pitchFamily="49" charset="0"/>
              </a:rPr>
              <a:t>(</a:t>
            </a:r>
            <a:r>
              <a:rPr lang="en-US" sz="1000" b="0" dirty="0">
                <a:solidFill>
                  <a:srgbClr val="2AA198"/>
                </a:solidFill>
                <a:effectLst/>
                <a:latin typeface="Consolas" panose="020B0609020204030204" pitchFamily="49" charset="0"/>
              </a:rPr>
              <a:t>"Better try again</a:t>
            </a:r>
            <a:r>
              <a:rPr lang="en-US" sz="1000" b="0" dirty="0">
                <a:solidFill>
                  <a:srgbClr val="CB4B16"/>
                </a:solidFill>
                <a:effectLst/>
                <a:latin typeface="Consolas" panose="020B0609020204030204" pitchFamily="49" charset="0"/>
              </a:rPr>
              <a:t>\n</a:t>
            </a:r>
            <a:r>
              <a:rPr lang="en-US" sz="1000" b="0" dirty="0">
                <a:solidFill>
                  <a:srgbClr val="2AA198"/>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break</a:t>
            </a:r>
            <a:r>
              <a:rPr lang="en-US" sz="1000" b="0" dirty="0">
                <a:solidFill>
                  <a:srgbClr val="657B83"/>
                </a:solidFill>
                <a:effectLst/>
                <a:latin typeface="Consolas" panose="020B0609020204030204" pitchFamily="49" charset="0"/>
              </a:rPr>
              <a:t>;</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default</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err="1">
                <a:solidFill>
                  <a:srgbClr val="268BD2"/>
                </a:solidFill>
                <a:effectLst/>
                <a:latin typeface="Consolas" panose="020B0609020204030204" pitchFamily="49" charset="0"/>
              </a:rPr>
              <a:t>printf</a:t>
            </a:r>
            <a:r>
              <a:rPr lang="en-US" sz="1000" b="0" dirty="0">
                <a:solidFill>
                  <a:srgbClr val="657B83"/>
                </a:solidFill>
                <a:effectLst/>
                <a:latin typeface="Consolas" panose="020B0609020204030204" pitchFamily="49" charset="0"/>
              </a:rPr>
              <a:t>(</a:t>
            </a:r>
            <a:r>
              <a:rPr lang="en-US" sz="1000" b="0" dirty="0">
                <a:solidFill>
                  <a:srgbClr val="2AA198"/>
                </a:solidFill>
                <a:effectLst/>
                <a:latin typeface="Consolas" panose="020B0609020204030204" pitchFamily="49" charset="0"/>
              </a:rPr>
              <a:t>"Invalid grade</a:t>
            </a:r>
            <a:r>
              <a:rPr lang="en-US" sz="1000" b="0" dirty="0">
                <a:solidFill>
                  <a:srgbClr val="CB4B16"/>
                </a:solidFill>
                <a:effectLst/>
                <a:latin typeface="Consolas" panose="020B0609020204030204" pitchFamily="49" charset="0"/>
              </a:rPr>
              <a:t>\n</a:t>
            </a:r>
            <a:r>
              <a:rPr lang="en-US" sz="1000" b="0" dirty="0">
                <a:solidFill>
                  <a:srgbClr val="2AA198"/>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err="1">
                <a:solidFill>
                  <a:srgbClr val="268BD2"/>
                </a:solidFill>
                <a:effectLst/>
                <a:latin typeface="Consolas" panose="020B0609020204030204" pitchFamily="49" charset="0"/>
              </a:rPr>
              <a:t>printf</a:t>
            </a:r>
            <a:r>
              <a:rPr lang="en-US" sz="1000" b="0" dirty="0">
                <a:solidFill>
                  <a:srgbClr val="657B83"/>
                </a:solidFill>
                <a:effectLst/>
                <a:latin typeface="Consolas" panose="020B0609020204030204" pitchFamily="49" charset="0"/>
              </a:rPr>
              <a:t>(</a:t>
            </a:r>
            <a:r>
              <a:rPr lang="en-US" sz="1000" b="0" dirty="0">
                <a:solidFill>
                  <a:srgbClr val="2AA198"/>
                </a:solidFill>
                <a:effectLst/>
                <a:latin typeface="Consolas" panose="020B0609020204030204" pitchFamily="49" charset="0"/>
              </a:rPr>
              <a:t>"Your grade is  </a:t>
            </a:r>
            <a:r>
              <a:rPr lang="en-US" sz="1000" b="0" dirty="0">
                <a:solidFill>
                  <a:srgbClr val="CB4B16"/>
                </a:solidFill>
                <a:effectLst/>
                <a:latin typeface="Consolas" panose="020B0609020204030204" pitchFamily="49" charset="0"/>
              </a:rPr>
              <a:t>%c\n</a:t>
            </a:r>
            <a:r>
              <a:rPr lang="en-US" sz="1000" b="0" dirty="0">
                <a:solidFill>
                  <a:srgbClr val="2AA198"/>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r>
              <a:rPr lang="en-US" sz="1000" b="0" dirty="0">
                <a:solidFill>
                  <a:srgbClr val="268BD2"/>
                </a:solidFill>
                <a:effectLst/>
                <a:latin typeface="Consolas" panose="020B0609020204030204" pitchFamily="49" charset="0"/>
              </a:rPr>
              <a:t>grade</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return</a:t>
            </a:r>
            <a:r>
              <a:rPr lang="en-US" sz="1000" b="0" dirty="0">
                <a:solidFill>
                  <a:srgbClr val="657B83"/>
                </a:solidFill>
                <a:effectLst/>
                <a:latin typeface="Consolas" panose="020B0609020204030204" pitchFamily="49" charset="0"/>
              </a:rPr>
              <a:t> </a:t>
            </a:r>
            <a:r>
              <a:rPr lang="en-US" sz="1000" b="0" dirty="0">
                <a:solidFill>
                  <a:srgbClr val="D33682"/>
                </a:solidFill>
                <a:effectLst/>
                <a:latin typeface="Consolas" panose="020B0609020204030204" pitchFamily="49" charset="0"/>
              </a:rPr>
              <a:t>0</a:t>
            </a:r>
            <a:r>
              <a:rPr lang="en-US" sz="1000" b="0" dirty="0">
                <a:solidFill>
                  <a:srgbClr val="657B83"/>
                </a:solidFill>
                <a:effectLst/>
                <a:latin typeface="Consolas" panose="020B0609020204030204" pitchFamily="49" charset="0"/>
              </a:rPr>
              <a:t>;</a:t>
            </a:r>
          </a:p>
          <a:p>
            <a:r>
              <a:rPr lang="en-US" sz="1000" b="0" dirty="0">
                <a:solidFill>
                  <a:srgbClr val="657B83"/>
                </a:solidFill>
                <a:effectLst/>
                <a:latin typeface="Consolas" panose="020B0609020204030204" pitchFamily="49" charset="0"/>
              </a:rPr>
              <a:t>}</a:t>
            </a:r>
          </a:p>
        </p:txBody>
      </p:sp>
      <p:sp>
        <p:nvSpPr>
          <p:cNvPr id="10" name="Text Placeholder 9">
            <a:extLst>
              <a:ext uri="{FF2B5EF4-FFF2-40B4-BE49-F238E27FC236}">
                <a16:creationId xmlns:a16="http://schemas.microsoft.com/office/drawing/2014/main" id="{BFCCDBFB-BDC8-723E-FE2B-229A48763DB2}"/>
              </a:ext>
            </a:extLst>
          </p:cNvPr>
          <p:cNvSpPr>
            <a:spLocks noGrp="1"/>
          </p:cNvSpPr>
          <p:nvPr>
            <p:ph type="body" sz="quarter" idx="12"/>
          </p:nvPr>
        </p:nvSpPr>
        <p:spPr/>
        <p:txBody>
          <a:bodyPr/>
          <a:lstStyle/>
          <a:p>
            <a:endParaRPr lang="en-DK"/>
          </a:p>
        </p:txBody>
      </p:sp>
      <p:pic>
        <p:nvPicPr>
          <p:cNvPr id="12" name="Picture 11">
            <a:extLst>
              <a:ext uri="{FF2B5EF4-FFF2-40B4-BE49-F238E27FC236}">
                <a16:creationId xmlns:a16="http://schemas.microsoft.com/office/drawing/2014/main" id="{945659AC-AEF2-C6C8-BF35-52E3F44CF452}"/>
              </a:ext>
            </a:extLst>
          </p:cNvPr>
          <p:cNvPicPr>
            <a:picLocks noChangeAspect="1"/>
          </p:cNvPicPr>
          <p:nvPr/>
        </p:nvPicPr>
        <p:blipFill>
          <a:blip r:embed="rId3"/>
          <a:stretch>
            <a:fillRect/>
          </a:stretch>
        </p:blipFill>
        <p:spPr>
          <a:xfrm>
            <a:off x="587375" y="1403375"/>
            <a:ext cx="5480209" cy="4739455"/>
          </a:xfrm>
          <a:prstGeom prst="rect">
            <a:avLst/>
          </a:prstGeom>
        </p:spPr>
      </p:pic>
    </p:spTree>
    <p:extLst>
      <p:ext uri="{BB962C8B-B14F-4D97-AF65-F5344CB8AC3E}">
        <p14:creationId xmlns:p14="http://schemas.microsoft.com/office/powerpoint/2010/main" val="626741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19124B0F-5E7A-4F6F-B60E-A0AC84BE992B}"/>
              </a:ext>
            </a:extLst>
          </p:cNvPr>
          <p:cNvSpPr>
            <a:spLocks noGrp="1"/>
          </p:cNvSpPr>
          <p:nvPr>
            <p:ph type="title"/>
          </p:nvPr>
        </p:nvSpPr>
        <p:spPr/>
        <p:txBody>
          <a:bodyPr/>
          <a:lstStyle/>
          <a:p>
            <a:r>
              <a:rPr lang="da-DK" dirty="0"/>
              <a:t>Opgave: p04_KS4</a:t>
            </a:r>
            <a:endParaRPr lang="en-US" dirty="0"/>
          </a:p>
        </p:txBody>
      </p:sp>
      <p:sp>
        <p:nvSpPr>
          <p:cNvPr id="3" name="Pladsholder til slidenummer 2">
            <a:extLst>
              <a:ext uri="{FF2B5EF4-FFF2-40B4-BE49-F238E27FC236}">
                <a16:creationId xmlns:a16="http://schemas.microsoft.com/office/drawing/2014/main" id="{16CFB00C-574D-4D8C-AB35-417B8C59A24A}"/>
              </a:ext>
            </a:extLst>
          </p:cNvPr>
          <p:cNvSpPr>
            <a:spLocks noGrp="1"/>
          </p:cNvSpPr>
          <p:nvPr>
            <p:ph type="sldNum" sz="quarter" idx="4"/>
          </p:nvPr>
        </p:nvSpPr>
        <p:spPr/>
        <p:txBody>
          <a:bodyPr/>
          <a:lstStyle/>
          <a:p>
            <a:fld id="{D8D877B3-D348-4611-9BDB-C5374591D951}" type="slidenum">
              <a:rPr lang="en-US" smtClean="0"/>
              <a:pPr/>
              <a:t>25</a:t>
            </a:fld>
            <a:endParaRPr lang="en-US" dirty="0"/>
          </a:p>
        </p:txBody>
      </p:sp>
      <p:pic>
        <p:nvPicPr>
          <p:cNvPr id="12" name="Billede 11">
            <a:extLst>
              <a:ext uri="{FF2B5EF4-FFF2-40B4-BE49-F238E27FC236}">
                <a16:creationId xmlns:a16="http://schemas.microsoft.com/office/drawing/2014/main" id="{CF47F438-BD92-4895-AF21-93F338A672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716" y="1882779"/>
            <a:ext cx="3818659" cy="4831773"/>
          </a:xfrm>
          <a:prstGeom prst="rect">
            <a:avLst/>
          </a:prstGeom>
        </p:spPr>
      </p:pic>
      <p:sp>
        <p:nvSpPr>
          <p:cNvPr id="14" name="Tekstfelt 13">
            <a:extLst>
              <a:ext uri="{FF2B5EF4-FFF2-40B4-BE49-F238E27FC236}">
                <a16:creationId xmlns:a16="http://schemas.microsoft.com/office/drawing/2014/main" id="{92D12A7D-199E-46E7-84F0-7FECA36A1392}"/>
              </a:ext>
            </a:extLst>
          </p:cNvPr>
          <p:cNvSpPr txBox="1"/>
          <p:nvPr/>
        </p:nvSpPr>
        <p:spPr>
          <a:xfrm>
            <a:off x="769712" y="1079300"/>
            <a:ext cx="6094428" cy="923330"/>
          </a:xfrm>
          <a:prstGeom prst="rect">
            <a:avLst/>
          </a:prstGeom>
          <a:noFill/>
        </p:spPr>
        <p:txBody>
          <a:bodyPr wrap="square">
            <a:spAutoFit/>
          </a:bodyPr>
          <a:lstStyle/>
          <a:p>
            <a:pPr marL="0" indent="0">
              <a:buNone/>
            </a:pPr>
            <a:r>
              <a:rPr lang="da-DK" dirty="0"/>
              <a:t>Normalt vil man finde et ”break” per case, men hvis det udelades får vi en funktionalitet som i figuren til venstre:</a:t>
            </a:r>
          </a:p>
        </p:txBody>
      </p:sp>
      <p:sp>
        <p:nvSpPr>
          <p:cNvPr id="2" name="TextBox 1">
            <a:extLst>
              <a:ext uri="{FF2B5EF4-FFF2-40B4-BE49-F238E27FC236}">
                <a16:creationId xmlns:a16="http://schemas.microsoft.com/office/drawing/2014/main" id="{3E0BF364-0B9F-3657-2BCC-FB4688705A94}"/>
              </a:ext>
            </a:extLst>
          </p:cNvPr>
          <p:cNvSpPr txBox="1"/>
          <p:nvPr/>
        </p:nvSpPr>
        <p:spPr>
          <a:xfrm>
            <a:off x="7495673" y="1204185"/>
            <a:ext cx="3635623" cy="4555093"/>
          </a:xfrm>
          <a:prstGeom prst="rect">
            <a:avLst/>
          </a:prstGeom>
          <a:solidFill>
            <a:schemeClr val="bg1">
              <a:lumMod val="95000"/>
            </a:schemeClr>
          </a:solidFill>
        </p:spPr>
        <p:txBody>
          <a:bodyPr wrap="square">
            <a:spAutoFit/>
          </a:bodyPr>
          <a:lstStyle/>
          <a:p>
            <a:r>
              <a:rPr lang="en-US" sz="1000" b="0" dirty="0">
                <a:solidFill>
                  <a:srgbClr val="859900"/>
                </a:solidFill>
                <a:effectLst/>
                <a:latin typeface="Consolas" panose="020B0609020204030204" pitchFamily="49" charset="0"/>
              </a:rPr>
              <a:t>#include</a:t>
            </a:r>
            <a:r>
              <a:rPr lang="en-US" sz="1000" b="0" dirty="0">
                <a:solidFill>
                  <a:srgbClr val="B58900"/>
                </a:solidFill>
                <a:effectLst/>
                <a:latin typeface="Consolas" panose="020B0609020204030204" pitchFamily="49" charset="0"/>
              </a:rPr>
              <a:t> </a:t>
            </a:r>
            <a:r>
              <a:rPr lang="en-US" sz="1000" b="0" dirty="0">
                <a:solidFill>
                  <a:srgbClr val="2AA198"/>
                </a:solidFill>
                <a:effectLst/>
                <a:latin typeface="Consolas" panose="020B0609020204030204" pitchFamily="49" charset="0"/>
              </a:rPr>
              <a:t>&lt;</a:t>
            </a:r>
            <a:r>
              <a:rPr lang="en-US" sz="1000" b="0" dirty="0" err="1">
                <a:solidFill>
                  <a:srgbClr val="2AA198"/>
                </a:solidFill>
                <a:effectLst/>
                <a:latin typeface="Consolas" panose="020B0609020204030204" pitchFamily="49" charset="0"/>
              </a:rPr>
              <a:t>stdio.h</a:t>
            </a:r>
            <a:r>
              <a:rPr lang="en-US" sz="1000" b="0" dirty="0">
                <a:solidFill>
                  <a:srgbClr val="2AA198"/>
                </a:solidFill>
                <a:effectLst/>
                <a:latin typeface="Consolas" panose="020B0609020204030204" pitchFamily="49" charset="0"/>
              </a:rPr>
              <a:t>&gt;</a:t>
            </a:r>
            <a:endParaRPr lang="en-US" sz="1000" b="0" dirty="0">
              <a:solidFill>
                <a:srgbClr val="657B83"/>
              </a:solidFill>
              <a:effectLst/>
              <a:latin typeface="Consolas" panose="020B0609020204030204" pitchFamily="49" charset="0"/>
            </a:endParaRPr>
          </a:p>
          <a:p>
            <a:r>
              <a:rPr lang="en-US" sz="1000" b="0" dirty="0">
                <a:solidFill>
                  <a:srgbClr val="657B83"/>
                </a:solidFill>
                <a:effectLst/>
                <a:latin typeface="Consolas" panose="020B0609020204030204" pitchFamily="49" charset="0"/>
              </a:rPr>
              <a:t> </a:t>
            </a:r>
          </a:p>
          <a:p>
            <a:r>
              <a:rPr lang="en-US" sz="1000" b="1" dirty="0">
                <a:solidFill>
                  <a:srgbClr val="586E75"/>
                </a:solidFill>
                <a:effectLst/>
                <a:latin typeface="Consolas" panose="020B0609020204030204" pitchFamily="49" charset="0"/>
              </a:rPr>
              <a:t>int</a:t>
            </a:r>
            <a:r>
              <a:rPr lang="en-US" sz="1000" b="0" dirty="0">
                <a:solidFill>
                  <a:srgbClr val="657B83"/>
                </a:solidFill>
                <a:effectLst/>
                <a:latin typeface="Consolas" panose="020B0609020204030204" pitchFamily="49" charset="0"/>
              </a:rPr>
              <a:t> </a:t>
            </a:r>
            <a:r>
              <a:rPr lang="en-US" sz="1000" b="0" dirty="0">
                <a:solidFill>
                  <a:srgbClr val="268BD2"/>
                </a:solidFill>
                <a:effectLst/>
                <a:latin typeface="Consolas" panose="020B0609020204030204" pitchFamily="49" charset="0"/>
              </a:rPr>
              <a:t>main</a:t>
            </a:r>
            <a:r>
              <a:rPr lang="en-US" sz="1000" b="0" dirty="0">
                <a:solidFill>
                  <a:srgbClr val="657B83"/>
                </a:solidFill>
                <a:effectLst/>
                <a:latin typeface="Consolas" panose="020B0609020204030204" pitchFamily="49" charset="0"/>
              </a:rPr>
              <a:t> () {</a:t>
            </a:r>
          </a:p>
          <a:p>
            <a:br>
              <a:rPr lang="en-US" sz="1000" b="0" dirty="0">
                <a:solidFill>
                  <a:srgbClr val="657B83"/>
                </a:solidFill>
                <a:effectLst/>
                <a:latin typeface="Consolas" panose="020B0609020204030204" pitchFamily="49" charset="0"/>
              </a:rPr>
            </a:br>
            <a:r>
              <a:rPr lang="en-US" sz="1000" b="0" i="1" dirty="0">
                <a:solidFill>
                  <a:srgbClr val="93A1A1"/>
                </a:solidFill>
                <a:effectLst/>
                <a:latin typeface="Consolas" panose="020B0609020204030204" pitchFamily="49" charset="0"/>
              </a:rPr>
              <a:t>   /* local variable definition */</a:t>
            </a:r>
            <a:endParaRPr lang="en-US" sz="1000" b="0" dirty="0">
              <a:solidFill>
                <a:srgbClr val="657B83"/>
              </a:solidFill>
              <a:effectLst/>
              <a:latin typeface="Consolas" panose="020B0609020204030204" pitchFamily="49" charset="0"/>
            </a:endParaRPr>
          </a:p>
          <a:p>
            <a:r>
              <a:rPr lang="en-US" sz="1000" b="0" dirty="0">
                <a:solidFill>
                  <a:srgbClr val="657B83"/>
                </a:solidFill>
                <a:effectLst/>
                <a:latin typeface="Consolas" panose="020B0609020204030204" pitchFamily="49" charset="0"/>
              </a:rPr>
              <a:t>   </a:t>
            </a:r>
            <a:r>
              <a:rPr lang="en-US" sz="1000" b="1" dirty="0">
                <a:solidFill>
                  <a:srgbClr val="586E75"/>
                </a:solidFill>
                <a:effectLst/>
                <a:latin typeface="Consolas" panose="020B0609020204030204" pitchFamily="49" charset="0"/>
              </a:rPr>
              <a:t>char</a:t>
            </a:r>
            <a:r>
              <a:rPr lang="en-US" sz="1000" b="0" dirty="0">
                <a:solidFill>
                  <a:srgbClr val="657B83"/>
                </a:solidFill>
                <a:effectLst/>
                <a:latin typeface="Consolas" panose="020B0609020204030204" pitchFamily="49" charset="0"/>
              </a:rPr>
              <a:t> </a:t>
            </a:r>
            <a:r>
              <a:rPr lang="en-US" sz="1000" b="0" dirty="0">
                <a:solidFill>
                  <a:srgbClr val="268BD2"/>
                </a:solidFill>
                <a:effectLst/>
                <a:latin typeface="Consolas" panose="020B0609020204030204" pitchFamily="49" charset="0"/>
              </a:rPr>
              <a:t>grade</a:t>
            </a:r>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r>
              <a:rPr lang="en-US" sz="1000" b="0" dirty="0">
                <a:solidFill>
                  <a:srgbClr val="2AA198"/>
                </a:solidFill>
                <a:effectLst/>
                <a:latin typeface="Consolas" panose="020B0609020204030204" pitchFamily="49" charset="0"/>
              </a:rPr>
              <a:t>'B'</a:t>
            </a:r>
            <a:r>
              <a:rPr lang="en-US" sz="1000" b="0" dirty="0">
                <a:solidFill>
                  <a:srgbClr val="657B83"/>
                </a:solidFill>
                <a:effectLst/>
                <a:latin typeface="Consolas" panose="020B0609020204030204" pitchFamily="49" charset="0"/>
              </a:rPr>
              <a:t>;</a:t>
            </a:r>
          </a:p>
          <a:p>
            <a:br>
              <a:rPr lang="en-US" sz="1000" b="0" dirty="0">
                <a:solidFill>
                  <a:srgbClr val="657B83"/>
                </a:solidFill>
                <a:effectLst/>
                <a:latin typeface="Consolas" panose="020B0609020204030204" pitchFamily="49" charset="0"/>
              </a:rPr>
            </a:br>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switch</a:t>
            </a:r>
            <a:r>
              <a:rPr lang="en-US" sz="1000" b="0" dirty="0">
                <a:solidFill>
                  <a:srgbClr val="657B83"/>
                </a:solidFill>
                <a:effectLst/>
                <a:latin typeface="Consolas" panose="020B0609020204030204" pitchFamily="49" charset="0"/>
              </a:rPr>
              <a:t>(</a:t>
            </a:r>
            <a:r>
              <a:rPr lang="en-US" sz="1000" b="0" dirty="0">
                <a:solidFill>
                  <a:srgbClr val="268BD2"/>
                </a:solidFill>
                <a:effectLst/>
                <a:latin typeface="Consolas" panose="020B0609020204030204" pitchFamily="49" charset="0"/>
              </a:rPr>
              <a:t>grade</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case</a:t>
            </a:r>
            <a:r>
              <a:rPr lang="en-US" sz="1000" b="0" dirty="0">
                <a:solidFill>
                  <a:srgbClr val="657B83"/>
                </a:solidFill>
                <a:effectLst/>
                <a:latin typeface="Consolas" panose="020B0609020204030204" pitchFamily="49" charset="0"/>
              </a:rPr>
              <a:t> </a:t>
            </a:r>
            <a:r>
              <a:rPr lang="en-US" sz="1000" b="0" dirty="0">
                <a:solidFill>
                  <a:srgbClr val="2AA198"/>
                </a:solidFill>
                <a:effectLst/>
                <a:latin typeface="Consolas" panose="020B0609020204030204" pitchFamily="49" charset="0"/>
              </a:rPr>
              <a:t>'A'</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err="1">
                <a:solidFill>
                  <a:srgbClr val="268BD2"/>
                </a:solidFill>
                <a:effectLst/>
                <a:latin typeface="Consolas" panose="020B0609020204030204" pitchFamily="49" charset="0"/>
              </a:rPr>
              <a:t>printf</a:t>
            </a:r>
            <a:r>
              <a:rPr lang="en-US" sz="1000" b="0" dirty="0">
                <a:solidFill>
                  <a:srgbClr val="657B83"/>
                </a:solidFill>
                <a:effectLst/>
                <a:latin typeface="Consolas" panose="020B0609020204030204" pitchFamily="49" charset="0"/>
              </a:rPr>
              <a:t>(</a:t>
            </a:r>
            <a:r>
              <a:rPr lang="en-US" sz="1000" b="0" dirty="0">
                <a:solidFill>
                  <a:srgbClr val="2AA198"/>
                </a:solidFill>
                <a:effectLst/>
                <a:latin typeface="Consolas" panose="020B0609020204030204" pitchFamily="49" charset="0"/>
              </a:rPr>
              <a:t>"Excellent!</a:t>
            </a:r>
            <a:r>
              <a:rPr lang="en-US" sz="1000" b="0" dirty="0">
                <a:solidFill>
                  <a:srgbClr val="CB4B16"/>
                </a:solidFill>
                <a:effectLst/>
                <a:latin typeface="Consolas" panose="020B0609020204030204" pitchFamily="49" charset="0"/>
              </a:rPr>
              <a:t>\n</a:t>
            </a:r>
            <a:r>
              <a:rPr lang="en-US" sz="1000" b="0" dirty="0">
                <a:solidFill>
                  <a:srgbClr val="2AA198"/>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break</a:t>
            </a:r>
            <a:r>
              <a:rPr lang="en-US" sz="1000" b="0" dirty="0">
                <a:solidFill>
                  <a:srgbClr val="657B83"/>
                </a:solidFill>
                <a:effectLst/>
                <a:latin typeface="Consolas" panose="020B0609020204030204" pitchFamily="49" charset="0"/>
              </a:rPr>
              <a:t>;</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case</a:t>
            </a:r>
            <a:r>
              <a:rPr lang="en-US" sz="1000" b="0" dirty="0">
                <a:solidFill>
                  <a:srgbClr val="657B83"/>
                </a:solidFill>
                <a:effectLst/>
                <a:latin typeface="Consolas" panose="020B0609020204030204" pitchFamily="49" charset="0"/>
              </a:rPr>
              <a:t> </a:t>
            </a:r>
            <a:r>
              <a:rPr lang="en-US" sz="1000" b="0" dirty="0">
                <a:solidFill>
                  <a:srgbClr val="2AA198"/>
                </a:solidFill>
                <a:effectLst/>
                <a:latin typeface="Consolas" panose="020B0609020204030204" pitchFamily="49" charset="0"/>
              </a:rPr>
              <a:t>'B'</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case</a:t>
            </a:r>
            <a:r>
              <a:rPr lang="en-US" sz="1000" b="0" dirty="0">
                <a:solidFill>
                  <a:srgbClr val="657B83"/>
                </a:solidFill>
                <a:effectLst/>
                <a:latin typeface="Consolas" panose="020B0609020204030204" pitchFamily="49" charset="0"/>
              </a:rPr>
              <a:t> </a:t>
            </a:r>
            <a:r>
              <a:rPr lang="en-US" sz="1000" b="0" dirty="0">
                <a:solidFill>
                  <a:srgbClr val="2AA198"/>
                </a:solidFill>
                <a:effectLst/>
                <a:latin typeface="Consolas" panose="020B0609020204030204" pitchFamily="49" charset="0"/>
              </a:rPr>
              <a:t>'C'</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err="1">
                <a:solidFill>
                  <a:srgbClr val="268BD2"/>
                </a:solidFill>
                <a:effectLst/>
                <a:latin typeface="Consolas" panose="020B0609020204030204" pitchFamily="49" charset="0"/>
              </a:rPr>
              <a:t>printf</a:t>
            </a:r>
            <a:r>
              <a:rPr lang="en-US" sz="1000" b="0" dirty="0">
                <a:solidFill>
                  <a:srgbClr val="657B83"/>
                </a:solidFill>
                <a:effectLst/>
                <a:latin typeface="Consolas" panose="020B0609020204030204" pitchFamily="49" charset="0"/>
              </a:rPr>
              <a:t>(</a:t>
            </a:r>
            <a:r>
              <a:rPr lang="en-US" sz="1000" b="0" dirty="0">
                <a:solidFill>
                  <a:srgbClr val="2AA198"/>
                </a:solidFill>
                <a:effectLst/>
                <a:latin typeface="Consolas" panose="020B0609020204030204" pitchFamily="49" charset="0"/>
              </a:rPr>
              <a:t>"Well done</a:t>
            </a:r>
            <a:r>
              <a:rPr lang="en-US" sz="1000" b="0" dirty="0">
                <a:solidFill>
                  <a:srgbClr val="CB4B16"/>
                </a:solidFill>
                <a:effectLst/>
                <a:latin typeface="Consolas" panose="020B0609020204030204" pitchFamily="49" charset="0"/>
              </a:rPr>
              <a:t>\n</a:t>
            </a:r>
            <a:r>
              <a:rPr lang="en-US" sz="1000" b="0" dirty="0">
                <a:solidFill>
                  <a:srgbClr val="2AA198"/>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break</a:t>
            </a:r>
            <a:r>
              <a:rPr lang="en-US" sz="1000" b="0" dirty="0">
                <a:solidFill>
                  <a:srgbClr val="657B83"/>
                </a:solidFill>
                <a:effectLst/>
                <a:latin typeface="Consolas" panose="020B0609020204030204" pitchFamily="49" charset="0"/>
              </a:rPr>
              <a:t>;</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case</a:t>
            </a:r>
            <a:r>
              <a:rPr lang="en-US" sz="1000" b="0" dirty="0">
                <a:solidFill>
                  <a:srgbClr val="657B83"/>
                </a:solidFill>
                <a:effectLst/>
                <a:latin typeface="Consolas" panose="020B0609020204030204" pitchFamily="49" charset="0"/>
              </a:rPr>
              <a:t> </a:t>
            </a:r>
            <a:r>
              <a:rPr lang="en-US" sz="1000" b="0" dirty="0">
                <a:solidFill>
                  <a:srgbClr val="2AA198"/>
                </a:solidFill>
                <a:effectLst/>
                <a:latin typeface="Consolas" panose="020B0609020204030204" pitchFamily="49" charset="0"/>
              </a:rPr>
              <a:t>'D'</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err="1">
                <a:solidFill>
                  <a:srgbClr val="268BD2"/>
                </a:solidFill>
                <a:effectLst/>
                <a:latin typeface="Consolas" panose="020B0609020204030204" pitchFamily="49" charset="0"/>
              </a:rPr>
              <a:t>printf</a:t>
            </a:r>
            <a:r>
              <a:rPr lang="en-US" sz="1000" b="0" dirty="0">
                <a:solidFill>
                  <a:srgbClr val="657B83"/>
                </a:solidFill>
                <a:effectLst/>
                <a:latin typeface="Consolas" panose="020B0609020204030204" pitchFamily="49" charset="0"/>
              </a:rPr>
              <a:t>(</a:t>
            </a:r>
            <a:r>
              <a:rPr lang="en-US" sz="1000" b="0" dirty="0">
                <a:solidFill>
                  <a:srgbClr val="2AA198"/>
                </a:solidFill>
                <a:effectLst/>
                <a:latin typeface="Consolas" panose="020B0609020204030204" pitchFamily="49" charset="0"/>
              </a:rPr>
              <a:t>"You passed</a:t>
            </a:r>
            <a:r>
              <a:rPr lang="en-US" sz="1000" b="0" dirty="0">
                <a:solidFill>
                  <a:srgbClr val="CB4B16"/>
                </a:solidFill>
                <a:effectLst/>
                <a:latin typeface="Consolas" panose="020B0609020204030204" pitchFamily="49" charset="0"/>
              </a:rPr>
              <a:t>\n</a:t>
            </a:r>
            <a:r>
              <a:rPr lang="en-US" sz="1000" b="0" dirty="0">
                <a:solidFill>
                  <a:srgbClr val="2AA198"/>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break</a:t>
            </a:r>
            <a:r>
              <a:rPr lang="en-US" sz="1000" b="0" dirty="0">
                <a:solidFill>
                  <a:srgbClr val="657B83"/>
                </a:solidFill>
                <a:effectLst/>
                <a:latin typeface="Consolas" panose="020B0609020204030204" pitchFamily="49" charset="0"/>
              </a:rPr>
              <a:t>;</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case</a:t>
            </a:r>
            <a:r>
              <a:rPr lang="en-US" sz="1000" b="0" dirty="0">
                <a:solidFill>
                  <a:srgbClr val="657B83"/>
                </a:solidFill>
                <a:effectLst/>
                <a:latin typeface="Consolas" panose="020B0609020204030204" pitchFamily="49" charset="0"/>
              </a:rPr>
              <a:t> </a:t>
            </a:r>
            <a:r>
              <a:rPr lang="en-US" sz="1000" b="0" dirty="0">
                <a:solidFill>
                  <a:srgbClr val="2AA198"/>
                </a:solidFill>
                <a:effectLst/>
                <a:latin typeface="Consolas" panose="020B0609020204030204" pitchFamily="49" charset="0"/>
              </a:rPr>
              <a:t>'F'</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err="1">
                <a:solidFill>
                  <a:srgbClr val="268BD2"/>
                </a:solidFill>
                <a:effectLst/>
                <a:latin typeface="Consolas" panose="020B0609020204030204" pitchFamily="49" charset="0"/>
              </a:rPr>
              <a:t>printf</a:t>
            </a:r>
            <a:r>
              <a:rPr lang="en-US" sz="1000" b="0" dirty="0">
                <a:solidFill>
                  <a:srgbClr val="657B83"/>
                </a:solidFill>
                <a:effectLst/>
                <a:latin typeface="Consolas" panose="020B0609020204030204" pitchFamily="49" charset="0"/>
              </a:rPr>
              <a:t>(</a:t>
            </a:r>
            <a:r>
              <a:rPr lang="en-US" sz="1000" b="0" dirty="0">
                <a:solidFill>
                  <a:srgbClr val="2AA198"/>
                </a:solidFill>
                <a:effectLst/>
                <a:latin typeface="Consolas" panose="020B0609020204030204" pitchFamily="49" charset="0"/>
              </a:rPr>
              <a:t>"Better try again</a:t>
            </a:r>
            <a:r>
              <a:rPr lang="en-US" sz="1000" b="0" dirty="0">
                <a:solidFill>
                  <a:srgbClr val="CB4B16"/>
                </a:solidFill>
                <a:effectLst/>
                <a:latin typeface="Consolas" panose="020B0609020204030204" pitchFamily="49" charset="0"/>
              </a:rPr>
              <a:t>\n</a:t>
            </a:r>
            <a:r>
              <a:rPr lang="en-US" sz="1000" b="0" dirty="0">
                <a:solidFill>
                  <a:srgbClr val="2AA198"/>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break</a:t>
            </a:r>
            <a:r>
              <a:rPr lang="en-US" sz="1000" b="0" dirty="0">
                <a:solidFill>
                  <a:srgbClr val="657B83"/>
                </a:solidFill>
                <a:effectLst/>
                <a:latin typeface="Consolas" panose="020B0609020204030204" pitchFamily="49" charset="0"/>
              </a:rPr>
              <a:t>;</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default</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err="1">
                <a:solidFill>
                  <a:srgbClr val="268BD2"/>
                </a:solidFill>
                <a:effectLst/>
                <a:latin typeface="Consolas" panose="020B0609020204030204" pitchFamily="49" charset="0"/>
              </a:rPr>
              <a:t>printf</a:t>
            </a:r>
            <a:r>
              <a:rPr lang="en-US" sz="1000" b="0" dirty="0">
                <a:solidFill>
                  <a:srgbClr val="657B83"/>
                </a:solidFill>
                <a:effectLst/>
                <a:latin typeface="Consolas" panose="020B0609020204030204" pitchFamily="49" charset="0"/>
              </a:rPr>
              <a:t>(</a:t>
            </a:r>
            <a:r>
              <a:rPr lang="en-US" sz="1000" b="0" dirty="0">
                <a:solidFill>
                  <a:srgbClr val="2AA198"/>
                </a:solidFill>
                <a:effectLst/>
                <a:latin typeface="Consolas" panose="020B0609020204030204" pitchFamily="49" charset="0"/>
              </a:rPr>
              <a:t>"Invalid grade</a:t>
            </a:r>
            <a:r>
              <a:rPr lang="en-US" sz="1000" b="0" dirty="0">
                <a:solidFill>
                  <a:srgbClr val="CB4B16"/>
                </a:solidFill>
                <a:effectLst/>
                <a:latin typeface="Consolas" panose="020B0609020204030204" pitchFamily="49" charset="0"/>
              </a:rPr>
              <a:t>\n</a:t>
            </a:r>
            <a:r>
              <a:rPr lang="en-US" sz="1000" b="0" dirty="0">
                <a:solidFill>
                  <a:srgbClr val="2AA198"/>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err="1">
                <a:solidFill>
                  <a:srgbClr val="268BD2"/>
                </a:solidFill>
                <a:effectLst/>
                <a:latin typeface="Consolas" panose="020B0609020204030204" pitchFamily="49" charset="0"/>
              </a:rPr>
              <a:t>printf</a:t>
            </a:r>
            <a:r>
              <a:rPr lang="en-US" sz="1000" b="0" dirty="0">
                <a:solidFill>
                  <a:srgbClr val="657B83"/>
                </a:solidFill>
                <a:effectLst/>
                <a:latin typeface="Consolas" panose="020B0609020204030204" pitchFamily="49" charset="0"/>
              </a:rPr>
              <a:t>(</a:t>
            </a:r>
            <a:r>
              <a:rPr lang="en-US" sz="1000" b="0" dirty="0">
                <a:solidFill>
                  <a:srgbClr val="2AA198"/>
                </a:solidFill>
                <a:effectLst/>
                <a:latin typeface="Consolas" panose="020B0609020204030204" pitchFamily="49" charset="0"/>
              </a:rPr>
              <a:t>"Your grade is  </a:t>
            </a:r>
            <a:r>
              <a:rPr lang="en-US" sz="1000" b="0" dirty="0">
                <a:solidFill>
                  <a:srgbClr val="CB4B16"/>
                </a:solidFill>
                <a:effectLst/>
                <a:latin typeface="Consolas" panose="020B0609020204030204" pitchFamily="49" charset="0"/>
              </a:rPr>
              <a:t>%c\n</a:t>
            </a:r>
            <a:r>
              <a:rPr lang="en-US" sz="1000" b="0" dirty="0">
                <a:solidFill>
                  <a:srgbClr val="2AA198"/>
                </a:solidFill>
                <a:effectLst/>
                <a:latin typeface="Consolas" panose="020B0609020204030204" pitchFamily="49" charset="0"/>
              </a:rPr>
              <a:t>"</a:t>
            </a:r>
            <a:r>
              <a:rPr lang="en-US" sz="1000" b="0" dirty="0">
                <a:solidFill>
                  <a:srgbClr val="657B83"/>
                </a:solidFill>
                <a:effectLst/>
                <a:latin typeface="Consolas" panose="020B0609020204030204" pitchFamily="49" charset="0"/>
              </a:rPr>
              <a:t>, </a:t>
            </a:r>
            <a:r>
              <a:rPr lang="en-US" sz="1000" b="0" dirty="0">
                <a:solidFill>
                  <a:srgbClr val="268BD2"/>
                </a:solidFill>
                <a:effectLst/>
                <a:latin typeface="Consolas" panose="020B0609020204030204" pitchFamily="49" charset="0"/>
              </a:rPr>
              <a:t>grade</a:t>
            </a:r>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p>
          <a:p>
            <a:r>
              <a:rPr lang="en-US" sz="1000" b="0" dirty="0">
                <a:solidFill>
                  <a:srgbClr val="657B83"/>
                </a:solidFill>
                <a:effectLst/>
                <a:latin typeface="Consolas" panose="020B0609020204030204" pitchFamily="49" charset="0"/>
              </a:rPr>
              <a:t>   </a:t>
            </a:r>
            <a:r>
              <a:rPr lang="en-US" sz="1000" b="0" dirty="0">
                <a:solidFill>
                  <a:srgbClr val="859900"/>
                </a:solidFill>
                <a:effectLst/>
                <a:latin typeface="Consolas" panose="020B0609020204030204" pitchFamily="49" charset="0"/>
              </a:rPr>
              <a:t>return</a:t>
            </a:r>
            <a:r>
              <a:rPr lang="en-US" sz="1000" b="0" dirty="0">
                <a:solidFill>
                  <a:srgbClr val="657B83"/>
                </a:solidFill>
                <a:effectLst/>
                <a:latin typeface="Consolas" panose="020B0609020204030204" pitchFamily="49" charset="0"/>
              </a:rPr>
              <a:t> </a:t>
            </a:r>
            <a:r>
              <a:rPr lang="en-US" sz="1000" b="0" dirty="0">
                <a:solidFill>
                  <a:srgbClr val="D33682"/>
                </a:solidFill>
                <a:effectLst/>
                <a:latin typeface="Consolas" panose="020B0609020204030204" pitchFamily="49" charset="0"/>
              </a:rPr>
              <a:t>0</a:t>
            </a:r>
            <a:r>
              <a:rPr lang="en-US" sz="1000" b="0" dirty="0">
                <a:solidFill>
                  <a:srgbClr val="657B83"/>
                </a:solidFill>
                <a:effectLst/>
                <a:latin typeface="Consolas" panose="020B0609020204030204" pitchFamily="49" charset="0"/>
              </a:rPr>
              <a:t>;</a:t>
            </a:r>
          </a:p>
          <a:p>
            <a:r>
              <a:rPr lang="en-US" sz="1000" b="0" dirty="0">
                <a:solidFill>
                  <a:srgbClr val="657B83"/>
                </a:solidFill>
                <a:effectLst/>
                <a:latin typeface="Consolas" panose="020B0609020204030204" pitchFamily="49" charset="0"/>
              </a:rPr>
              <a:t>}</a:t>
            </a:r>
          </a:p>
        </p:txBody>
      </p:sp>
    </p:spTree>
    <p:extLst>
      <p:ext uri="{BB962C8B-B14F-4D97-AF65-F5344CB8AC3E}">
        <p14:creationId xmlns:p14="http://schemas.microsoft.com/office/powerpoint/2010/main" val="34490508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BC329003-ED78-4B0A-BBC9-3ED86BD06D52}"/>
              </a:ext>
            </a:extLst>
          </p:cNvPr>
          <p:cNvSpPr>
            <a:spLocks noGrp="1"/>
          </p:cNvSpPr>
          <p:nvPr>
            <p:ph type="sldNum" sz="quarter" idx="10"/>
          </p:nvPr>
        </p:nvSpPr>
        <p:spPr/>
        <p:txBody>
          <a:bodyPr/>
          <a:lstStyle/>
          <a:p>
            <a:fld id="{D8D877B3-D348-4611-9BDB-C5374591D951}" type="slidenum">
              <a:rPr lang="en-US" smtClean="0"/>
              <a:pPr/>
              <a:t>26</a:t>
            </a:fld>
            <a:endParaRPr lang="en-US" dirty="0"/>
          </a:p>
        </p:txBody>
      </p:sp>
      <p:sp>
        <p:nvSpPr>
          <p:cNvPr id="4" name="Titel 3">
            <a:extLst>
              <a:ext uri="{FF2B5EF4-FFF2-40B4-BE49-F238E27FC236}">
                <a16:creationId xmlns:a16="http://schemas.microsoft.com/office/drawing/2014/main" id="{09B6F5DB-6805-41EB-BF97-8AAEEA6095E0}"/>
              </a:ext>
            </a:extLst>
          </p:cNvPr>
          <p:cNvSpPr>
            <a:spLocks noGrp="1"/>
          </p:cNvSpPr>
          <p:nvPr>
            <p:ph type="title"/>
          </p:nvPr>
        </p:nvSpPr>
        <p:spPr/>
        <p:txBody>
          <a:bodyPr/>
          <a:lstStyle/>
          <a:p>
            <a:r>
              <a:rPr lang="da-DK" dirty="0"/>
              <a:t>break</a:t>
            </a:r>
            <a:endParaRPr lang="en-US" dirty="0"/>
          </a:p>
        </p:txBody>
      </p:sp>
      <p:sp>
        <p:nvSpPr>
          <p:cNvPr id="5" name="Pladsholder til tekst 4">
            <a:extLst>
              <a:ext uri="{FF2B5EF4-FFF2-40B4-BE49-F238E27FC236}">
                <a16:creationId xmlns:a16="http://schemas.microsoft.com/office/drawing/2014/main" id="{62D2424B-64A1-4F2D-A410-3DB5183EDF07}"/>
              </a:ext>
            </a:extLst>
          </p:cNvPr>
          <p:cNvSpPr>
            <a:spLocks noGrp="1"/>
          </p:cNvSpPr>
          <p:nvPr>
            <p:ph type="body" sz="quarter" idx="12"/>
          </p:nvPr>
        </p:nvSpPr>
        <p:spPr>
          <a:xfrm>
            <a:off x="587375" y="2143359"/>
            <a:ext cx="5421918" cy="3752115"/>
          </a:xfrm>
        </p:spPr>
        <p:txBody>
          <a:bodyPr>
            <a:normAutofit/>
          </a:bodyPr>
          <a:lstStyle/>
          <a:p>
            <a:pPr marL="0" indent="0">
              <a:buNone/>
            </a:pPr>
            <a:r>
              <a:rPr lang="da-DK" dirty="0"/>
              <a:t>Break i C-programmering har følgende to anvendelser -</a:t>
            </a:r>
          </a:p>
          <a:p>
            <a:r>
              <a:rPr lang="da-DK" dirty="0"/>
              <a:t>Når der opstår en break-erklæring inde i en løkke, afsluttes løkken straks, og programstyringen genoptages ved den næste sætning efter løkken. </a:t>
            </a:r>
          </a:p>
          <a:p>
            <a:r>
              <a:rPr lang="da-DK" dirty="0"/>
              <a:t>En break-erklæring kan bruges til at afslutte en switch-case struktur.</a:t>
            </a:r>
          </a:p>
          <a:p>
            <a:pPr marL="0" indent="0">
              <a:buNone/>
            </a:pPr>
            <a:endParaRPr lang="da-DK" dirty="0"/>
          </a:p>
        </p:txBody>
      </p:sp>
      <p:pic>
        <p:nvPicPr>
          <p:cNvPr id="7" name="Billede 6">
            <a:extLst>
              <a:ext uri="{FF2B5EF4-FFF2-40B4-BE49-F238E27FC236}">
                <a16:creationId xmlns:a16="http://schemas.microsoft.com/office/drawing/2014/main" id="{45DB6988-C1FA-4FDE-9AA0-058CF4767111}"/>
              </a:ext>
            </a:extLst>
          </p:cNvPr>
          <p:cNvPicPr>
            <a:picLocks noChangeAspect="1"/>
          </p:cNvPicPr>
          <p:nvPr/>
        </p:nvPicPr>
        <p:blipFill>
          <a:blip r:embed="rId2"/>
          <a:stretch>
            <a:fillRect/>
          </a:stretch>
        </p:blipFill>
        <p:spPr>
          <a:xfrm>
            <a:off x="6182708" y="75414"/>
            <a:ext cx="5915025" cy="5419725"/>
          </a:xfrm>
          <a:prstGeom prst="rect">
            <a:avLst/>
          </a:prstGeom>
        </p:spPr>
      </p:pic>
      <p:pic>
        <p:nvPicPr>
          <p:cNvPr id="9" name="Billede 8">
            <a:extLst>
              <a:ext uri="{FF2B5EF4-FFF2-40B4-BE49-F238E27FC236}">
                <a16:creationId xmlns:a16="http://schemas.microsoft.com/office/drawing/2014/main" id="{CA066B97-1933-457A-B99B-A204533AAA59}"/>
              </a:ext>
            </a:extLst>
          </p:cNvPr>
          <p:cNvPicPr>
            <a:picLocks noChangeAspect="1"/>
          </p:cNvPicPr>
          <p:nvPr/>
        </p:nvPicPr>
        <p:blipFill>
          <a:blip r:embed="rId3"/>
          <a:stretch>
            <a:fillRect/>
          </a:stretch>
        </p:blipFill>
        <p:spPr>
          <a:xfrm>
            <a:off x="4610100" y="0"/>
            <a:ext cx="1666875" cy="1857375"/>
          </a:xfrm>
          <a:prstGeom prst="rect">
            <a:avLst/>
          </a:prstGeom>
        </p:spPr>
      </p:pic>
      <p:pic>
        <p:nvPicPr>
          <p:cNvPr id="13" name="Billede 12">
            <a:extLst>
              <a:ext uri="{FF2B5EF4-FFF2-40B4-BE49-F238E27FC236}">
                <a16:creationId xmlns:a16="http://schemas.microsoft.com/office/drawing/2014/main" id="{5287C69E-756B-4C3E-B718-05A58F0BF6ED}"/>
              </a:ext>
            </a:extLst>
          </p:cNvPr>
          <p:cNvPicPr>
            <a:picLocks noChangeAspect="1"/>
          </p:cNvPicPr>
          <p:nvPr/>
        </p:nvPicPr>
        <p:blipFill>
          <a:blip r:embed="rId4"/>
          <a:stretch>
            <a:fillRect/>
          </a:stretch>
        </p:blipFill>
        <p:spPr>
          <a:xfrm>
            <a:off x="511873" y="1333500"/>
            <a:ext cx="962025" cy="523875"/>
          </a:xfrm>
          <a:prstGeom prst="rect">
            <a:avLst/>
          </a:prstGeom>
        </p:spPr>
      </p:pic>
    </p:spTree>
    <p:extLst>
      <p:ext uri="{BB962C8B-B14F-4D97-AF65-F5344CB8AC3E}">
        <p14:creationId xmlns:p14="http://schemas.microsoft.com/office/powerpoint/2010/main" val="2205747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ladsholder til billede 6">
            <a:extLst>
              <a:ext uri="{FF2B5EF4-FFF2-40B4-BE49-F238E27FC236}">
                <a16:creationId xmlns:a16="http://schemas.microsoft.com/office/drawing/2014/main" id="{99531FFC-F5E0-4B7B-A2F7-29D6D1D534F0}"/>
              </a:ext>
            </a:extLst>
          </p:cNvPr>
          <p:cNvPicPr>
            <a:picLocks noGrp="1" noChangeAspect="1"/>
          </p:cNvPicPr>
          <p:nvPr>
            <p:ph type="pic" sz="quarter" idx="11"/>
          </p:nvPr>
        </p:nvPicPr>
        <p:blipFill rotWithShape="1">
          <a:blip r:embed="rId2"/>
          <a:srcRect t="1323" b="1323"/>
          <a:stretch/>
        </p:blipFill>
        <p:spPr>
          <a:xfrm>
            <a:off x="7563490" y="131041"/>
            <a:ext cx="4535002" cy="6543136"/>
          </a:xfrm>
        </p:spPr>
      </p:pic>
      <p:sp>
        <p:nvSpPr>
          <p:cNvPr id="4" name="Titel 3">
            <a:extLst>
              <a:ext uri="{FF2B5EF4-FFF2-40B4-BE49-F238E27FC236}">
                <a16:creationId xmlns:a16="http://schemas.microsoft.com/office/drawing/2014/main" id="{74CB061B-51B8-434D-970C-FE4ED7777053}"/>
              </a:ext>
            </a:extLst>
          </p:cNvPr>
          <p:cNvSpPr>
            <a:spLocks noGrp="1"/>
          </p:cNvSpPr>
          <p:nvPr>
            <p:ph type="title"/>
          </p:nvPr>
        </p:nvSpPr>
        <p:spPr/>
        <p:txBody>
          <a:bodyPr/>
          <a:lstStyle/>
          <a:p>
            <a:r>
              <a:rPr lang="en-US" dirty="0"/>
              <a:t>continue</a:t>
            </a:r>
          </a:p>
        </p:txBody>
      </p:sp>
      <p:sp>
        <p:nvSpPr>
          <p:cNvPr id="5" name="Pladsholder til tekst 4">
            <a:extLst>
              <a:ext uri="{FF2B5EF4-FFF2-40B4-BE49-F238E27FC236}">
                <a16:creationId xmlns:a16="http://schemas.microsoft.com/office/drawing/2014/main" id="{7781AAC8-D5DC-4540-9FC3-98B52FB144DB}"/>
              </a:ext>
            </a:extLst>
          </p:cNvPr>
          <p:cNvSpPr>
            <a:spLocks noGrp="1"/>
          </p:cNvSpPr>
          <p:nvPr>
            <p:ph type="body" sz="quarter" idx="12"/>
          </p:nvPr>
        </p:nvSpPr>
        <p:spPr/>
        <p:txBody>
          <a:bodyPr/>
          <a:lstStyle/>
          <a:p>
            <a:pPr marL="0" indent="0">
              <a:buNone/>
            </a:pPr>
            <a:r>
              <a:rPr lang="en-US" i="1" dirty="0"/>
              <a:t>Continue</a:t>
            </a:r>
            <a:r>
              <a:rPr lang="da-DK" dirty="0"/>
              <a:t> i C-programmering fungerer lidt som </a:t>
            </a:r>
            <a:r>
              <a:rPr lang="da-DK" i="1" dirty="0"/>
              <a:t>break</a:t>
            </a:r>
            <a:r>
              <a:rPr lang="da-DK" dirty="0"/>
              <a:t>. I stedet for at tvinge </a:t>
            </a:r>
            <a:r>
              <a:rPr lang="da-DK" dirty="0" err="1"/>
              <a:t>terminering</a:t>
            </a:r>
            <a:r>
              <a:rPr lang="da-DK" dirty="0"/>
              <a:t>, tvinger det den næste iteration af løkken til at finde sted, hvorved man springer over en hvilken som helst kode derimellem.</a:t>
            </a:r>
          </a:p>
          <a:p>
            <a:endParaRPr lang="da-DK" dirty="0"/>
          </a:p>
          <a:p>
            <a:pPr marL="0" indent="0">
              <a:buNone/>
            </a:pPr>
            <a:r>
              <a:rPr lang="da-DK" dirty="0"/>
              <a:t>For for-loop betyder </a:t>
            </a:r>
            <a:r>
              <a:rPr lang="en-US" i="1" dirty="0"/>
              <a:t>continue</a:t>
            </a:r>
            <a:r>
              <a:rPr lang="da-DK" dirty="0"/>
              <a:t>, at de betingede test- og forøgelsesdele af løkken udføres. I </a:t>
            </a:r>
            <a:r>
              <a:rPr lang="da-DK" i="1" dirty="0" err="1"/>
              <a:t>while</a:t>
            </a:r>
            <a:r>
              <a:rPr lang="da-DK" dirty="0"/>
              <a:t> og </a:t>
            </a:r>
            <a:r>
              <a:rPr lang="da-DK" i="1" dirty="0"/>
              <a:t>do .. </a:t>
            </a:r>
            <a:r>
              <a:rPr lang="da-DK" i="1" dirty="0" err="1"/>
              <a:t>while</a:t>
            </a:r>
            <a:r>
              <a:rPr lang="da-DK" i="1" dirty="0"/>
              <a:t> </a:t>
            </a:r>
            <a:r>
              <a:rPr lang="da-DK" dirty="0"/>
              <a:t>vil et </a:t>
            </a:r>
            <a:r>
              <a:rPr lang="en-US" i="1" dirty="0"/>
              <a:t>continue</a:t>
            </a:r>
            <a:r>
              <a:rPr lang="da-DK" dirty="0"/>
              <a:t> udsagn få programkontrollen til at gå til de betingede test.</a:t>
            </a:r>
            <a:endParaRPr lang="en-US" dirty="0"/>
          </a:p>
        </p:txBody>
      </p:sp>
      <p:pic>
        <p:nvPicPr>
          <p:cNvPr id="9" name="Billede 8">
            <a:extLst>
              <a:ext uri="{FF2B5EF4-FFF2-40B4-BE49-F238E27FC236}">
                <a16:creationId xmlns:a16="http://schemas.microsoft.com/office/drawing/2014/main" id="{2BE25DA0-EF94-49A2-A706-86358B30B155}"/>
              </a:ext>
            </a:extLst>
          </p:cNvPr>
          <p:cNvPicPr>
            <a:picLocks noChangeAspect="1"/>
          </p:cNvPicPr>
          <p:nvPr/>
        </p:nvPicPr>
        <p:blipFill>
          <a:blip r:embed="rId3"/>
          <a:stretch>
            <a:fillRect/>
          </a:stretch>
        </p:blipFill>
        <p:spPr>
          <a:xfrm>
            <a:off x="5867817" y="65053"/>
            <a:ext cx="1685925" cy="2466975"/>
          </a:xfrm>
          <a:prstGeom prst="rect">
            <a:avLst/>
          </a:prstGeom>
        </p:spPr>
      </p:pic>
      <p:pic>
        <p:nvPicPr>
          <p:cNvPr id="11" name="Billede 10">
            <a:extLst>
              <a:ext uri="{FF2B5EF4-FFF2-40B4-BE49-F238E27FC236}">
                <a16:creationId xmlns:a16="http://schemas.microsoft.com/office/drawing/2014/main" id="{B4447589-34D3-4509-A073-204DDD193935}"/>
              </a:ext>
            </a:extLst>
          </p:cNvPr>
          <p:cNvPicPr>
            <a:picLocks noChangeAspect="1"/>
          </p:cNvPicPr>
          <p:nvPr/>
        </p:nvPicPr>
        <p:blipFill>
          <a:blip r:embed="rId4"/>
          <a:stretch>
            <a:fillRect/>
          </a:stretch>
        </p:blipFill>
        <p:spPr>
          <a:xfrm>
            <a:off x="466593" y="1298540"/>
            <a:ext cx="1343025" cy="581025"/>
          </a:xfrm>
          <a:prstGeom prst="rect">
            <a:avLst/>
          </a:prstGeom>
        </p:spPr>
      </p:pic>
      <p:sp>
        <p:nvSpPr>
          <p:cNvPr id="3" name="Kombinationstegning: figur 2">
            <a:extLst>
              <a:ext uri="{FF2B5EF4-FFF2-40B4-BE49-F238E27FC236}">
                <a16:creationId xmlns:a16="http://schemas.microsoft.com/office/drawing/2014/main" id="{163D7F74-9A70-49EC-AEE8-9A85FFBF6BA2}"/>
              </a:ext>
            </a:extLst>
          </p:cNvPr>
          <p:cNvSpPr/>
          <p:nvPr/>
        </p:nvSpPr>
        <p:spPr>
          <a:xfrm>
            <a:off x="7117801" y="3929122"/>
            <a:ext cx="2161807" cy="1573181"/>
          </a:xfrm>
          <a:custGeom>
            <a:avLst/>
            <a:gdLst>
              <a:gd name="connsiteX0" fmla="*/ 1635581 w 2303490"/>
              <a:gd name="connsiteY0" fmla="*/ 12242 h 1562747"/>
              <a:gd name="connsiteX1" fmla="*/ 705278 w 2303490"/>
              <a:gd name="connsiteY1" fmla="*/ 12242 h 1562747"/>
              <a:gd name="connsiteX2" fmla="*/ 275908 w 2303490"/>
              <a:gd name="connsiteY2" fmla="*/ 139463 h 1562747"/>
              <a:gd name="connsiteX3" fmla="*/ 53271 w 2303490"/>
              <a:gd name="connsiteY3" fmla="*/ 473418 h 1562747"/>
              <a:gd name="connsiteX4" fmla="*/ 61222 w 2303490"/>
              <a:gd name="connsiteY4" fmla="*/ 998204 h 1562747"/>
              <a:gd name="connsiteX5" fmla="*/ 721181 w 2303490"/>
              <a:gd name="connsiteY5" fmla="*/ 1363964 h 1562747"/>
              <a:gd name="connsiteX6" fmla="*/ 1675337 w 2303490"/>
              <a:gd name="connsiteY6" fmla="*/ 1387818 h 1562747"/>
              <a:gd name="connsiteX7" fmla="*/ 2144464 w 2303490"/>
              <a:gd name="connsiteY7" fmla="*/ 1387818 h 1562747"/>
              <a:gd name="connsiteX8" fmla="*/ 2303490 w 2303490"/>
              <a:gd name="connsiteY8" fmla="*/ 1562747 h 1562747"/>
              <a:gd name="connsiteX9" fmla="*/ 2303490 w 2303490"/>
              <a:gd name="connsiteY9" fmla="*/ 1562747 h 1562747"/>
              <a:gd name="connsiteX0" fmla="*/ 1635581 w 2303490"/>
              <a:gd name="connsiteY0" fmla="*/ 12242 h 1562747"/>
              <a:gd name="connsiteX1" fmla="*/ 705278 w 2303490"/>
              <a:gd name="connsiteY1" fmla="*/ 12242 h 1562747"/>
              <a:gd name="connsiteX2" fmla="*/ 275908 w 2303490"/>
              <a:gd name="connsiteY2" fmla="*/ 139463 h 1562747"/>
              <a:gd name="connsiteX3" fmla="*/ 53271 w 2303490"/>
              <a:gd name="connsiteY3" fmla="*/ 560882 h 1562747"/>
              <a:gd name="connsiteX4" fmla="*/ 61222 w 2303490"/>
              <a:gd name="connsiteY4" fmla="*/ 998204 h 1562747"/>
              <a:gd name="connsiteX5" fmla="*/ 721181 w 2303490"/>
              <a:gd name="connsiteY5" fmla="*/ 1363964 h 1562747"/>
              <a:gd name="connsiteX6" fmla="*/ 1675337 w 2303490"/>
              <a:gd name="connsiteY6" fmla="*/ 1387818 h 1562747"/>
              <a:gd name="connsiteX7" fmla="*/ 2144464 w 2303490"/>
              <a:gd name="connsiteY7" fmla="*/ 1387818 h 1562747"/>
              <a:gd name="connsiteX8" fmla="*/ 2303490 w 2303490"/>
              <a:gd name="connsiteY8" fmla="*/ 1562747 h 1562747"/>
              <a:gd name="connsiteX9" fmla="*/ 2303490 w 2303490"/>
              <a:gd name="connsiteY9" fmla="*/ 1562747 h 1562747"/>
              <a:gd name="connsiteX0" fmla="*/ 1591692 w 2259601"/>
              <a:gd name="connsiteY0" fmla="*/ 12242 h 1562747"/>
              <a:gd name="connsiteX1" fmla="*/ 661389 w 2259601"/>
              <a:gd name="connsiteY1" fmla="*/ 12242 h 1562747"/>
              <a:gd name="connsiteX2" fmla="*/ 232019 w 2259601"/>
              <a:gd name="connsiteY2" fmla="*/ 139463 h 1562747"/>
              <a:gd name="connsiteX3" fmla="*/ 17333 w 2259601"/>
              <a:gd name="connsiteY3" fmla="*/ 998204 h 1562747"/>
              <a:gd name="connsiteX4" fmla="*/ 677292 w 2259601"/>
              <a:gd name="connsiteY4" fmla="*/ 1363964 h 1562747"/>
              <a:gd name="connsiteX5" fmla="*/ 1631448 w 2259601"/>
              <a:gd name="connsiteY5" fmla="*/ 1387818 h 1562747"/>
              <a:gd name="connsiteX6" fmla="*/ 2100575 w 2259601"/>
              <a:gd name="connsiteY6" fmla="*/ 1387818 h 1562747"/>
              <a:gd name="connsiteX7" fmla="*/ 2259601 w 2259601"/>
              <a:gd name="connsiteY7" fmla="*/ 1562747 h 1562747"/>
              <a:gd name="connsiteX8" fmla="*/ 2259601 w 2259601"/>
              <a:gd name="connsiteY8" fmla="*/ 1562747 h 1562747"/>
              <a:gd name="connsiteX0" fmla="*/ 1429084 w 2096993"/>
              <a:gd name="connsiteY0" fmla="*/ 12242 h 1562747"/>
              <a:gd name="connsiteX1" fmla="*/ 498781 w 2096993"/>
              <a:gd name="connsiteY1" fmla="*/ 12242 h 1562747"/>
              <a:gd name="connsiteX2" fmla="*/ 69411 w 2096993"/>
              <a:gd name="connsiteY2" fmla="*/ 139463 h 1562747"/>
              <a:gd name="connsiteX3" fmla="*/ 45556 w 2096993"/>
              <a:gd name="connsiteY3" fmla="*/ 966399 h 1562747"/>
              <a:gd name="connsiteX4" fmla="*/ 514684 w 2096993"/>
              <a:gd name="connsiteY4" fmla="*/ 1363964 h 1562747"/>
              <a:gd name="connsiteX5" fmla="*/ 1468840 w 2096993"/>
              <a:gd name="connsiteY5" fmla="*/ 1387818 h 1562747"/>
              <a:gd name="connsiteX6" fmla="*/ 1937967 w 2096993"/>
              <a:gd name="connsiteY6" fmla="*/ 1387818 h 1562747"/>
              <a:gd name="connsiteX7" fmla="*/ 2096993 w 2096993"/>
              <a:gd name="connsiteY7" fmla="*/ 1562747 h 1562747"/>
              <a:gd name="connsiteX8" fmla="*/ 2096993 w 2096993"/>
              <a:gd name="connsiteY8" fmla="*/ 1562747 h 1562747"/>
              <a:gd name="connsiteX0" fmla="*/ 1455587 w 2123496"/>
              <a:gd name="connsiteY0" fmla="*/ 25512 h 1576017"/>
              <a:gd name="connsiteX1" fmla="*/ 525284 w 2123496"/>
              <a:gd name="connsiteY1" fmla="*/ 25512 h 1576017"/>
              <a:gd name="connsiteX2" fmla="*/ 48206 w 2123496"/>
              <a:gd name="connsiteY2" fmla="*/ 335613 h 1576017"/>
              <a:gd name="connsiteX3" fmla="*/ 72059 w 2123496"/>
              <a:gd name="connsiteY3" fmla="*/ 979669 h 1576017"/>
              <a:gd name="connsiteX4" fmla="*/ 541187 w 2123496"/>
              <a:gd name="connsiteY4" fmla="*/ 1377234 h 1576017"/>
              <a:gd name="connsiteX5" fmla="*/ 1495343 w 2123496"/>
              <a:gd name="connsiteY5" fmla="*/ 1401088 h 1576017"/>
              <a:gd name="connsiteX6" fmla="*/ 1964470 w 2123496"/>
              <a:gd name="connsiteY6" fmla="*/ 1401088 h 1576017"/>
              <a:gd name="connsiteX7" fmla="*/ 2123496 w 2123496"/>
              <a:gd name="connsiteY7" fmla="*/ 1576017 h 1576017"/>
              <a:gd name="connsiteX8" fmla="*/ 2123496 w 2123496"/>
              <a:gd name="connsiteY8" fmla="*/ 1576017 h 1576017"/>
              <a:gd name="connsiteX0" fmla="*/ 1486236 w 2154145"/>
              <a:gd name="connsiteY0" fmla="*/ 25512 h 1576017"/>
              <a:gd name="connsiteX1" fmla="*/ 555933 w 2154145"/>
              <a:gd name="connsiteY1" fmla="*/ 25512 h 1576017"/>
              <a:gd name="connsiteX2" fmla="*/ 78855 w 2154145"/>
              <a:gd name="connsiteY2" fmla="*/ 335613 h 1576017"/>
              <a:gd name="connsiteX3" fmla="*/ 102708 w 2154145"/>
              <a:gd name="connsiteY3" fmla="*/ 979669 h 1576017"/>
              <a:gd name="connsiteX4" fmla="*/ 571836 w 2154145"/>
              <a:gd name="connsiteY4" fmla="*/ 1377234 h 1576017"/>
              <a:gd name="connsiteX5" fmla="*/ 1525992 w 2154145"/>
              <a:gd name="connsiteY5" fmla="*/ 1401088 h 1576017"/>
              <a:gd name="connsiteX6" fmla="*/ 1995119 w 2154145"/>
              <a:gd name="connsiteY6" fmla="*/ 1401088 h 1576017"/>
              <a:gd name="connsiteX7" fmla="*/ 2154145 w 2154145"/>
              <a:gd name="connsiteY7" fmla="*/ 1576017 h 1576017"/>
              <a:gd name="connsiteX8" fmla="*/ 2154145 w 2154145"/>
              <a:gd name="connsiteY8" fmla="*/ 1576017 h 1576017"/>
              <a:gd name="connsiteX0" fmla="*/ 1468015 w 2135924"/>
              <a:gd name="connsiteY0" fmla="*/ 25512 h 1576017"/>
              <a:gd name="connsiteX1" fmla="*/ 537712 w 2135924"/>
              <a:gd name="connsiteY1" fmla="*/ 25512 h 1576017"/>
              <a:gd name="connsiteX2" fmla="*/ 60634 w 2135924"/>
              <a:gd name="connsiteY2" fmla="*/ 335613 h 1576017"/>
              <a:gd name="connsiteX3" fmla="*/ 60633 w 2135924"/>
              <a:gd name="connsiteY3" fmla="*/ 1130744 h 1576017"/>
              <a:gd name="connsiteX4" fmla="*/ 553615 w 2135924"/>
              <a:gd name="connsiteY4" fmla="*/ 1377234 h 1576017"/>
              <a:gd name="connsiteX5" fmla="*/ 1507771 w 2135924"/>
              <a:gd name="connsiteY5" fmla="*/ 1401088 h 1576017"/>
              <a:gd name="connsiteX6" fmla="*/ 1976898 w 2135924"/>
              <a:gd name="connsiteY6" fmla="*/ 1401088 h 1576017"/>
              <a:gd name="connsiteX7" fmla="*/ 2135924 w 2135924"/>
              <a:gd name="connsiteY7" fmla="*/ 1576017 h 1576017"/>
              <a:gd name="connsiteX8" fmla="*/ 2135924 w 2135924"/>
              <a:gd name="connsiteY8" fmla="*/ 1576017 h 1576017"/>
              <a:gd name="connsiteX0" fmla="*/ 1468015 w 2151396"/>
              <a:gd name="connsiteY0" fmla="*/ 25512 h 1576017"/>
              <a:gd name="connsiteX1" fmla="*/ 537712 w 2151396"/>
              <a:gd name="connsiteY1" fmla="*/ 25512 h 1576017"/>
              <a:gd name="connsiteX2" fmla="*/ 60634 w 2151396"/>
              <a:gd name="connsiteY2" fmla="*/ 335613 h 1576017"/>
              <a:gd name="connsiteX3" fmla="*/ 60633 w 2151396"/>
              <a:gd name="connsiteY3" fmla="*/ 1130744 h 1576017"/>
              <a:gd name="connsiteX4" fmla="*/ 553615 w 2151396"/>
              <a:gd name="connsiteY4" fmla="*/ 1377234 h 1576017"/>
              <a:gd name="connsiteX5" fmla="*/ 1507771 w 2151396"/>
              <a:gd name="connsiteY5" fmla="*/ 1401088 h 1576017"/>
              <a:gd name="connsiteX6" fmla="*/ 1976898 w 2151396"/>
              <a:gd name="connsiteY6" fmla="*/ 1401088 h 1576017"/>
              <a:gd name="connsiteX7" fmla="*/ 2135924 w 2151396"/>
              <a:gd name="connsiteY7" fmla="*/ 1576017 h 1576017"/>
              <a:gd name="connsiteX8" fmla="*/ 2135924 w 2151396"/>
              <a:gd name="connsiteY8" fmla="*/ 1576017 h 1576017"/>
              <a:gd name="connsiteX0" fmla="*/ 1468015 w 2151396"/>
              <a:gd name="connsiteY0" fmla="*/ 25512 h 1576017"/>
              <a:gd name="connsiteX1" fmla="*/ 537712 w 2151396"/>
              <a:gd name="connsiteY1" fmla="*/ 25512 h 1576017"/>
              <a:gd name="connsiteX2" fmla="*/ 60634 w 2151396"/>
              <a:gd name="connsiteY2" fmla="*/ 335613 h 1576017"/>
              <a:gd name="connsiteX3" fmla="*/ 60633 w 2151396"/>
              <a:gd name="connsiteY3" fmla="*/ 1130744 h 1576017"/>
              <a:gd name="connsiteX4" fmla="*/ 553615 w 2151396"/>
              <a:gd name="connsiteY4" fmla="*/ 1377234 h 1576017"/>
              <a:gd name="connsiteX5" fmla="*/ 1976898 w 2151396"/>
              <a:gd name="connsiteY5" fmla="*/ 1401088 h 1576017"/>
              <a:gd name="connsiteX6" fmla="*/ 2135924 w 2151396"/>
              <a:gd name="connsiteY6" fmla="*/ 1576017 h 1576017"/>
              <a:gd name="connsiteX7" fmla="*/ 2135924 w 2151396"/>
              <a:gd name="connsiteY7" fmla="*/ 1576017 h 1576017"/>
              <a:gd name="connsiteX0" fmla="*/ 1468015 w 2253750"/>
              <a:gd name="connsiteY0" fmla="*/ 25512 h 1576017"/>
              <a:gd name="connsiteX1" fmla="*/ 537712 w 2253750"/>
              <a:gd name="connsiteY1" fmla="*/ 25512 h 1576017"/>
              <a:gd name="connsiteX2" fmla="*/ 60634 w 2253750"/>
              <a:gd name="connsiteY2" fmla="*/ 335613 h 1576017"/>
              <a:gd name="connsiteX3" fmla="*/ 60633 w 2253750"/>
              <a:gd name="connsiteY3" fmla="*/ 1130744 h 1576017"/>
              <a:gd name="connsiteX4" fmla="*/ 553615 w 2253750"/>
              <a:gd name="connsiteY4" fmla="*/ 1377234 h 1576017"/>
              <a:gd name="connsiteX5" fmla="*/ 1976898 w 2253750"/>
              <a:gd name="connsiteY5" fmla="*/ 1401088 h 1576017"/>
              <a:gd name="connsiteX6" fmla="*/ 2135924 w 2253750"/>
              <a:gd name="connsiteY6" fmla="*/ 1576017 h 1576017"/>
              <a:gd name="connsiteX7" fmla="*/ 2135924 w 2253750"/>
              <a:gd name="connsiteY7" fmla="*/ 1576017 h 1576017"/>
              <a:gd name="connsiteX0" fmla="*/ 1468015 w 2136361"/>
              <a:gd name="connsiteY0" fmla="*/ 25512 h 1576017"/>
              <a:gd name="connsiteX1" fmla="*/ 537712 w 2136361"/>
              <a:gd name="connsiteY1" fmla="*/ 25512 h 1576017"/>
              <a:gd name="connsiteX2" fmla="*/ 60634 w 2136361"/>
              <a:gd name="connsiteY2" fmla="*/ 335613 h 1576017"/>
              <a:gd name="connsiteX3" fmla="*/ 60633 w 2136361"/>
              <a:gd name="connsiteY3" fmla="*/ 1130744 h 1576017"/>
              <a:gd name="connsiteX4" fmla="*/ 553615 w 2136361"/>
              <a:gd name="connsiteY4" fmla="*/ 1377234 h 1576017"/>
              <a:gd name="connsiteX5" fmla="*/ 1658846 w 2136361"/>
              <a:gd name="connsiteY5" fmla="*/ 1353380 h 1576017"/>
              <a:gd name="connsiteX6" fmla="*/ 2135924 w 2136361"/>
              <a:gd name="connsiteY6" fmla="*/ 1576017 h 1576017"/>
              <a:gd name="connsiteX7" fmla="*/ 2135924 w 2136361"/>
              <a:gd name="connsiteY7" fmla="*/ 1576017 h 1576017"/>
              <a:gd name="connsiteX0" fmla="*/ 1468015 w 2136361"/>
              <a:gd name="connsiteY0" fmla="*/ 25512 h 1576017"/>
              <a:gd name="connsiteX1" fmla="*/ 537712 w 2136361"/>
              <a:gd name="connsiteY1" fmla="*/ 25512 h 1576017"/>
              <a:gd name="connsiteX2" fmla="*/ 60634 w 2136361"/>
              <a:gd name="connsiteY2" fmla="*/ 335613 h 1576017"/>
              <a:gd name="connsiteX3" fmla="*/ 60633 w 2136361"/>
              <a:gd name="connsiteY3" fmla="*/ 1130744 h 1576017"/>
              <a:gd name="connsiteX4" fmla="*/ 553615 w 2136361"/>
              <a:gd name="connsiteY4" fmla="*/ 1377234 h 1576017"/>
              <a:gd name="connsiteX5" fmla="*/ 1658846 w 2136361"/>
              <a:gd name="connsiteY5" fmla="*/ 1353380 h 1576017"/>
              <a:gd name="connsiteX6" fmla="*/ 2135924 w 2136361"/>
              <a:gd name="connsiteY6" fmla="*/ 1576017 h 1576017"/>
              <a:gd name="connsiteX7" fmla="*/ 2135924 w 2136361"/>
              <a:gd name="connsiteY7" fmla="*/ 1576017 h 1576017"/>
              <a:gd name="connsiteX0" fmla="*/ 1493461 w 2161807"/>
              <a:gd name="connsiteY0" fmla="*/ 25512 h 1576017"/>
              <a:gd name="connsiteX1" fmla="*/ 563158 w 2161807"/>
              <a:gd name="connsiteY1" fmla="*/ 25512 h 1576017"/>
              <a:gd name="connsiteX2" fmla="*/ 86080 w 2161807"/>
              <a:gd name="connsiteY2" fmla="*/ 335613 h 1576017"/>
              <a:gd name="connsiteX3" fmla="*/ 46323 w 2161807"/>
              <a:gd name="connsiteY3" fmla="*/ 995572 h 1576017"/>
              <a:gd name="connsiteX4" fmla="*/ 579061 w 2161807"/>
              <a:gd name="connsiteY4" fmla="*/ 1377234 h 1576017"/>
              <a:gd name="connsiteX5" fmla="*/ 1684292 w 2161807"/>
              <a:gd name="connsiteY5" fmla="*/ 1353380 h 1576017"/>
              <a:gd name="connsiteX6" fmla="*/ 2161370 w 2161807"/>
              <a:gd name="connsiteY6" fmla="*/ 1576017 h 1576017"/>
              <a:gd name="connsiteX7" fmla="*/ 2161370 w 2161807"/>
              <a:gd name="connsiteY7" fmla="*/ 1576017 h 1576017"/>
              <a:gd name="connsiteX0" fmla="*/ 1517315 w 2161807"/>
              <a:gd name="connsiteY0" fmla="*/ 30627 h 1573181"/>
              <a:gd name="connsiteX1" fmla="*/ 563158 w 2161807"/>
              <a:gd name="connsiteY1" fmla="*/ 22676 h 1573181"/>
              <a:gd name="connsiteX2" fmla="*/ 86080 w 2161807"/>
              <a:gd name="connsiteY2" fmla="*/ 332777 h 1573181"/>
              <a:gd name="connsiteX3" fmla="*/ 46323 w 2161807"/>
              <a:gd name="connsiteY3" fmla="*/ 992736 h 1573181"/>
              <a:gd name="connsiteX4" fmla="*/ 579061 w 2161807"/>
              <a:gd name="connsiteY4" fmla="*/ 1374398 h 1573181"/>
              <a:gd name="connsiteX5" fmla="*/ 1684292 w 2161807"/>
              <a:gd name="connsiteY5" fmla="*/ 1350544 h 1573181"/>
              <a:gd name="connsiteX6" fmla="*/ 2161370 w 2161807"/>
              <a:gd name="connsiteY6" fmla="*/ 1573181 h 1573181"/>
              <a:gd name="connsiteX7" fmla="*/ 2161370 w 2161807"/>
              <a:gd name="connsiteY7" fmla="*/ 1573181 h 1573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1807" h="1573181">
                <a:moveTo>
                  <a:pt x="1517315" y="30627"/>
                </a:moveTo>
                <a:cubicBezTo>
                  <a:pt x="1165469" y="20025"/>
                  <a:pt x="801697" y="-27682"/>
                  <a:pt x="563158" y="22676"/>
                </a:cubicBezTo>
                <a:cubicBezTo>
                  <a:pt x="324619" y="73034"/>
                  <a:pt x="172219" y="171100"/>
                  <a:pt x="86080" y="332777"/>
                </a:cubicBezTo>
                <a:cubicBezTo>
                  <a:pt x="-59" y="494454"/>
                  <a:pt x="-35840" y="819133"/>
                  <a:pt x="46323" y="992736"/>
                </a:cubicBezTo>
                <a:cubicBezTo>
                  <a:pt x="128486" y="1166339"/>
                  <a:pt x="306066" y="1314763"/>
                  <a:pt x="579061" y="1374398"/>
                </a:cubicBezTo>
                <a:cubicBezTo>
                  <a:pt x="852056" y="1434033"/>
                  <a:pt x="1174083" y="1285609"/>
                  <a:pt x="1684292" y="1350544"/>
                </a:cubicBezTo>
                <a:cubicBezTo>
                  <a:pt x="2194501" y="1415479"/>
                  <a:pt x="2161370" y="1573181"/>
                  <a:pt x="2161370" y="1573181"/>
                </a:cubicBezTo>
                <a:lnTo>
                  <a:pt x="2161370" y="1573181"/>
                </a:lnTo>
              </a:path>
            </a:pathLst>
          </a:custGeom>
          <a:noFill/>
          <a:ln w="381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23578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5EFED68D-AA00-45D8-A134-EC1DD06BAD0B}"/>
              </a:ext>
            </a:extLst>
          </p:cNvPr>
          <p:cNvSpPr>
            <a:spLocks noGrp="1"/>
          </p:cNvSpPr>
          <p:nvPr>
            <p:ph type="title"/>
          </p:nvPr>
        </p:nvSpPr>
        <p:spPr/>
        <p:txBody>
          <a:bodyPr/>
          <a:lstStyle/>
          <a:p>
            <a:r>
              <a:rPr lang="da-DK" dirty="0" err="1"/>
              <a:t>goto</a:t>
            </a:r>
            <a:endParaRPr lang="en-US" dirty="0"/>
          </a:p>
        </p:txBody>
      </p:sp>
      <p:sp>
        <p:nvSpPr>
          <p:cNvPr id="5" name="Pladsholder til tekst 4">
            <a:extLst>
              <a:ext uri="{FF2B5EF4-FFF2-40B4-BE49-F238E27FC236}">
                <a16:creationId xmlns:a16="http://schemas.microsoft.com/office/drawing/2014/main" id="{4784E627-3E31-4B3E-B06F-F878F326BB64}"/>
              </a:ext>
            </a:extLst>
          </p:cNvPr>
          <p:cNvSpPr>
            <a:spLocks noGrp="1"/>
          </p:cNvSpPr>
          <p:nvPr>
            <p:ph type="body" sz="quarter" idx="12"/>
          </p:nvPr>
        </p:nvSpPr>
        <p:spPr>
          <a:xfrm>
            <a:off x="587374" y="2635287"/>
            <a:ext cx="4182587" cy="3752115"/>
          </a:xfrm>
        </p:spPr>
        <p:txBody>
          <a:bodyPr>
            <a:normAutofit lnSpcReduction="10000"/>
          </a:bodyPr>
          <a:lstStyle/>
          <a:p>
            <a:pPr marL="0" indent="0">
              <a:buNone/>
            </a:pPr>
            <a:r>
              <a:rPr lang="da-DK" dirty="0"/>
              <a:t>Et </a:t>
            </a:r>
            <a:r>
              <a:rPr lang="da-DK" dirty="0" err="1"/>
              <a:t>goto</a:t>
            </a:r>
            <a:r>
              <a:rPr lang="da-DK" dirty="0"/>
              <a:t> statement i C-programmering giver et ubetinget spring fra '</a:t>
            </a:r>
            <a:r>
              <a:rPr lang="da-DK" dirty="0" err="1"/>
              <a:t>goto</a:t>
            </a:r>
            <a:r>
              <a:rPr lang="da-DK" dirty="0"/>
              <a:t>' til et ”</a:t>
            </a:r>
            <a:r>
              <a:rPr lang="da-DK" dirty="0" err="1"/>
              <a:t>labeled</a:t>
            </a:r>
            <a:r>
              <a:rPr lang="da-DK" dirty="0"/>
              <a:t>” statement i den samme funktion.</a:t>
            </a:r>
          </a:p>
          <a:p>
            <a:pPr marL="0" indent="0">
              <a:buNone/>
            </a:pPr>
            <a:endParaRPr lang="da-DK" dirty="0"/>
          </a:p>
          <a:p>
            <a:pPr marL="0" indent="0">
              <a:buNone/>
            </a:pPr>
            <a:r>
              <a:rPr lang="da-DK" dirty="0"/>
              <a:t>BEMÆRK - Brug af </a:t>
            </a:r>
            <a:r>
              <a:rPr lang="da-DK" dirty="0" err="1"/>
              <a:t>goto</a:t>
            </a:r>
            <a:r>
              <a:rPr lang="da-DK" dirty="0"/>
              <a:t>-sætning </a:t>
            </a:r>
            <a:r>
              <a:rPr lang="da-DK" sz="2800" b="1" u="sng" dirty="0"/>
              <a:t>frarådes</a:t>
            </a:r>
            <a:r>
              <a:rPr lang="da-DK" sz="2800" u="sng" dirty="0"/>
              <a:t> </a:t>
            </a:r>
            <a:r>
              <a:rPr lang="da-DK" sz="2800" b="1" u="sng" dirty="0"/>
              <a:t>stærkt</a:t>
            </a:r>
            <a:r>
              <a:rPr lang="da-DK" sz="2800" u="sng" dirty="0"/>
              <a:t> </a:t>
            </a:r>
            <a:r>
              <a:rPr lang="da-DK" dirty="0"/>
              <a:t>i ethvert programmeringssprog, fordi det gør det vanskeligt at spore kontrolstrømmen for et program, hvilket gør programmet svært at forstå og svært at ændre. </a:t>
            </a:r>
          </a:p>
          <a:p>
            <a:pPr marL="0" indent="0">
              <a:buNone/>
            </a:pPr>
            <a:r>
              <a:rPr lang="da-DK" dirty="0"/>
              <a:t>Ethvert program, der bruger en </a:t>
            </a:r>
            <a:r>
              <a:rPr lang="da-DK" dirty="0" err="1"/>
              <a:t>goto</a:t>
            </a:r>
            <a:r>
              <a:rPr lang="da-DK" dirty="0"/>
              <a:t>, kan skrives om for at undgå dem.</a:t>
            </a:r>
            <a:endParaRPr lang="en-US" dirty="0"/>
          </a:p>
        </p:txBody>
      </p:sp>
      <p:pic>
        <p:nvPicPr>
          <p:cNvPr id="7" name="Billede 6">
            <a:extLst>
              <a:ext uri="{FF2B5EF4-FFF2-40B4-BE49-F238E27FC236}">
                <a16:creationId xmlns:a16="http://schemas.microsoft.com/office/drawing/2014/main" id="{C8DD2E68-B893-462F-AE60-1FCCEC6C37DC}"/>
              </a:ext>
            </a:extLst>
          </p:cNvPr>
          <p:cNvPicPr>
            <a:picLocks noChangeAspect="1"/>
          </p:cNvPicPr>
          <p:nvPr/>
        </p:nvPicPr>
        <p:blipFill>
          <a:blip r:embed="rId2"/>
          <a:stretch>
            <a:fillRect/>
          </a:stretch>
        </p:blipFill>
        <p:spPr>
          <a:xfrm>
            <a:off x="8240106" y="65988"/>
            <a:ext cx="3857625" cy="5895975"/>
          </a:xfrm>
          <a:prstGeom prst="rect">
            <a:avLst/>
          </a:prstGeom>
        </p:spPr>
      </p:pic>
      <p:pic>
        <p:nvPicPr>
          <p:cNvPr id="9" name="Billede 8">
            <a:extLst>
              <a:ext uri="{FF2B5EF4-FFF2-40B4-BE49-F238E27FC236}">
                <a16:creationId xmlns:a16="http://schemas.microsoft.com/office/drawing/2014/main" id="{1D67CAEA-CA82-4740-89DE-D0DA30016700}"/>
              </a:ext>
            </a:extLst>
          </p:cNvPr>
          <p:cNvPicPr>
            <a:picLocks noChangeAspect="1"/>
          </p:cNvPicPr>
          <p:nvPr/>
        </p:nvPicPr>
        <p:blipFill>
          <a:blip r:embed="rId3"/>
          <a:stretch>
            <a:fillRect/>
          </a:stretch>
        </p:blipFill>
        <p:spPr>
          <a:xfrm>
            <a:off x="6516081" y="65988"/>
            <a:ext cx="1724025" cy="2505075"/>
          </a:xfrm>
          <a:prstGeom prst="rect">
            <a:avLst/>
          </a:prstGeom>
        </p:spPr>
      </p:pic>
      <p:pic>
        <p:nvPicPr>
          <p:cNvPr id="11" name="Billede 10">
            <a:extLst>
              <a:ext uri="{FF2B5EF4-FFF2-40B4-BE49-F238E27FC236}">
                <a16:creationId xmlns:a16="http://schemas.microsoft.com/office/drawing/2014/main" id="{CB58EC7C-0A6D-4136-A78C-A996D1F49CAF}"/>
              </a:ext>
            </a:extLst>
          </p:cNvPr>
          <p:cNvPicPr>
            <a:picLocks noChangeAspect="1"/>
          </p:cNvPicPr>
          <p:nvPr/>
        </p:nvPicPr>
        <p:blipFill>
          <a:blip r:embed="rId4"/>
          <a:stretch>
            <a:fillRect/>
          </a:stretch>
        </p:blipFill>
        <p:spPr>
          <a:xfrm>
            <a:off x="4769964" y="2635287"/>
            <a:ext cx="3403076" cy="3258806"/>
          </a:xfrm>
          <a:prstGeom prst="rect">
            <a:avLst/>
          </a:prstGeom>
        </p:spPr>
      </p:pic>
      <p:pic>
        <p:nvPicPr>
          <p:cNvPr id="13" name="Billede 12">
            <a:extLst>
              <a:ext uri="{FF2B5EF4-FFF2-40B4-BE49-F238E27FC236}">
                <a16:creationId xmlns:a16="http://schemas.microsoft.com/office/drawing/2014/main" id="{A3C4E391-BE39-44E3-93F4-6724633466BA}"/>
              </a:ext>
            </a:extLst>
          </p:cNvPr>
          <p:cNvPicPr>
            <a:picLocks noChangeAspect="1"/>
          </p:cNvPicPr>
          <p:nvPr/>
        </p:nvPicPr>
        <p:blipFill>
          <a:blip r:embed="rId5"/>
          <a:stretch>
            <a:fillRect/>
          </a:stretch>
        </p:blipFill>
        <p:spPr>
          <a:xfrm>
            <a:off x="496436" y="1285188"/>
            <a:ext cx="2038350" cy="1285875"/>
          </a:xfrm>
          <a:prstGeom prst="rect">
            <a:avLst/>
          </a:prstGeom>
        </p:spPr>
      </p:pic>
      <p:sp>
        <p:nvSpPr>
          <p:cNvPr id="8" name="Kombinationstegning: figur 7">
            <a:extLst>
              <a:ext uri="{FF2B5EF4-FFF2-40B4-BE49-F238E27FC236}">
                <a16:creationId xmlns:a16="http://schemas.microsoft.com/office/drawing/2014/main" id="{53853536-8C5B-402D-942C-509EE2167B7D}"/>
              </a:ext>
            </a:extLst>
          </p:cNvPr>
          <p:cNvSpPr/>
          <p:nvPr/>
        </p:nvSpPr>
        <p:spPr>
          <a:xfrm flipV="1">
            <a:off x="8196245" y="2275091"/>
            <a:ext cx="991421" cy="1248793"/>
          </a:xfrm>
          <a:custGeom>
            <a:avLst/>
            <a:gdLst>
              <a:gd name="connsiteX0" fmla="*/ 1635581 w 2303490"/>
              <a:gd name="connsiteY0" fmla="*/ 12242 h 1562747"/>
              <a:gd name="connsiteX1" fmla="*/ 705278 w 2303490"/>
              <a:gd name="connsiteY1" fmla="*/ 12242 h 1562747"/>
              <a:gd name="connsiteX2" fmla="*/ 275908 w 2303490"/>
              <a:gd name="connsiteY2" fmla="*/ 139463 h 1562747"/>
              <a:gd name="connsiteX3" fmla="*/ 53271 w 2303490"/>
              <a:gd name="connsiteY3" fmla="*/ 473418 h 1562747"/>
              <a:gd name="connsiteX4" fmla="*/ 61222 w 2303490"/>
              <a:gd name="connsiteY4" fmla="*/ 998204 h 1562747"/>
              <a:gd name="connsiteX5" fmla="*/ 721181 w 2303490"/>
              <a:gd name="connsiteY5" fmla="*/ 1363964 h 1562747"/>
              <a:gd name="connsiteX6" fmla="*/ 1675337 w 2303490"/>
              <a:gd name="connsiteY6" fmla="*/ 1387818 h 1562747"/>
              <a:gd name="connsiteX7" fmla="*/ 2144464 w 2303490"/>
              <a:gd name="connsiteY7" fmla="*/ 1387818 h 1562747"/>
              <a:gd name="connsiteX8" fmla="*/ 2303490 w 2303490"/>
              <a:gd name="connsiteY8" fmla="*/ 1562747 h 1562747"/>
              <a:gd name="connsiteX9" fmla="*/ 2303490 w 2303490"/>
              <a:gd name="connsiteY9" fmla="*/ 1562747 h 1562747"/>
              <a:gd name="connsiteX0" fmla="*/ 1635581 w 2303490"/>
              <a:gd name="connsiteY0" fmla="*/ 12242 h 1562747"/>
              <a:gd name="connsiteX1" fmla="*/ 705278 w 2303490"/>
              <a:gd name="connsiteY1" fmla="*/ 12242 h 1562747"/>
              <a:gd name="connsiteX2" fmla="*/ 275908 w 2303490"/>
              <a:gd name="connsiteY2" fmla="*/ 139463 h 1562747"/>
              <a:gd name="connsiteX3" fmla="*/ 53271 w 2303490"/>
              <a:gd name="connsiteY3" fmla="*/ 560882 h 1562747"/>
              <a:gd name="connsiteX4" fmla="*/ 61222 w 2303490"/>
              <a:gd name="connsiteY4" fmla="*/ 998204 h 1562747"/>
              <a:gd name="connsiteX5" fmla="*/ 721181 w 2303490"/>
              <a:gd name="connsiteY5" fmla="*/ 1363964 h 1562747"/>
              <a:gd name="connsiteX6" fmla="*/ 1675337 w 2303490"/>
              <a:gd name="connsiteY6" fmla="*/ 1387818 h 1562747"/>
              <a:gd name="connsiteX7" fmla="*/ 2144464 w 2303490"/>
              <a:gd name="connsiteY7" fmla="*/ 1387818 h 1562747"/>
              <a:gd name="connsiteX8" fmla="*/ 2303490 w 2303490"/>
              <a:gd name="connsiteY8" fmla="*/ 1562747 h 1562747"/>
              <a:gd name="connsiteX9" fmla="*/ 2303490 w 2303490"/>
              <a:gd name="connsiteY9" fmla="*/ 1562747 h 1562747"/>
              <a:gd name="connsiteX0" fmla="*/ 1591692 w 2259601"/>
              <a:gd name="connsiteY0" fmla="*/ 12242 h 1562747"/>
              <a:gd name="connsiteX1" fmla="*/ 661389 w 2259601"/>
              <a:gd name="connsiteY1" fmla="*/ 12242 h 1562747"/>
              <a:gd name="connsiteX2" fmla="*/ 232019 w 2259601"/>
              <a:gd name="connsiteY2" fmla="*/ 139463 h 1562747"/>
              <a:gd name="connsiteX3" fmla="*/ 17333 w 2259601"/>
              <a:gd name="connsiteY3" fmla="*/ 998204 h 1562747"/>
              <a:gd name="connsiteX4" fmla="*/ 677292 w 2259601"/>
              <a:gd name="connsiteY4" fmla="*/ 1363964 h 1562747"/>
              <a:gd name="connsiteX5" fmla="*/ 1631448 w 2259601"/>
              <a:gd name="connsiteY5" fmla="*/ 1387818 h 1562747"/>
              <a:gd name="connsiteX6" fmla="*/ 2100575 w 2259601"/>
              <a:gd name="connsiteY6" fmla="*/ 1387818 h 1562747"/>
              <a:gd name="connsiteX7" fmla="*/ 2259601 w 2259601"/>
              <a:gd name="connsiteY7" fmla="*/ 1562747 h 1562747"/>
              <a:gd name="connsiteX8" fmla="*/ 2259601 w 2259601"/>
              <a:gd name="connsiteY8" fmla="*/ 1562747 h 1562747"/>
              <a:gd name="connsiteX0" fmla="*/ 1429084 w 2096993"/>
              <a:gd name="connsiteY0" fmla="*/ 12242 h 1562747"/>
              <a:gd name="connsiteX1" fmla="*/ 498781 w 2096993"/>
              <a:gd name="connsiteY1" fmla="*/ 12242 h 1562747"/>
              <a:gd name="connsiteX2" fmla="*/ 69411 w 2096993"/>
              <a:gd name="connsiteY2" fmla="*/ 139463 h 1562747"/>
              <a:gd name="connsiteX3" fmla="*/ 45556 w 2096993"/>
              <a:gd name="connsiteY3" fmla="*/ 966399 h 1562747"/>
              <a:gd name="connsiteX4" fmla="*/ 514684 w 2096993"/>
              <a:gd name="connsiteY4" fmla="*/ 1363964 h 1562747"/>
              <a:gd name="connsiteX5" fmla="*/ 1468840 w 2096993"/>
              <a:gd name="connsiteY5" fmla="*/ 1387818 h 1562747"/>
              <a:gd name="connsiteX6" fmla="*/ 1937967 w 2096993"/>
              <a:gd name="connsiteY6" fmla="*/ 1387818 h 1562747"/>
              <a:gd name="connsiteX7" fmla="*/ 2096993 w 2096993"/>
              <a:gd name="connsiteY7" fmla="*/ 1562747 h 1562747"/>
              <a:gd name="connsiteX8" fmla="*/ 2096993 w 2096993"/>
              <a:gd name="connsiteY8" fmla="*/ 1562747 h 1562747"/>
              <a:gd name="connsiteX0" fmla="*/ 1455587 w 2123496"/>
              <a:gd name="connsiteY0" fmla="*/ 25512 h 1576017"/>
              <a:gd name="connsiteX1" fmla="*/ 525284 w 2123496"/>
              <a:gd name="connsiteY1" fmla="*/ 25512 h 1576017"/>
              <a:gd name="connsiteX2" fmla="*/ 48206 w 2123496"/>
              <a:gd name="connsiteY2" fmla="*/ 335613 h 1576017"/>
              <a:gd name="connsiteX3" fmla="*/ 72059 w 2123496"/>
              <a:gd name="connsiteY3" fmla="*/ 979669 h 1576017"/>
              <a:gd name="connsiteX4" fmla="*/ 541187 w 2123496"/>
              <a:gd name="connsiteY4" fmla="*/ 1377234 h 1576017"/>
              <a:gd name="connsiteX5" fmla="*/ 1495343 w 2123496"/>
              <a:gd name="connsiteY5" fmla="*/ 1401088 h 1576017"/>
              <a:gd name="connsiteX6" fmla="*/ 1964470 w 2123496"/>
              <a:gd name="connsiteY6" fmla="*/ 1401088 h 1576017"/>
              <a:gd name="connsiteX7" fmla="*/ 2123496 w 2123496"/>
              <a:gd name="connsiteY7" fmla="*/ 1576017 h 1576017"/>
              <a:gd name="connsiteX8" fmla="*/ 2123496 w 2123496"/>
              <a:gd name="connsiteY8" fmla="*/ 1576017 h 1576017"/>
              <a:gd name="connsiteX0" fmla="*/ 1486236 w 2154145"/>
              <a:gd name="connsiteY0" fmla="*/ 25512 h 1576017"/>
              <a:gd name="connsiteX1" fmla="*/ 555933 w 2154145"/>
              <a:gd name="connsiteY1" fmla="*/ 25512 h 1576017"/>
              <a:gd name="connsiteX2" fmla="*/ 78855 w 2154145"/>
              <a:gd name="connsiteY2" fmla="*/ 335613 h 1576017"/>
              <a:gd name="connsiteX3" fmla="*/ 102708 w 2154145"/>
              <a:gd name="connsiteY3" fmla="*/ 979669 h 1576017"/>
              <a:gd name="connsiteX4" fmla="*/ 571836 w 2154145"/>
              <a:gd name="connsiteY4" fmla="*/ 1377234 h 1576017"/>
              <a:gd name="connsiteX5" fmla="*/ 1525992 w 2154145"/>
              <a:gd name="connsiteY5" fmla="*/ 1401088 h 1576017"/>
              <a:gd name="connsiteX6" fmla="*/ 1995119 w 2154145"/>
              <a:gd name="connsiteY6" fmla="*/ 1401088 h 1576017"/>
              <a:gd name="connsiteX7" fmla="*/ 2154145 w 2154145"/>
              <a:gd name="connsiteY7" fmla="*/ 1576017 h 1576017"/>
              <a:gd name="connsiteX8" fmla="*/ 2154145 w 2154145"/>
              <a:gd name="connsiteY8" fmla="*/ 1576017 h 1576017"/>
              <a:gd name="connsiteX0" fmla="*/ 1468015 w 2135924"/>
              <a:gd name="connsiteY0" fmla="*/ 25512 h 1576017"/>
              <a:gd name="connsiteX1" fmla="*/ 537712 w 2135924"/>
              <a:gd name="connsiteY1" fmla="*/ 25512 h 1576017"/>
              <a:gd name="connsiteX2" fmla="*/ 60634 w 2135924"/>
              <a:gd name="connsiteY2" fmla="*/ 335613 h 1576017"/>
              <a:gd name="connsiteX3" fmla="*/ 60633 w 2135924"/>
              <a:gd name="connsiteY3" fmla="*/ 1130744 h 1576017"/>
              <a:gd name="connsiteX4" fmla="*/ 553615 w 2135924"/>
              <a:gd name="connsiteY4" fmla="*/ 1377234 h 1576017"/>
              <a:gd name="connsiteX5" fmla="*/ 1507771 w 2135924"/>
              <a:gd name="connsiteY5" fmla="*/ 1401088 h 1576017"/>
              <a:gd name="connsiteX6" fmla="*/ 1976898 w 2135924"/>
              <a:gd name="connsiteY6" fmla="*/ 1401088 h 1576017"/>
              <a:gd name="connsiteX7" fmla="*/ 2135924 w 2135924"/>
              <a:gd name="connsiteY7" fmla="*/ 1576017 h 1576017"/>
              <a:gd name="connsiteX8" fmla="*/ 2135924 w 2135924"/>
              <a:gd name="connsiteY8" fmla="*/ 1576017 h 1576017"/>
              <a:gd name="connsiteX0" fmla="*/ 1468015 w 2151396"/>
              <a:gd name="connsiteY0" fmla="*/ 25512 h 1576017"/>
              <a:gd name="connsiteX1" fmla="*/ 537712 w 2151396"/>
              <a:gd name="connsiteY1" fmla="*/ 25512 h 1576017"/>
              <a:gd name="connsiteX2" fmla="*/ 60634 w 2151396"/>
              <a:gd name="connsiteY2" fmla="*/ 335613 h 1576017"/>
              <a:gd name="connsiteX3" fmla="*/ 60633 w 2151396"/>
              <a:gd name="connsiteY3" fmla="*/ 1130744 h 1576017"/>
              <a:gd name="connsiteX4" fmla="*/ 553615 w 2151396"/>
              <a:gd name="connsiteY4" fmla="*/ 1377234 h 1576017"/>
              <a:gd name="connsiteX5" fmla="*/ 1507771 w 2151396"/>
              <a:gd name="connsiteY5" fmla="*/ 1401088 h 1576017"/>
              <a:gd name="connsiteX6" fmla="*/ 1976898 w 2151396"/>
              <a:gd name="connsiteY6" fmla="*/ 1401088 h 1576017"/>
              <a:gd name="connsiteX7" fmla="*/ 2135924 w 2151396"/>
              <a:gd name="connsiteY7" fmla="*/ 1576017 h 1576017"/>
              <a:gd name="connsiteX8" fmla="*/ 2135924 w 2151396"/>
              <a:gd name="connsiteY8" fmla="*/ 1576017 h 1576017"/>
              <a:gd name="connsiteX0" fmla="*/ 1468015 w 2151396"/>
              <a:gd name="connsiteY0" fmla="*/ 25512 h 1576017"/>
              <a:gd name="connsiteX1" fmla="*/ 537712 w 2151396"/>
              <a:gd name="connsiteY1" fmla="*/ 25512 h 1576017"/>
              <a:gd name="connsiteX2" fmla="*/ 60634 w 2151396"/>
              <a:gd name="connsiteY2" fmla="*/ 335613 h 1576017"/>
              <a:gd name="connsiteX3" fmla="*/ 60633 w 2151396"/>
              <a:gd name="connsiteY3" fmla="*/ 1130744 h 1576017"/>
              <a:gd name="connsiteX4" fmla="*/ 553615 w 2151396"/>
              <a:gd name="connsiteY4" fmla="*/ 1377234 h 1576017"/>
              <a:gd name="connsiteX5" fmla="*/ 1976898 w 2151396"/>
              <a:gd name="connsiteY5" fmla="*/ 1401088 h 1576017"/>
              <a:gd name="connsiteX6" fmla="*/ 2135924 w 2151396"/>
              <a:gd name="connsiteY6" fmla="*/ 1576017 h 1576017"/>
              <a:gd name="connsiteX7" fmla="*/ 2135924 w 2151396"/>
              <a:gd name="connsiteY7" fmla="*/ 1576017 h 1576017"/>
              <a:gd name="connsiteX0" fmla="*/ 1468015 w 2253750"/>
              <a:gd name="connsiteY0" fmla="*/ 25512 h 1576017"/>
              <a:gd name="connsiteX1" fmla="*/ 537712 w 2253750"/>
              <a:gd name="connsiteY1" fmla="*/ 25512 h 1576017"/>
              <a:gd name="connsiteX2" fmla="*/ 60634 w 2253750"/>
              <a:gd name="connsiteY2" fmla="*/ 335613 h 1576017"/>
              <a:gd name="connsiteX3" fmla="*/ 60633 w 2253750"/>
              <a:gd name="connsiteY3" fmla="*/ 1130744 h 1576017"/>
              <a:gd name="connsiteX4" fmla="*/ 553615 w 2253750"/>
              <a:gd name="connsiteY4" fmla="*/ 1377234 h 1576017"/>
              <a:gd name="connsiteX5" fmla="*/ 1976898 w 2253750"/>
              <a:gd name="connsiteY5" fmla="*/ 1401088 h 1576017"/>
              <a:gd name="connsiteX6" fmla="*/ 2135924 w 2253750"/>
              <a:gd name="connsiteY6" fmla="*/ 1576017 h 1576017"/>
              <a:gd name="connsiteX7" fmla="*/ 2135924 w 2253750"/>
              <a:gd name="connsiteY7" fmla="*/ 1576017 h 1576017"/>
              <a:gd name="connsiteX0" fmla="*/ 1468015 w 2136361"/>
              <a:gd name="connsiteY0" fmla="*/ 25512 h 1576017"/>
              <a:gd name="connsiteX1" fmla="*/ 537712 w 2136361"/>
              <a:gd name="connsiteY1" fmla="*/ 25512 h 1576017"/>
              <a:gd name="connsiteX2" fmla="*/ 60634 w 2136361"/>
              <a:gd name="connsiteY2" fmla="*/ 335613 h 1576017"/>
              <a:gd name="connsiteX3" fmla="*/ 60633 w 2136361"/>
              <a:gd name="connsiteY3" fmla="*/ 1130744 h 1576017"/>
              <a:gd name="connsiteX4" fmla="*/ 553615 w 2136361"/>
              <a:gd name="connsiteY4" fmla="*/ 1377234 h 1576017"/>
              <a:gd name="connsiteX5" fmla="*/ 1658846 w 2136361"/>
              <a:gd name="connsiteY5" fmla="*/ 1353380 h 1576017"/>
              <a:gd name="connsiteX6" fmla="*/ 2135924 w 2136361"/>
              <a:gd name="connsiteY6" fmla="*/ 1576017 h 1576017"/>
              <a:gd name="connsiteX7" fmla="*/ 2135924 w 2136361"/>
              <a:gd name="connsiteY7" fmla="*/ 1576017 h 1576017"/>
              <a:gd name="connsiteX0" fmla="*/ 1468015 w 2136361"/>
              <a:gd name="connsiteY0" fmla="*/ 25512 h 1576017"/>
              <a:gd name="connsiteX1" fmla="*/ 537712 w 2136361"/>
              <a:gd name="connsiteY1" fmla="*/ 25512 h 1576017"/>
              <a:gd name="connsiteX2" fmla="*/ 60634 w 2136361"/>
              <a:gd name="connsiteY2" fmla="*/ 335613 h 1576017"/>
              <a:gd name="connsiteX3" fmla="*/ 60633 w 2136361"/>
              <a:gd name="connsiteY3" fmla="*/ 1130744 h 1576017"/>
              <a:gd name="connsiteX4" fmla="*/ 553615 w 2136361"/>
              <a:gd name="connsiteY4" fmla="*/ 1377234 h 1576017"/>
              <a:gd name="connsiteX5" fmla="*/ 1658846 w 2136361"/>
              <a:gd name="connsiteY5" fmla="*/ 1353380 h 1576017"/>
              <a:gd name="connsiteX6" fmla="*/ 2135924 w 2136361"/>
              <a:gd name="connsiteY6" fmla="*/ 1576017 h 1576017"/>
              <a:gd name="connsiteX7" fmla="*/ 2135924 w 2136361"/>
              <a:gd name="connsiteY7" fmla="*/ 1576017 h 1576017"/>
              <a:gd name="connsiteX0" fmla="*/ 1493461 w 2161807"/>
              <a:gd name="connsiteY0" fmla="*/ 25512 h 1576017"/>
              <a:gd name="connsiteX1" fmla="*/ 563158 w 2161807"/>
              <a:gd name="connsiteY1" fmla="*/ 25512 h 1576017"/>
              <a:gd name="connsiteX2" fmla="*/ 86080 w 2161807"/>
              <a:gd name="connsiteY2" fmla="*/ 335613 h 1576017"/>
              <a:gd name="connsiteX3" fmla="*/ 46323 w 2161807"/>
              <a:gd name="connsiteY3" fmla="*/ 995572 h 1576017"/>
              <a:gd name="connsiteX4" fmla="*/ 579061 w 2161807"/>
              <a:gd name="connsiteY4" fmla="*/ 1377234 h 1576017"/>
              <a:gd name="connsiteX5" fmla="*/ 1684292 w 2161807"/>
              <a:gd name="connsiteY5" fmla="*/ 1353380 h 1576017"/>
              <a:gd name="connsiteX6" fmla="*/ 2161370 w 2161807"/>
              <a:gd name="connsiteY6" fmla="*/ 1576017 h 1576017"/>
              <a:gd name="connsiteX7" fmla="*/ 2161370 w 2161807"/>
              <a:gd name="connsiteY7" fmla="*/ 1576017 h 1576017"/>
              <a:gd name="connsiteX0" fmla="*/ 1517315 w 2161807"/>
              <a:gd name="connsiteY0" fmla="*/ 30627 h 1573181"/>
              <a:gd name="connsiteX1" fmla="*/ 563158 w 2161807"/>
              <a:gd name="connsiteY1" fmla="*/ 22676 h 1573181"/>
              <a:gd name="connsiteX2" fmla="*/ 86080 w 2161807"/>
              <a:gd name="connsiteY2" fmla="*/ 332777 h 1573181"/>
              <a:gd name="connsiteX3" fmla="*/ 46323 w 2161807"/>
              <a:gd name="connsiteY3" fmla="*/ 992736 h 1573181"/>
              <a:gd name="connsiteX4" fmla="*/ 579061 w 2161807"/>
              <a:gd name="connsiteY4" fmla="*/ 1374398 h 1573181"/>
              <a:gd name="connsiteX5" fmla="*/ 1684292 w 2161807"/>
              <a:gd name="connsiteY5" fmla="*/ 1350544 h 1573181"/>
              <a:gd name="connsiteX6" fmla="*/ 2161370 w 2161807"/>
              <a:gd name="connsiteY6" fmla="*/ 1573181 h 1573181"/>
              <a:gd name="connsiteX7" fmla="*/ 2161370 w 2161807"/>
              <a:gd name="connsiteY7" fmla="*/ 1573181 h 1573181"/>
              <a:gd name="connsiteX0" fmla="*/ 1471114 w 2115606"/>
              <a:gd name="connsiteY0" fmla="*/ 26505 h 1569059"/>
              <a:gd name="connsiteX1" fmla="*/ 516957 w 2115606"/>
              <a:gd name="connsiteY1" fmla="*/ 18554 h 1569059"/>
              <a:gd name="connsiteX2" fmla="*/ 572616 w 2115606"/>
              <a:gd name="connsiteY2" fmla="*/ 272996 h 1569059"/>
              <a:gd name="connsiteX3" fmla="*/ 122 w 2115606"/>
              <a:gd name="connsiteY3" fmla="*/ 988614 h 1569059"/>
              <a:gd name="connsiteX4" fmla="*/ 532860 w 2115606"/>
              <a:gd name="connsiteY4" fmla="*/ 1370276 h 1569059"/>
              <a:gd name="connsiteX5" fmla="*/ 1638091 w 2115606"/>
              <a:gd name="connsiteY5" fmla="*/ 1346422 h 1569059"/>
              <a:gd name="connsiteX6" fmla="*/ 2115169 w 2115606"/>
              <a:gd name="connsiteY6" fmla="*/ 1569059 h 1569059"/>
              <a:gd name="connsiteX7" fmla="*/ 2115169 w 2115606"/>
              <a:gd name="connsiteY7" fmla="*/ 1569059 h 1569059"/>
              <a:gd name="connsiteX0" fmla="*/ 1471012 w 2115504"/>
              <a:gd name="connsiteY0" fmla="*/ 79512 h 1622066"/>
              <a:gd name="connsiteX1" fmla="*/ 516855 w 2115504"/>
              <a:gd name="connsiteY1" fmla="*/ 71561 h 1622066"/>
              <a:gd name="connsiteX2" fmla="*/ 20 w 2115504"/>
              <a:gd name="connsiteY2" fmla="*/ 1041621 h 1622066"/>
              <a:gd name="connsiteX3" fmla="*/ 532758 w 2115504"/>
              <a:gd name="connsiteY3" fmla="*/ 1423283 h 1622066"/>
              <a:gd name="connsiteX4" fmla="*/ 1637989 w 2115504"/>
              <a:gd name="connsiteY4" fmla="*/ 1399429 h 1622066"/>
              <a:gd name="connsiteX5" fmla="*/ 2115067 w 2115504"/>
              <a:gd name="connsiteY5" fmla="*/ 1622066 h 1622066"/>
              <a:gd name="connsiteX6" fmla="*/ 2115067 w 2115504"/>
              <a:gd name="connsiteY6" fmla="*/ 1622066 h 1622066"/>
              <a:gd name="connsiteX0" fmla="*/ 1474353 w 2118845"/>
              <a:gd name="connsiteY0" fmla="*/ 17391 h 1559945"/>
              <a:gd name="connsiteX1" fmla="*/ 766686 w 2118845"/>
              <a:gd name="connsiteY1" fmla="*/ 112807 h 1559945"/>
              <a:gd name="connsiteX2" fmla="*/ 3361 w 2118845"/>
              <a:gd name="connsiteY2" fmla="*/ 979500 h 1559945"/>
              <a:gd name="connsiteX3" fmla="*/ 536099 w 2118845"/>
              <a:gd name="connsiteY3" fmla="*/ 1361162 h 1559945"/>
              <a:gd name="connsiteX4" fmla="*/ 1641330 w 2118845"/>
              <a:gd name="connsiteY4" fmla="*/ 1337308 h 1559945"/>
              <a:gd name="connsiteX5" fmla="*/ 2118408 w 2118845"/>
              <a:gd name="connsiteY5" fmla="*/ 1559945 h 1559945"/>
              <a:gd name="connsiteX6" fmla="*/ 2118408 w 2118845"/>
              <a:gd name="connsiteY6" fmla="*/ 1559945 h 1559945"/>
              <a:gd name="connsiteX0" fmla="*/ 1029351 w 1673843"/>
              <a:gd name="connsiteY0" fmla="*/ 12979 h 1555533"/>
              <a:gd name="connsiteX1" fmla="*/ 321684 w 1673843"/>
              <a:gd name="connsiteY1" fmla="*/ 108395 h 1555533"/>
              <a:gd name="connsiteX2" fmla="*/ 91097 w 1673843"/>
              <a:gd name="connsiteY2" fmla="*/ 887624 h 1555533"/>
              <a:gd name="connsiteX3" fmla="*/ 91097 w 1673843"/>
              <a:gd name="connsiteY3" fmla="*/ 1356750 h 1555533"/>
              <a:gd name="connsiteX4" fmla="*/ 1196328 w 1673843"/>
              <a:gd name="connsiteY4" fmla="*/ 1332896 h 1555533"/>
              <a:gd name="connsiteX5" fmla="*/ 1673406 w 1673843"/>
              <a:gd name="connsiteY5" fmla="*/ 1555533 h 1555533"/>
              <a:gd name="connsiteX6" fmla="*/ 1673406 w 1673843"/>
              <a:gd name="connsiteY6" fmla="*/ 1555533 h 1555533"/>
              <a:gd name="connsiteX0" fmla="*/ 986017 w 1630509"/>
              <a:gd name="connsiteY0" fmla="*/ 12979 h 1555533"/>
              <a:gd name="connsiteX1" fmla="*/ 278350 w 1630509"/>
              <a:gd name="connsiteY1" fmla="*/ 108395 h 1555533"/>
              <a:gd name="connsiteX2" fmla="*/ 47763 w 1630509"/>
              <a:gd name="connsiteY2" fmla="*/ 887624 h 1555533"/>
              <a:gd name="connsiteX3" fmla="*/ 1152994 w 1630509"/>
              <a:gd name="connsiteY3" fmla="*/ 1332896 h 1555533"/>
              <a:gd name="connsiteX4" fmla="*/ 1630072 w 1630509"/>
              <a:gd name="connsiteY4" fmla="*/ 1555533 h 1555533"/>
              <a:gd name="connsiteX5" fmla="*/ 1630072 w 1630509"/>
              <a:gd name="connsiteY5" fmla="*/ 1555533 h 1555533"/>
              <a:gd name="connsiteX0" fmla="*/ 898021 w 1542076"/>
              <a:gd name="connsiteY0" fmla="*/ 27400 h 1569954"/>
              <a:gd name="connsiteX1" fmla="*/ 190354 w 1542076"/>
              <a:gd name="connsiteY1" fmla="*/ 122816 h 1569954"/>
              <a:gd name="connsiteX2" fmla="*/ 63134 w 1542076"/>
              <a:gd name="connsiteY2" fmla="*/ 1164438 h 1569954"/>
              <a:gd name="connsiteX3" fmla="*/ 1064998 w 1542076"/>
              <a:gd name="connsiteY3" fmla="*/ 1347317 h 1569954"/>
              <a:gd name="connsiteX4" fmla="*/ 1542076 w 1542076"/>
              <a:gd name="connsiteY4" fmla="*/ 1569954 h 1569954"/>
              <a:gd name="connsiteX5" fmla="*/ 1542076 w 1542076"/>
              <a:gd name="connsiteY5" fmla="*/ 1569954 h 1569954"/>
              <a:gd name="connsiteX0" fmla="*/ 933239 w 1577294"/>
              <a:gd name="connsiteY0" fmla="*/ 27400 h 1569954"/>
              <a:gd name="connsiteX1" fmla="*/ 225572 w 1577294"/>
              <a:gd name="connsiteY1" fmla="*/ 122816 h 1569954"/>
              <a:gd name="connsiteX2" fmla="*/ 98352 w 1577294"/>
              <a:gd name="connsiteY2" fmla="*/ 1164438 h 1569954"/>
              <a:gd name="connsiteX3" fmla="*/ 1577294 w 1577294"/>
              <a:gd name="connsiteY3" fmla="*/ 1569954 h 1569954"/>
              <a:gd name="connsiteX4" fmla="*/ 1577294 w 1577294"/>
              <a:gd name="connsiteY4" fmla="*/ 1569954 h 1569954"/>
              <a:gd name="connsiteX0" fmla="*/ 933239 w 1577294"/>
              <a:gd name="connsiteY0" fmla="*/ 27400 h 1569954"/>
              <a:gd name="connsiteX1" fmla="*/ 225572 w 1577294"/>
              <a:gd name="connsiteY1" fmla="*/ 122816 h 1569954"/>
              <a:gd name="connsiteX2" fmla="*/ 98352 w 1577294"/>
              <a:gd name="connsiteY2" fmla="*/ 1164438 h 1569954"/>
              <a:gd name="connsiteX3" fmla="*/ 1577294 w 1577294"/>
              <a:gd name="connsiteY3" fmla="*/ 1569954 h 1569954"/>
              <a:gd name="connsiteX4" fmla="*/ 1577294 w 1577294"/>
              <a:gd name="connsiteY4" fmla="*/ 1569954 h 1569954"/>
              <a:gd name="connsiteX0" fmla="*/ 933239 w 1577294"/>
              <a:gd name="connsiteY0" fmla="*/ 27400 h 1569954"/>
              <a:gd name="connsiteX1" fmla="*/ 225572 w 1577294"/>
              <a:gd name="connsiteY1" fmla="*/ 122816 h 1569954"/>
              <a:gd name="connsiteX2" fmla="*/ 98352 w 1577294"/>
              <a:gd name="connsiteY2" fmla="*/ 1164438 h 1569954"/>
              <a:gd name="connsiteX3" fmla="*/ 1577294 w 1577294"/>
              <a:gd name="connsiteY3" fmla="*/ 1569954 h 1569954"/>
              <a:gd name="connsiteX4" fmla="*/ 1481879 w 1577294"/>
              <a:gd name="connsiteY4" fmla="*/ 1546100 h 1569954"/>
              <a:gd name="connsiteX0" fmla="*/ 946756 w 1773691"/>
              <a:gd name="connsiteY0" fmla="*/ 27400 h 1546100"/>
              <a:gd name="connsiteX1" fmla="*/ 239089 w 1773691"/>
              <a:gd name="connsiteY1" fmla="*/ 122816 h 1546100"/>
              <a:gd name="connsiteX2" fmla="*/ 111869 w 1773691"/>
              <a:gd name="connsiteY2" fmla="*/ 1164438 h 1546100"/>
              <a:gd name="connsiteX3" fmla="*/ 1773691 w 1773691"/>
              <a:gd name="connsiteY3" fmla="*/ 1339366 h 1546100"/>
              <a:gd name="connsiteX4" fmla="*/ 1495396 w 1773691"/>
              <a:gd name="connsiteY4" fmla="*/ 1546100 h 1546100"/>
              <a:gd name="connsiteX0" fmla="*/ 896263 w 1444903"/>
              <a:gd name="connsiteY0" fmla="*/ 27400 h 1546100"/>
              <a:gd name="connsiteX1" fmla="*/ 188596 w 1444903"/>
              <a:gd name="connsiteY1" fmla="*/ 122816 h 1546100"/>
              <a:gd name="connsiteX2" fmla="*/ 61376 w 1444903"/>
              <a:gd name="connsiteY2" fmla="*/ 1164438 h 1546100"/>
              <a:gd name="connsiteX3" fmla="*/ 1039386 w 1444903"/>
              <a:gd name="connsiteY3" fmla="*/ 1426830 h 1546100"/>
              <a:gd name="connsiteX4" fmla="*/ 1444903 w 1444903"/>
              <a:gd name="connsiteY4" fmla="*/ 1546100 h 1546100"/>
              <a:gd name="connsiteX0" fmla="*/ 896263 w 1500562"/>
              <a:gd name="connsiteY0" fmla="*/ 27400 h 1426830"/>
              <a:gd name="connsiteX1" fmla="*/ 188596 w 1500562"/>
              <a:gd name="connsiteY1" fmla="*/ 122816 h 1426830"/>
              <a:gd name="connsiteX2" fmla="*/ 61376 w 1500562"/>
              <a:gd name="connsiteY2" fmla="*/ 1164438 h 1426830"/>
              <a:gd name="connsiteX3" fmla="*/ 1039386 w 1500562"/>
              <a:gd name="connsiteY3" fmla="*/ 1426830 h 1426830"/>
              <a:gd name="connsiteX4" fmla="*/ 1500562 w 1500562"/>
              <a:gd name="connsiteY4" fmla="*/ 1426830 h 1426830"/>
              <a:gd name="connsiteX0" fmla="*/ 930301 w 1534600"/>
              <a:gd name="connsiteY0" fmla="*/ 27400 h 1426830"/>
              <a:gd name="connsiteX1" fmla="*/ 222634 w 1534600"/>
              <a:gd name="connsiteY1" fmla="*/ 122816 h 1426830"/>
              <a:gd name="connsiteX2" fmla="*/ 95414 w 1534600"/>
              <a:gd name="connsiteY2" fmla="*/ 1164438 h 1426830"/>
              <a:gd name="connsiteX3" fmla="*/ 1534600 w 1534600"/>
              <a:gd name="connsiteY3" fmla="*/ 1426830 h 1426830"/>
              <a:gd name="connsiteX0" fmla="*/ 842412 w 842412"/>
              <a:gd name="connsiteY0" fmla="*/ 27400 h 1307561"/>
              <a:gd name="connsiteX1" fmla="*/ 134745 w 842412"/>
              <a:gd name="connsiteY1" fmla="*/ 122816 h 1307561"/>
              <a:gd name="connsiteX2" fmla="*/ 7525 w 842412"/>
              <a:gd name="connsiteY2" fmla="*/ 1164438 h 1307561"/>
              <a:gd name="connsiteX3" fmla="*/ 246064 w 842412"/>
              <a:gd name="connsiteY3" fmla="*/ 1307561 h 1307561"/>
              <a:gd name="connsiteX0" fmla="*/ 736510 w 736510"/>
              <a:gd name="connsiteY0" fmla="*/ 36336 h 1316497"/>
              <a:gd name="connsiteX1" fmla="*/ 28843 w 736510"/>
              <a:gd name="connsiteY1" fmla="*/ 131752 h 1316497"/>
              <a:gd name="connsiteX2" fmla="*/ 140162 w 736510"/>
              <a:gd name="connsiteY2" fmla="*/ 1316497 h 1316497"/>
              <a:gd name="connsiteX0" fmla="*/ 884828 w 884828"/>
              <a:gd name="connsiteY0" fmla="*/ 36336 h 1316497"/>
              <a:gd name="connsiteX1" fmla="*/ 177161 w 884828"/>
              <a:gd name="connsiteY1" fmla="*/ 131752 h 1316497"/>
              <a:gd name="connsiteX2" fmla="*/ 288480 w 884828"/>
              <a:gd name="connsiteY2" fmla="*/ 1316497 h 1316497"/>
              <a:gd name="connsiteX0" fmla="*/ 879642 w 879642"/>
              <a:gd name="connsiteY0" fmla="*/ 34309 h 1282665"/>
              <a:gd name="connsiteX1" fmla="*/ 171975 w 879642"/>
              <a:gd name="connsiteY1" fmla="*/ 129725 h 1282665"/>
              <a:gd name="connsiteX2" fmla="*/ 291246 w 879642"/>
              <a:gd name="connsiteY2" fmla="*/ 1282665 h 1282665"/>
              <a:gd name="connsiteX0" fmla="*/ 967493 w 967493"/>
              <a:gd name="connsiteY0" fmla="*/ 34309 h 1282665"/>
              <a:gd name="connsiteX1" fmla="*/ 259826 w 967493"/>
              <a:gd name="connsiteY1" fmla="*/ 129725 h 1282665"/>
              <a:gd name="connsiteX2" fmla="*/ 379097 w 967493"/>
              <a:gd name="connsiteY2" fmla="*/ 1282665 h 1282665"/>
              <a:gd name="connsiteX0" fmla="*/ 991421 w 991421"/>
              <a:gd name="connsiteY0" fmla="*/ 437 h 1248793"/>
              <a:gd name="connsiteX1" fmla="*/ 220144 w 991421"/>
              <a:gd name="connsiteY1" fmla="*/ 382100 h 1248793"/>
              <a:gd name="connsiteX2" fmla="*/ 403025 w 991421"/>
              <a:gd name="connsiteY2" fmla="*/ 1248793 h 1248793"/>
            </a:gdLst>
            <a:ahLst/>
            <a:cxnLst>
              <a:cxn ang="0">
                <a:pos x="connsiteX0" y="connsiteY0"/>
              </a:cxn>
              <a:cxn ang="0">
                <a:pos x="connsiteX1" y="connsiteY1"/>
              </a:cxn>
              <a:cxn ang="0">
                <a:pos x="connsiteX2" y="connsiteY2"/>
              </a:cxn>
            </a:cxnLst>
            <a:rect l="l" t="t" r="r" b="b"/>
            <a:pathLst>
              <a:path w="991421" h="1248793">
                <a:moveTo>
                  <a:pt x="991421" y="437"/>
                </a:moveTo>
                <a:cubicBezTo>
                  <a:pt x="639575" y="-10165"/>
                  <a:pt x="318210" y="174041"/>
                  <a:pt x="220144" y="382100"/>
                </a:cubicBezTo>
                <a:cubicBezTo>
                  <a:pt x="122078" y="590159"/>
                  <a:pt x="-311929" y="1248462"/>
                  <a:pt x="403025" y="1248793"/>
                </a:cubicBezTo>
              </a:path>
            </a:pathLst>
          </a:custGeom>
          <a:noFill/>
          <a:ln w="381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85926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F0219-D980-2DAA-7CF2-FDB4A3A3465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9B77E0-A3F7-38C3-3A00-C650CCF88FD6}"/>
              </a:ext>
            </a:extLst>
          </p:cNvPr>
          <p:cNvSpPr>
            <a:spLocks noGrp="1"/>
          </p:cNvSpPr>
          <p:nvPr>
            <p:ph type="sldNum" sz="quarter" idx="10"/>
          </p:nvPr>
        </p:nvSpPr>
        <p:spPr/>
        <p:txBody>
          <a:bodyPr/>
          <a:lstStyle/>
          <a:p>
            <a:fld id="{D8D877B3-D348-4611-9BDB-C5374591D951}" type="slidenum">
              <a:rPr lang="en-US" smtClean="0"/>
              <a:pPr/>
              <a:t>29</a:t>
            </a:fld>
            <a:endParaRPr lang="en-US" dirty="0"/>
          </a:p>
        </p:txBody>
      </p:sp>
      <p:sp>
        <p:nvSpPr>
          <p:cNvPr id="4" name="Title 3">
            <a:extLst>
              <a:ext uri="{FF2B5EF4-FFF2-40B4-BE49-F238E27FC236}">
                <a16:creationId xmlns:a16="http://schemas.microsoft.com/office/drawing/2014/main" id="{935C25C2-F966-84D9-79DE-DCAAC7129507}"/>
              </a:ext>
            </a:extLst>
          </p:cNvPr>
          <p:cNvSpPr>
            <a:spLocks noGrp="1"/>
          </p:cNvSpPr>
          <p:nvPr>
            <p:ph type="title"/>
          </p:nvPr>
        </p:nvSpPr>
        <p:spPr/>
        <p:txBody>
          <a:bodyPr/>
          <a:lstStyle/>
          <a:p>
            <a:r>
              <a:rPr lang="da-DK" dirty="0"/>
              <a:t>Huskeregler</a:t>
            </a:r>
            <a:endParaRPr lang="LID4096" dirty="0"/>
          </a:p>
        </p:txBody>
      </p:sp>
      <p:sp>
        <p:nvSpPr>
          <p:cNvPr id="7" name="Text Placeholder 6">
            <a:extLst>
              <a:ext uri="{FF2B5EF4-FFF2-40B4-BE49-F238E27FC236}">
                <a16:creationId xmlns:a16="http://schemas.microsoft.com/office/drawing/2014/main" id="{13177FD3-5A26-DDD1-35F5-09F03140D317}"/>
              </a:ext>
            </a:extLst>
          </p:cNvPr>
          <p:cNvSpPr>
            <a:spLocks noGrp="1"/>
          </p:cNvSpPr>
          <p:nvPr>
            <p:ph type="body" sz="quarter" idx="12"/>
          </p:nvPr>
        </p:nvSpPr>
        <p:spPr/>
        <p:txBody>
          <a:bodyPr/>
          <a:lstStyle/>
          <a:p>
            <a:endParaRPr lang="LID4096"/>
          </a:p>
        </p:txBody>
      </p:sp>
      <p:sp>
        <p:nvSpPr>
          <p:cNvPr id="6" name="Picture Placeholder 5">
            <a:extLst>
              <a:ext uri="{FF2B5EF4-FFF2-40B4-BE49-F238E27FC236}">
                <a16:creationId xmlns:a16="http://schemas.microsoft.com/office/drawing/2014/main" id="{0CF4B32E-9D97-6E4F-3F55-2A0B34E195EB}"/>
              </a:ext>
            </a:extLst>
          </p:cNvPr>
          <p:cNvSpPr>
            <a:spLocks noGrp="1"/>
          </p:cNvSpPr>
          <p:nvPr>
            <p:ph type="pic" sz="quarter" idx="11"/>
          </p:nvPr>
        </p:nvSpPr>
        <p:spPr/>
        <p:txBody>
          <a:bodyPr/>
          <a:lstStyle/>
          <a:p>
            <a:endParaRPr lang="LID4096"/>
          </a:p>
        </p:txBody>
      </p:sp>
    </p:spTree>
    <p:extLst>
      <p:ext uri="{BB962C8B-B14F-4D97-AF65-F5344CB8AC3E}">
        <p14:creationId xmlns:p14="http://schemas.microsoft.com/office/powerpoint/2010/main" val="3312158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8BA71568-5ACD-446A-B2C1-CB28A7019841}"/>
              </a:ext>
            </a:extLst>
          </p:cNvPr>
          <p:cNvSpPr>
            <a:spLocks noGrp="1"/>
          </p:cNvSpPr>
          <p:nvPr>
            <p:ph type="sldNum" sz="quarter" idx="10"/>
          </p:nvPr>
        </p:nvSpPr>
        <p:spPr/>
        <p:txBody>
          <a:bodyPr/>
          <a:lstStyle/>
          <a:p>
            <a:fld id="{D8D877B3-D348-4611-9BDB-C5374591D951}" type="slidenum">
              <a:rPr lang="en-US" smtClean="0"/>
              <a:pPr/>
              <a:t>30</a:t>
            </a:fld>
            <a:endParaRPr lang="en-US" dirty="0"/>
          </a:p>
        </p:txBody>
      </p:sp>
      <p:sp>
        <p:nvSpPr>
          <p:cNvPr id="4" name="Titel 3">
            <a:extLst>
              <a:ext uri="{FF2B5EF4-FFF2-40B4-BE49-F238E27FC236}">
                <a16:creationId xmlns:a16="http://schemas.microsoft.com/office/drawing/2014/main" id="{5325360F-A813-4D7B-862F-FFFF91BF161E}"/>
              </a:ext>
            </a:extLst>
          </p:cNvPr>
          <p:cNvSpPr>
            <a:spLocks noGrp="1"/>
          </p:cNvSpPr>
          <p:nvPr>
            <p:ph type="title"/>
          </p:nvPr>
        </p:nvSpPr>
        <p:spPr>
          <a:xfrm>
            <a:off x="587373" y="359273"/>
            <a:ext cx="6174154" cy="1621619"/>
          </a:xfrm>
        </p:spPr>
        <p:txBody>
          <a:bodyPr/>
          <a:lstStyle/>
          <a:p>
            <a:r>
              <a:rPr lang="da-DK" dirty="0" err="1"/>
              <a:t>Assignment</a:t>
            </a:r>
            <a:r>
              <a:rPr lang="da-DK" dirty="0"/>
              <a:t> Operators</a:t>
            </a:r>
            <a:endParaRPr lang="en-US" dirty="0"/>
          </a:p>
        </p:txBody>
      </p:sp>
      <p:sp>
        <p:nvSpPr>
          <p:cNvPr id="5" name="Pladsholder til tekst 4">
            <a:extLst>
              <a:ext uri="{FF2B5EF4-FFF2-40B4-BE49-F238E27FC236}">
                <a16:creationId xmlns:a16="http://schemas.microsoft.com/office/drawing/2014/main" id="{81C48F38-F79E-4ADB-A53D-0000A3B66BD5}"/>
              </a:ext>
            </a:extLst>
          </p:cNvPr>
          <p:cNvSpPr>
            <a:spLocks noGrp="1"/>
          </p:cNvSpPr>
          <p:nvPr>
            <p:ph type="body" sz="quarter" idx="12"/>
          </p:nvPr>
        </p:nvSpPr>
        <p:spPr>
          <a:xfrm>
            <a:off x="587375" y="1496160"/>
            <a:ext cx="5251363" cy="3752115"/>
          </a:xfrm>
        </p:spPr>
        <p:txBody>
          <a:bodyPr/>
          <a:lstStyle/>
          <a:p>
            <a:pPr marL="0" indent="0">
              <a:buNone/>
            </a:pPr>
            <a:r>
              <a:rPr lang="da-DK" dirty="0"/>
              <a:t>Hvis vi skal læse og skrive kode skal vi lige have styr på hvordan vi skriver værdier til vores variabler.</a:t>
            </a:r>
          </a:p>
          <a:p>
            <a:pPr marL="0" indent="0">
              <a:buNone/>
            </a:pPr>
            <a:endParaRPr lang="da-DK" dirty="0"/>
          </a:p>
        </p:txBody>
      </p:sp>
      <p:sp>
        <p:nvSpPr>
          <p:cNvPr id="17" name="Tekstfelt 16">
            <a:extLst>
              <a:ext uri="{FF2B5EF4-FFF2-40B4-BE49-F238E27FC236}">
                <a16:creationId xmlns:a16="http://schemas.microsoft.com/office/drawing/2014/main" id="{F18EABCA-9221-4204-A8BE-5A3C0B7652C1}"/>
              </a:ext>
            </a:extLst>
          </p:cNvPr>
          <p:cNvSpPr txBox="1"/>
          <p:nvPr/>
        </p:nvSpPr>
        <p:spPr>
          <a:xfrm>
            <a:off x="581735" y="5759525"/>
            <a:ext cx="6094602" cy="369332"/>
          </a:xfrm>
          <a:prstGeom prst="rect">
            <a:avLst/>
          </a:prstGeom>
          <a:noFill/>
        </p:spPr>
        <p:txBody>
          <a:bodyPr wrap="square">
            <a:spAutoFit/>
          </a:bodyPr>
          <a:lstStyle/>
          <a:p>
            <a:r>
              <a:rPr lang="en-US" b="0" i="0" dirty="0" err="1">
                <a:solidFill>
                  <a:srgbClr val="797979"/>
                </a:solidFill>
                <a:effectLst/>
                <a:latin typeface="Arial" panose="020B0604020202020204" pitchFamily="34" charset="0"/>
              </a:rPr>
              <a:t>Hjælp</a:t>
            </a:r>
            <a:r>
              <a:rPr lang="en-US" b="0" i="0" dirty="0">
                <a:solidFill>
                  <a:srgbClr val="797979"/>
                </a:solidFill>
                <a:effectLst/>
                <a:latin typeface="Arial" panose="020B0604020202020204" pitchFamily="34" charset="0"/>
              </a:rPr>
              <a:t>: </a:t>
            </a:r>
            <a:r>
              <a:rPr lang="en-US" b="0" i="0" dirty="0">
                <a:solidFill>
                  <a:srgbClr val="797979"/>
                </a:solidFill>
                <a:effectLst/>
                <a:latin typeface="Arial" panose="020B0604020202020204" pitchFamily="34" charset="0"/>
                <a:hlinkClick r:id="rId2"/>
              </a:rPr>
              <a:t>Assignment Operators in C</a:t>
            </a:r>
            <a:endParaRPr lang="en-US" b="0" i="0" dirty="0">
              <a:solidFill>
                <a:srgbClr val="797979"/>
              </a:solidFill>
              <a:effectLst/>
              <a:latin typeface="Arial" panose="020B0604020202020204" pitchFamily="34" charset="0"/>
            </a:endParaRPr>
          </a:p>
        </p:txBody>
      </p:sp>
      <p:pic>
        <p:nvPicPr>
          <p:cNvPr id="6" name="Billede 5">
            <a:extLst>
              <a:ext uri="{FF2B5EF4-FFF2-40B4-BE49-F238E27FC236}">
                <a16:creationId xmlns:a16="http://schemas.microsoft.com/office/drawing/2014/main" id="{E5DC5B83-C8A4-4B54-97DE-1F737968F3C2}"/>
              </a:ext>
            </a:extLst>
          </p:cNvPr>
          <p:cNvPicPr>
            <a:picLocks noChangeAspect="1"/>
          </p:cNvPicPr>
          <p:nvPr/>
        </p:nvPicPr>
        <p:blipFill>
          <a:blip r:embed="rId3"/>
          <a:stretch>
            <a:fillRect/>
          </a:stretch>
        </p:blipFill>
        <p:spPr>
          <a:xfrm>
            <a:off x="6378058" y="276423"/>
            <a:ext cx="5174919" cy="5667768"/>
          </a:xfrm>
          <a:prstGeom prst="rect">
            <a:avLst/>
          </a:prstGeom>
        </p:spPr>
      </p:pic>
      <p:pic>
        <p:nvPicPr>
          <p:cNvPr id="8" name="Billede 7">
            <a:extLst>
              <a:ext uri="{FF2B5EF4-FFF2-40B4-BE49-F238E27FC236}">
                <a16:creationId xmlns:a16="http://schemas.microsoft.com/office/drawing/2014/main" id="{3F004430-B8D6-48EC-A4C8-3921633BA41C}"/>
              </a:ext>
            </a:extLst>
          </p:cNvPr>
          <p:cNvPicPr>
            <a:picLocks noChangeAspect="1"/>
          </p:cNvPicPr>
          <p:nvPr/>
        </p:nvPicPr>
        <p:blipFill>
          <a:blip r:embed="rId4"/>
          <a:stretch>
            <a:fillRect/>
          </a:stretch>
        </p:blipFill>
        <p:spPr>
          <a:xfrm>
            <a:off x="581735" y="2249289"/>
            <a:ext cx="2390195" cy="3170229"/>
          </a:xfrm>
          <a:prstGeom prst="rect">
            <a:avLst/>
          </a:prstGeom>
        </p:spPr>
      </p:pic>
    </p:spTree>
    <p:extLst>
      <p:ext uri="{BB962C8B-B14F-4D97-AF65-F5344CB8AC3E}">
        <p14:creationId xmlns:p14="http://schemas.microsoft.com/office/powerpoint/2010/main" val="4134915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8BA71568-5ACD-446A-B2C1-CB28A7019841}"/>
              </a:ext>
            </a:extLst>
          </p:cNvPr>
          <p:cNvSpPr>
            <a:spLocks noGrp="1"/>
          </p:cNvSpPr>
          <p:nvPr>
            <p:ph type="sldNum" sz="quarter" idx="10"/>
          </p:nvPr>
        </p:nvSpPr>
        <p:spPr/>
        <p:txBody>
          <a:bodyPr/>
          <a:lstStyle/>
          <a:p>
            <a:fld id="{D8D877B3-D348-4611-9BDB-C5374591D951}" type="slidenum">
              <a:rPr lang="en-US" smtClean="0"/>
              <a:pPr/>
              <a:t>31</a:t>
            </a:fld>
            <a:endParaRPr lang="en-US" dirty="0"/>
          </a:p>
        </p:txBody>
      </p:sp>
      <p:sp>
        <p:nvSpPr>
          <p:cNvPr id="4" name="Titel 3">
            <a:extLst>
              <a:ext uri="{FF2B5EF4-FFF2-40B4-BE49-F238E27FC236}">
                <a16:creationId xmlns:a16="http://schemas.microsoft.com/office/drawing/2014/main" id="{5325360F-A813-4D7B-862F-FFFF91BF161E}"/>
              </a:ext>
            </a:extLst>
          </p:cNvPr>
          <p:cNvSpPr>
            <a:spLocks noGrp="1"/>
          </p:cNvSpPr>
          <p:nvPr>
            <p:ph type="title"/>
          </p:nvPr>
        </p:nvSpPr>
        <p:spPr>
          <a:xfrm>
            <a:off x="587374" y="359273"/>
            <a:ext cx="5349142" cy="1621619"/>
          </a:xfrm>
        </p:spPr>
        <p:txBody>
          <a:bodyPr/>
          <a:lstStyle/>
          <a:p>
            <a:r>
              <a:rPr lang="da-DK" dirty="0" err="1"/>
              <a:t>Relational</a:t>
            </a:r>
            <a:r>
              <a:rPr lang="da-DK" dirty="0"/>
              <a:t> Operators</a:t>
            </a:r>
            <a:endParaRPr lang="en-US" dirty="0"/>
          </a:p>
        </p:txBody>
      </p:sp>
      <p:sp>
        <p:nvSpPr>
          <p:cNvPr id="5" name="Pladsholder til tekst 4">
            <a:extLst>
              <a:ext uri="{FF2B5EF4-FFF2-40B4-BE49-F238E27FC236}">
                <a16:creationId xmlns:a16="http://schemas.microsoft.com/office/drawing/2014/main" id="{81C48F38-F79E-4ADB-A53D-0000A3B66BD5}"/>
              </a:ext>
            </a:extLst>
          </p:cNvPr>
          <p:cNvSpPr>
            <a:spLocks noGrp="1"/>
          </p:cNvSpPr>
          <p:nvPr>
            <p:ph type="body" sz="quarter" idx="12"/>
          </p:nvPr>
        </p:nvSpPr>
        <p:spPr>
          <a:xfrm>
            <a:off x="587375" y="1496160"/>
            <a:ext cx="5251363" cy="3752115"/>
          </a:xfrm>
        </p:spPr>
        <p:txBody>
          <a:bodyPr/>
          <a:lstStyle/>
          <a:p>
            <a:pPr marL="0" indent="0">
              <a:buNone/>
            </a:pPr>
            <a:r>
              <a:rPr lang="da-DK" dirty="0"/>
              <a:t>Hvis vi skal lave smarte betingede valg i vores </a:t>
            </a:r>
            <a:r>
              <a:rPr lang="da-DK" dirty="0" err="1"/>
              <a:t>if</a:t>
            </a:r>
            <a:r>
              <a:rPr lang="da-DK" dirty="0"/>
              <a:t> statement skal vi kunne opstille komplekse udgaver af </a:t>
            </a:r>
            <a:r>
              <a:rPr lang="da-DK" dirty="0" err="1"/>
              <a:t>boolean_expression</a:t>
            </a:r>
            <a:r>
              <a:rPr lang="da-DK" dirty="0"/>
              <a:t>. </a:t>
            </a:r>
          </a:p>
          <a:p>
            <a:pPr marL="0" indent="0">
              <a:buNone/>
            </a:pPr>
            <a:r>
              <a:rPr lang="da-DK" dirty="0"/>
              <a:t>Til dette formål kan vi anvende </a:t>
            </a:r>
            <a:r>
              <a:rPr lang="da-DK" dirty="0" err="1"/>
              <a:t>Relational</a:t>
            </a:r>
            <a:r>
              <a:rPr lang="da-DK" dirty="0"/>
              <a:t> Operators</a:t>
            </a:r>
          </a:p>
          <a:p>
            <a:pPr marL="0" indent="0">
              <a:buNone/>
            </a:pPr>
            <a:endParaRPr lang="da-DK" dirty="0"/>
          </a:p>
          <a:p>
            <a:pPr marL="0" indent="0">
              <a:buNone/>
            </a:pPr>
            <a:endParaRPr lang="da-DK" dirty="0"/>
          </a:p>
          <a:p>
            <a:pPr marL="0" indent="0">
              <a:buNone/>
            </a:pPr>
            <a:endParaRPr lang="da-DK" dirty="0"/>
          </a:p>
          <a:p>
            <a:pPr marL="0" indent="0">
              <a:buNone/>
            </a:pPr>
            <a:endParaRPr lang="da-DK" dirty="0"/>
          </a:p>
          <a:p>
            <a:pPr marL="0" indent="0">
              <a:buNone/>
            </a:pPr>
            <a:r>
              <a:rPr lang="da-DK" dirty="0"/>
              <a:t>Husk ét = betyder </a:t>
            </a:r>
            <a:r>
              <a:rPr lang="da-DK" dirty="0" err="1"/>
              <a:t>assignment</a:t>
            </a:r>
            <a:endParaRPr lang="da-DK" dirty="0"/>
          </a:p>
          <a:p>
            <a:pPr marL="0" indent="0">
              <a:buNone/>
            </a:pPr>
            <a:r>
              <a:rPr lang="da-DK" dirty="0"/>
              <a:t>To == betyder sammenligning</a:t>
            </a:r>
            <a:endParaRPr lang="en-US" dirty="0"/>
          </a:p>
        </p:txBody>
      </p:sp>
      <p:sp>
        <p:nvSpPr>
          <p:cNvPr id="15" name="Tekstfelt 14">
            <a:extLst>
              <a:ext uri="{FF2B5EF4-FFF2-40B4-BE49-F238E27FC236}">
                <a16:creationId xmlns:a16="http://schemas.microsoft.com/office/drawing/2014/main" id="{2AD22AB0-6DE9-4871-B750-EA1201E07DA8}"/>
              </a:ext>
            </a:extLst>
          </p:cNvPr>
          <p:cNvSpPr txBox="1"/>
          <p:nvPr/>
        </p:nvSpPr>
        <p:spPr>
          <a:xfrm>
            <a:off x="513826" y="3117779"/>
            <a:ext cx="3563224" cy="369332"/>
          </a:xfrm>
          <a:prstGeom prst="rect">
            <a:avLst/>
          </a:prstGeom>
          <a:noFill/>
        </p:spPr>
        <p:txBody>
          <a:bodyPr wrap="square">
            <a:spAutoFit/>
          </a:bodyPr>
          <a:lstStyle/>
          <a:p>
            <a:pPr lvl="0"/>
            <a:r>
              <a:rPr lang="en-US" sz="1800" noProof="0" dirty="0"/>
              <a:t>Relational: &lt;, &lt;=, &gt;, &gt;=, ==, !=</a:t>
            </a:r>
          </a:p>
        </p:txBody>
      </p:sp>
      <p:sp>
        <p:nvSpPr>
          <p:cNvPr id="17" name="Tekstfelt 16">
            <a:extLst>
              <a:ext uri="{FF2B5EF4-FFF2-40B4-BE49-F238E27FC236}">
                <a16:creationId xmlns:a16="http://schemas.microsoft.com/office/drawing/2014/main" id="{F18EABCA-9221-4204-A8BE-5A3C0B7652C1}"/>
              </a:ext>
            </a:extLst>
          </p:cNvPr>
          <p:cNvSpPr txBox="1"/>
          <p:nvPr/>
        </p:nvSpPr>
        <p:spPr>
          <a:xfrm>
            <a:off x="581735" y="5759525"/>
            <a:ext cx="6094602" cy="369332"/>
          </a:xfrm>
          <a:prstGeom prst="rect">
            <a:avLst/>
          </a:prstGeom>
          <a:noFill/>
        </p:spPr>
        <p:txBody>
          <a:bodyPr wrap="square">
            <a:spAutoFit/>
          </a:bodyPr>
          <a:lstStyle/>
          <a:p>
            <a:r>
              <a:rPr lang="en-US" b="0" i="0" dirty="0" err="1">
                <a:solidFill>
                  <a:srgbClr val="797979"/>
                </a:solidFill>
                <a:effectLst/>
                <a:latin typeface="Arial" panose="020B0604020202020204" pitchFamily="34" charset="0"/>
              </a:rPr>
              <a:t>Hjælp</a:t>
            </a:r>
            <a:r>
              <a:rPr lang="en-US" b="0" i="0" dirty="0">
                <a:solidFill>
                  <a:srgbClr val="797979"/>
                </a:solidFill>
                <a:effectLst/>
                <a:latin typeface="Arial" panose="020B0604020202020204" pitchFamily="34" charset="0"/>
              </a:rPr>
              <a:t>: </a:t>
            </a:r>
            <a:r>
              <a:rPr lang="en-US" b="0" i="0" dirty="0">
                <a:solidFill>
                  <a:srgbClr val="797979"/>
                </a:solidFill>
                <a:effectLst/>
                <a:latin typeface="Arial" panose="020B0604020202020204" pitchFamily="34" charset="0"/>
                <a:hlinkClick r:id="rId2"/>
              </a:rPr>
              <a:t>Relational Operators in C</a:t>
            </a:r>
            <a:endParaRPr lang="en-US" b="0" i="0" dirty="0">
              <a:solidFill>
                <a:srgbClr val="797979"/>
              </a:solidFill>
              <a:effectLst/>
              <a:latin typeface="Arial" panose="020B0604020202020204" pitchFamily="34" charset="0"/>
            </a:endParaRPr>
          </a:p>
        </p:txBody>
      </p:sp>
      <p:pic>
        <p:nvPicPr>
          <p:cNvPr id="10" name="Billede 9">
            <a:extLst>
              <a:ext uri="{FF2B5EF4-FFF2-40B4-BE49-F238E27FC236}">
                <a16:creationId xmlns:a16="http://schemas.microsoft.com/office/drawing/2014/main" id="{EEDD9A03-23D3-4349-9BE1-E07182060C99}"/>
              </a:ext>
            </a:extLst>
          </p:cNvPr>
          <p:cNvPicPr>
            <a:picLocks noChangeAspect="1"/>
          </p:cNvPicPr>
          <p:nvPr/>
        </p:nvPicPr>
        <p:blipFill>
          <a:blip r:embed="rId3"/>
          <a:stretch>
            <a:fillRect/>
          </a:stretch>
        </p:blipFill>
        <p:spPr>
          <a:xfrm>
            <a:off x="5838738" y="1200323"/>
            <a:ext cx="5730744" cy="4573575"/>
          </a:xfrm>
          <a:prstGeom prst="rect">
            <a:avLst/>
          </a:prstGeom>
        </p:spPr>
      </p:pic>
    </p:spTree>
    <p:extLst>
      <p:ext uri="{BB962C8B-B14F-4D97-AF65-F5344CB8AC3E}">
        <p14:creationId xmlns:p14="http://schemas.microsoft.com/office/powerpoint/2010/main" val="4131622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8BA71568-5ACD-446A-B2C1-CB28A7019841}"/>
              </a:ext>
            </a:extLst>
          </p:cNvPr>
          <p:cNvSpPr>
            <a:spLocks noGrp="1"/>
          </p:cNvSpPr>
          <p:nvPr>
            <p:ph type="sldNum" sz="quarter" idx="10"/>
          </p:nvPr>
        </p:nvSpPr>
        <p:spPr/>
        <p:txBody>
          <a:bodyPr/>
          <a:lstStyle/>
          <a:p>
            <a:fld id="{D8D877B3-D348-4611-9BDB-C5374591D951}" type="slidenum">
              <a:rPr lang="en-US" smtClean="0"/>
              <a:pPr/>
              <a:t>32</a:t>
            </a:fld>
            <a:endParaRPr lang="en-US" dirty="0"/>
          </a:p>
        </p:txBody>
      </p:sp>
      <p:sp>
        <p:nvSpPr>
          <p:cNvPr id="4" name="Titel 3">
            <a:extLst>
              <a:ext uri="{FF2B5EF4-FFF2-40B4-BE49-F238E27FC236}">
                <a16:creationId xmlns:a16="http://schemas.microsoft.com/office/drawing/2014/main" id="{5325360F-A813-4D7B-862F-FFFF91BF161E}"/>
              </a:ext>
            </a:extLst>
          </p:cNvPr>
          <p:cNvSpPr>
            <a:spLocks noGrp="1"/>
          </p:cNvSpPr>
          <p:nvPr>
            <p:ph type="title"/>
          </p:nvPr>
        </p:nvSpPr>
        <p:spPr>
          <a:xfrm>
            <a:off x="587374" y="359273"/>
            <a:ext cx="5175863" cy="1621619"/>
          </a:xfrm>
        </p:spPr>
        <p:txBody>
          <a:bodyPr/>
          <a:lstStyle/>
          <a:p>
            <a:r>
              <a:rPr lang="da-DK" dirty="0" err="1"/>
              <a:t>Logical</a:t>
            </a:r>
            <a:r>
              <a:rPr lang="da-DK" dirty="0"/>
              <a:t> Operators</a:t>
            </a:r>
            <a:endParaRPr lang="en-US" dirty="0"/>
          </a:p>
        </p:txBody>
      </p:sp>
      <p:sp>
        <p:nvSpPr>
          <p:cNvPr id="5" name="Pladsholder til tekst 4">
            <a:extLst>
              <a:ext uri="{FF2B5EF4-FFF2-40B4-BE49-F238E27FC236}">
                <a16:creationId xmlns:a16="http://schemas.microsoft.com/office/drawing/2014/main" id="{81C48F38-F79E-4ADB-A53D-0000A3B66BD5}"/>
              </a:ext>
            </a:extLst>
          </p:cNvPr>
          <p:cNvSpPr>
            <a:spLocks noGrp="1"/>
          </p:cNvSpPr>
          <p:nvPr>
            <p:ph type="body" sz="quarter" idx="12"/>
          </p:nvPr>
        </p:nvSpPr>
        <p:spPr>
          <a:xfrm>
            <a:off x="587375" y="1496160"/>
            <a:ext cx="5230091" cy="3752115"/>
          </a:xfrm>
        </p:spPr>
        <p:txBody>
          <a:bodyPr/>
          <a:lstStyle/>
          <a:p>
            <a:pPr marL="0" indent="0">
              <a:buNone/>
            </a:pPr>
            <a:r>
              <a:rPr lang="da-DK" dirty="0"/>
              <a:t>Hvis vi skal lave smarte betingede valg i vores </a:t>
            </a:r>
            <a:r>
              <a:rPr lang="da-DK" dirty="0" err="1"/>
              <a:t>if</a:t>
            </a:r>
            <a:r>
              <a:rPr lang="da-DK" dirty="0"/>
              <a:t> statement skal vi kunne opstille komplekse udgaver af </a:t>
            </a:r>
            <a:r>
              <a:rPr lang="da-DK" dirty="0" err="1"/>
              <a:t>boolean_expression</a:t>
            </a:r>
            <a:r>
              <a:rPr lang="da-DK" dirty="0"/>
              <a:t>. </a:t>
            </a:r>
          </a:p>
          <a:p>
            <a:pPr marL="0" indent="0">
              <a:buNone/>
            </a:pPr>
            <a:r>
              <a:rPr lang="da-DK" dirty="0"/>
              <a:t>Til dette formål kan vi anvende </a:t>
            </a:r>
            <a:r>
              <a:rPr lang="da-DK" dirty="0" err="1"/>
              <a:t>Logical</a:t>
            </a:r>
            <a:r>
              <a:rPr lang="da-DK" dirty="0"/>
              <a:t> Operators</a:t>
            </a:r>
            <a:endParaRPr lang="en-US" dirty="0"/>
          </a:p>
        </p:txBody>
      </p:sp>
      <p:pic>
        <p:nvPicPr>
          <p:cNvPr id="7" name="Billede 6">
            <a:extLst>
              <a:ext uri="{FF2B5EF4-FFF2-40B4-BE49-F238E27FC236}">
                <a16:creationId xmlns:a16="http://schemas.microsoft.com/office/drawing/2014/main" id="{8976653B-59D4-4558-8707-7DAC953E6074}"/>
              </a:ext>
            </a:extLst>
          </p:cNvPr>
          <p:cNvPicPr>
            <a:picLocks noChangeAspect="1"/>
          </p:cNvPicPr>
          <p:nvPr/>
        </p:nvPicPr>
        <p:blipFill>
          <a:blip r:embed="rId2"/>
          <a:stretch>
            <a:fillRect/>
          </a:stretch>
        </p:blipFill>
        <p:spPr>
          <a:xfrm>
            <a:off x="5936516" y="368752"/>
            <a:ext cx="5230091" cy="1887682"/>
          </a:xfrm>
          <a:prstGeom prst="rect">
            <a:avLst/>
          </a:prstGeom>
        </p:spPr>
      </p:pic>
      <p:pic>
        <p:nvPicPr>
          <p:cNvPr id="9" name="Billede 8">
            <a:extLst>
              <a:ext uri="{FF2B5EF4-FFF2-40B4-BE49-F238E27FC236}">
                <a16:creationId xmlns:a16="http://schemas.microsoft.com/office/drawing/2014/main" id="{2EDC0F89-39CB-4301-AB02-6112802325AE}"/>
              </a:ext>
            </a:extLst>
          </p:cNvPr>
          <p:cNvPicPr>
            <a:picLocks noChangeAspect="1"/>
          </p:cNvPicPr>
          <p:nvPr/>
        </p:nvPicPr>
        <p:blipFill>
          <a:blip r:embed="rId3"/>
          <a:stretch>
            <a:fillRect/>
          </a:stretch>
        </p:blipFill>
        <p:spPr>
          <a:xfrm>
            <a:off x="587374" y="2866763"/>
            <a:ext cx="7000875" cy="3219450"/>
          </a:xfrm>
          <a:prstGeom prst="rect">
            <a:avLst/>
          </a:prstGeom>
        </p:spPr>
      </p:pic>
      <p:pic>
        <p:nvPicPr>
          <p:cNvPr id="11" name="Billede 10">
            <a:extLst>
              <a:ext uri="{FF2B5EF4-FFF2-40B4-BE49-F238E27FC236}">
                <a16:creationId xmlns:a16="http://schemas.microsoft.com/office/drawing/2014/main" id="{EE2500C9-2350-40EF-92CB-CDEB9C2AEA20}"/>
              </a:ext>
            </a:extLst>
          </p:cNvPr>
          <p:cNvPicPr>
            <a:picLocks noChangeAspect="1"/>
          </p:cNvPicPr>
          <p:nvPr/>
        </p:nvPicPr>
        <p:blipFill>
          <a:blip r:embed="rId4"/>
          <a:stretch>
            <a:fillRect/>
          </a:stretch>
        </p:blipFill>
        <p:spPr>
          <a:xfrm>
            <a:off x="8040461" y="3576551"/>
            <a:ext cx="3870894" cy="2400605"/>
          </a:xfrm>
          <a:prstGeom prst="rect">
            <a:avLst/>
          </a:prstGeom>
          <a:ln>
            <a:solidFill>
              <a:schemeClr val="tx1"/>
            </a:solidFill>
          </a:ln>
        </p:spPr>
      </p:pic>
      <p:sp>
        <p:nvSpPr>
          <p:cNvPr id="13" name="Tekstfelt 12">
            <a:extLst>
              <a:ext uri="{FF2B5EF4-FFF2-40B4-BE49-F238E27FC236}">
                <a16:creationId xmlns:a16="http://schemas.microsoft.com/office/drawing/2014/main" id="{1DECDE77-7DAA-42CD-A558-335FD7FD47F1}"/>
              </a:ext>
            </a:extLst>
          </p:cNvPr>
          <p:cNvSpPr txBox="1"/>
          <p:nvPr/>
        </p:nvSpPr>
        <p:spPr>
          <a:xfrm>
            <a:off x="8040461" y="3207219"/>
            <a:ext cx="2030519" cy="369332"/>
          </a:xfrm>
          <a:prstGeom prst="rect">
            <a:avLst/>
          </a:prstGeom>
          <a:noFill/>
        </p:spPr>
        <p:txBody>
          <a:bodyPr wrap="square">
            <a:spAutoFit/>
          </a:bodyPr>
          <a:lstStyle/>
          <a:p>
            <a:r>
              <a:rPr lang="da-DK" dirty="0"/>
              <a:t>Sandhedstabeller:</a:t>
            </a:r>
            <a:endParaRPr lang="en-US" dirty="0"/>
          </a:p>
        </p:txBody>
      </p:sp>
      <p:sp>
        <p:nvSpPr>
          <p:cNvPr id="14" name="Ellipse 13">
            <a:extLst>
              <a:ext uri="{FF2B5EF4-FFF2-40B4-BE49-F238E27FC236}">
                <a16:creationId xmlns:a16="http://schemas.microsoft.com/office/drawing/2014/main" id="{4E257307-2932-43BE-B378-5274BEDA4A73}"/>
              </a:ext>
            </a:extLst>
          </p:cNvPr>
          <p:cNvSpPr/>
          <p:nvPr/>
        </p:nvSpPr>
        <p:spPr>
          <a:xfrm>
            <a:off x="8162488" y="5327009"/>
            <a:ext cx="1015068" cy="29361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Ellipse 15">
            <a:extLst>
              <a:ext uri="{FF2B5EF4-FFF2-40B4-BE49-F238E27FC236}">
                <a16:creationId xmlns:a16="http://schemas.microsoft.com/office/drawing/2014/main" id="{C9134078-59F6-49E6-BAC9-9387EEFFEC47}"/>
              </a:ext>
            </a:extLst>
          </p:cNvPr>
          <p:cNvSpPr/>
          <p:nvPr/>
        </p:nvSpPr>
        <p:spPr>
          <a:xfrm>
            <a:off x="9485152" y="5328407"/>
            <a:ext cx="1015068" cy="29361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Ellipse 17">
            <a:extLst>
              <a:ext uri="{FF2B5EF4-FFF2-40B4-BE49-F238E27FC236}">
                <a16:creationId xmlns:a16="http://schemas.microsoft.com/office/drawing/2014/main" id="{94F9D639-1B30-4E7D-BA05-AE7D3B9CF335}"/>
              </a:ext>
            </a:extLst>
          </p:cNvPr>
          <p:cNvSpPr/>
          <p:nvPr/>
        </p:nvSpPr>
        <p:spPr>
          <a:xfrm>
            <a:off x="10852991" y="4891428"/>
            <a:ext cx="777834" cy="29361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500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021E756-1430-F4FB-6314-F0785E627E6A}"/>
              </a:ext>
            </a:extLst>
          </p:cNvPr>
          <p:cNvSpPr>
            <a:spLocks noGrp="1"/>
          </p:cNvSpPr>
          <p:nvPr>
            <p:ph type="sldNum" sz="quarter" idx="10"/>
          </p:nvPr>
        </p:nvSpPr>
        <p:spPr/>
        <p:txBody>
          <a:bodyPr/>
          <a:lstStyle/>
          <a:p>
            <a:fld id="{D8D877B3-D348-4611-9BDB-C5374591D951}" type="slidenum">
              <a:rPr lang="en-US" smtClean="0"/>
              <a:pPr/>
              <a:t>33</a:t>
            </a:fld>
            <a:endParaRPr lang="en-US" dirty="0"/>
          </a:p>
        </p:txBody>
      </p:sp>
      <p:sp>
        <p:nvSpPr>
          <p:cNvPr id="4" name="Title 3">
            <a:extLst>
              <a:ext uri="{FF2B5EF4-FFF2-40B4-BE49-F238E27FC236}">
                <a16:creationId xmlns:a16="http://schemas.microsoft.com/office/drawing/2014/main" id="{C6BA0550-0F20-68DD-0268-FB7AE3B95EE9}"/>
              </a:ext>
            </a:extLst>
          </p:cNvPr>
          <p:cNvSpPr>
            <a:spLocks noGrp="1"/>
          </p:cNvSpPr>
          <p:nvPr>
            <p:ph type="title"/>
          </p:nvPr>
        </p:nvSpPr>
        <p:spPr/>
        <p:txBody>
          <a:bodyPr/>
          <a:lstStyle/>
          <a:p>
            <a:r>
              <a:rPr lang="da-DK" dirty="0"/>
              <a:t>Opgaver</a:t>
            </a:r>
            <a:endParaRPr lang="LID4096" dirty="0"/>
          </a:p>
        </p:txBody>
      </p:sp>
      <p:sp>
        <p:nvSpPr>
          <p:cNvPr id="7" name="Text Placeholder 6">
            <a:extLst>
              <a:ext uri="{FF2B5EF4-FFF2-40B4-BE49-F238E27FC236}">
                <a16:creationId xmlns:a16="http://schemas.microsoft.com/office/drawing/2014/main" id="{52D81520-74DF-475A-5011-C6F0044C4FCF}"/>
              </a:ext>
            </a:extLst>
          </p:cNvPr>
          <p:cNvSpPr>
            <a:spLocks noGrp="1"/>
          </p:cNvSpPr>
          <p:nvPr>
            <p:ph type="body" sz="quarter" idx="12"/>
          </p:nvPr>
        </p:nvSpPr>
        <p:spPr>
          <a:xfrm>
            <a:off x="5548437" y="1211472"/>
            <a:ext cx="6418973" cy="3600491"/>
          </a:xfrm>
        </p:spPr>
        <p:txBody>
          <a:bodyPr/>
          <a:lstStyle/>
          <a:p>
            <a:r>
              <a:rPr lang="en-US" dirty="0">
                <a:solidFill>
                  <a:schemeClr val="tx1"/>
                </a:solidFill>
              </a:rPr>
              <a:t>files/selective_kontrolstrukturerer_questions.pdf</a:t>
            </a:r>
            <a:endParaRPr lang="LID4096" dirty="0">
              <a:solidFill>
                <a:schemeClr val="tx1"/>
              </a:solidFill>
            </a:endParaRPr>
          </a:p>
        </p:txBody>
      </p:sp>
    </p:spTree>
    <p:extLst>
      <p:ext uri="{BB962C8B-B14F-4D97-AF65-F5344CB8AC3E}">
        <p14:creationId xmlns:p14="http://schemas.microsoft.com/office/powerpoint/2010/main" val="42219872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DADA0AB9-BBFE-4960-996E-A74E29AF79D0}"/>
              </a:ext>
            </a:extLst>
          </p:cNvPr>
          <p:cNvSpPr>
            <a:spLocks noGrp="1"/>
          </p:cNvSpPr>
          <p:nvPr>
            <p:ph type="sldNum" sz="quarter" idx="4"/>
          </p:nvPr>
        </p:nvSpPr>
        <p:spPr/>
        <p:txBody>
          <a:bodyPr/>
          <a:lstStyle/>
          <a:p>
            <a:fld id="{D8D877B3-D348-4611-9BDB-C5374591D951}" type="slidenum">
              <a:rPr lang="en-US" smtClean="0"/>
              <a:pPr/>
              <a:t>34</a:t>
            </a:fld>
            <a:endParaRPr lang="en-US" dirty="0"/>
          </a:p>
        </p:txBody>
      </p:sp>
      <p:sp>
        <p:nvSpPr>
          <p:cNvPr id="3" name="Titel 2">
            <a:extLst>
              <a:ext uri="{FF2B5EF4-FFF2-40B4-BE49-F238E27FC236}">
                <a16:creationId xmlns:a16="http://schemas.microsoft.com/office/drawing/2014/main" id="{771FCC23-E55F-46D0-B197-1ABC41AA65F7}"/>
              </a:ext>
            </a:extLst>
          </p:cNvPr>
          <p:cNvSpPr>
            <a:spLocks noGrp="1"/>
          </p:cNvSpPr>
          <p:nvPr>
            <p:ph type="title"/>
          </p:nvPr>
        </p:nvSpPr>
        <p:spPr/>
        <p:txBody>
          <a:bodyPr/>
          <a:lstStyle/>
          <a:p>
            <a:r>
              <a:rPr lang="da-DK" dirty="0"/>
              <a:t>Næste gang …</a:t>
            </a:r>
            <a:endParaRPr lang="en-US" dirty="0"/>
          </a:p>
        </p:txBody>
      </p:sp>
      <p:sp>
        <p:nvSpPr>
          <p:cNvPr id="4" name="Pladsholder til tekst 3">
            <a:extLst>
              <a:ext uri="{FF2B5EF4-FFF2-40B4-BE49-F238E27FC236}">
                <a16:creationId xmlns:a16="http://schemas.microsoft.com/office/drawing/2014/main" id="{39B52C7F-F552-4227-BE87-3FDE12C14A3A}"/>
              </a:ext>
            </a:extLst>
          </p:cNvPr>
          <p:cNvSpPr>
            <a:spLocks noGrp="1"/>
          </p:cNvSpPr>
          <p:nvPr>
            <p:ph type="body" sz="quarter" idx="12"/>
          </p:nvPr>
        </p:nvSpPr>
        <p:spPr/>
        <p:txBody>
          <a:bodyPr/>
          <a:lstStyle/>
          <a:p>
            <a:pPr marL="0" indent="0">
              <a:buNone/>
            </a:pPr>
            <a:r>
              <a:rPr lang="da-DK" dirty="0"/>
              <a:t>Emnet: 	Iterative kontrolstrukturer</a:t>
            </a:r>
          </a:p>
          <a:p>
            <a:pPr marL="0" indent="0">
              <a:buNone/>
            </a:pPr>
            <a:r>
              <a:rPr lang="da-DK" dirty="0"/>
              <a:t>Litteratur:	Se </a:t>
            </a:r>
            <a:r>
              <a:rPr lang="da-DK" dirty="0" err="1"/>
              <a:t>moodle</a:t>
            </a:r>
            <a:r>
              <a:rPr lang="da-DK" dirty="0"/>
              <a:t>. </a:t>
            </a:r>
          </a:p>
        </p:txBody>
      </p:sp>
    </p:spTree>
    <p:extLst>
      <p:ext uri="{BB962C8B-B14F-4D97-AF65-F5344CB8AC3E}">
        <p14:creationId xmlns:p14="http://schemas.microsoft.com/office/powerpoint/2010/main" val="1955938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Pladsholder til slidenummer 2">
            <a:extLst>
              <a:ext uri="{FF2B5EF4-FFF2-40B4-BE49-F238E27FC236}">
                <a16:creationId xmlns:a16="http://schemas.microsoft.com/office/drawing/2014/main" id="{8B87B72B-6297-4423-80E4-240CE601EB97}"/>
              </a:ext>
            </a:extLst>
          </p:cNvPr>
          <p:cNvSpPr>
            <a:spLocks noGrp="1"/>
          </p:cNvSpPr>
          <p:nvPr>
            <p:ph type="sldNum" sz="quarter" idx="10"/>
          </p:nvPr>
        </p:nvSpPr>
        <p:spPr/>
        <p:txBody>
          <a:bodyPr/>
          <a:lstStyle/>
          <a:p>
            <a:fld id="{D8D877B3-D348-4611-9BDB-C5374591D951}" type="slidenum">
              <a:rPr lang="en-US" smtClean="0"/>
              <a:pPr/>
              <a:t>35</a:t>
            </a:fld>
            <a:endParaRPr lang="en-US" dirty="0"/>
          </a:p>
        </p:txBody>
      </p:sp>
      <p:sp>
        <p:nvSpPr>
          <p:cNvPr id="4" name="Titel 3">
            <a:extLst>
              <a:ext uri="{FF2B5EF4-FFF2-40B4-BE49-F238E27FC236}">
                <a16:creationId xmlns:a16="http://schemas.microsoft.com/office/drawing/2014/main" id="{B19EA71C-AC73-4AF0-A25D-A6E52BA52C08}"/>
              </a:ext>
            </a:extLst>
          </p:cNvPr>
          <p:cNvSpPr>
            <a:spLocks noGrp="1"/>
          </p:cNvSpPr>
          <p:nvPr>
            <p:ph type="title"/>
          </p:nvPr>
        </p:nvSpPr>
        <p:spPr>
          <a:xfrm>
            <a:off x="587374" y="359273"/>
            <a:ext cx="6635547" cy="1621619"/>
          </a:xfrm>
        </p:spPr>
        <p:txBody>
          <a:bodyPr/>
          <a:lstStyle/>
          <a:p>
            <a:r>
              <a:rPr lang="da-DK" dirty="0" err="1"/>
              <a:t>yEd</a:t>
            </a:r>
            <a:r>
              <a:rPr lang="da-DK" dirty="0"/>
              <a:t> Graph Editor</a:t>
            </a:r>
            <a:endParaRPr lang="en-US" dirty="0"/>
          </a:p>
        </p:txBody>
      </p:sp>
      <p:pic>
        <p:nvPicPr>
          <p:cNvPr id="16" name="Pladsholder til indhold 7">
            <a:extLst>
              <a:ext uri="{FF2B5EF4-FFF2-40B4-BE49-F238E27FC236}">
                <a16:creationId xmlns:a16="http://schemas.microsoft.com/office/drawing/2014/main" id="{F042D960-0019-4508-9EC2-2FF3DE6376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5147" y="1191616"/>
            <a:ext cx="4038600" cy="4474768"/>
          </a:xfrm>
          <a:prstGeom prst="rect">
            <a:avLst/>
          </a:prstGeom>
        </p:spPr>
      </p:pic>
      <p:sp>
        <p:nvSpPr>
          <p:cNvPr id="17" name="Pladsholder til indhold 8">
            <a:extLst>
              <a:ext uri="{FF2B5EF4-FFF2-40B4-BE49-F238E27FC236}">
                <a16:creationId xmlns:a16="http://schemas.microsoft.com/office/drawing/2014/main" id="{9702735E-3E7E-4EA5-8B2D-1F788FE7D950}"/>
              </a:ext>
            </a:extLst>
          </p:cNvPr>
          <p:cNvSpPr txBox="1">
            <a:spLocks/>
          </p:cNvSpPr>
          <p:nvPr/>
        </p:nvSpPr>
        <p:spPr>
          <a:xfrm>
            <a:off x="8146622" y="1197908"/>
            <a:ext cx="4244280" cy="4525963"/>
          </a:xfrm>
          <a:prstGeom prst="rect">
            <a:avLst/>
          </a:prstGeom>
        </p:spPr>
        <p:txBody>
          <a:bodyPr/>
          <a:lstStyle>
            <a:lvl1pPr marL="285750" indent="-285750" algn="l" defTabSz="914318" rtl="0" eaLnBrk="1" latinLnBrk="0" hangingPunct="1">
              <a:lnSpc>
                <a:spcPct val="120000"/>
              </a:lnSpc>
              <a:spcBef>
                <a:spcPts val="1000"/>
              </a:spcBef>
              <a:buFontTx/>
              <a:buBlip>
                <a:blip r:embed="rId3"/>
              </a:buBlip>
              <a:defRPr sz="1600" kern="1200" spc="0">
                <a:solidFill>
                  <a:schemeClr val="tx1"/>
                </a:solidFill>
                <a:latin typeface="+mn-lt"/>
                <a:ea typeface="+mn-ea"/>
                <a:cs typeface="+mn-cs"/>
              </a:defRPr>
            </a:lvl1pPr>
            <a:lvl2pPr marL="623888" indent="-285750" algn="l" defTabSz="914318" rtl="0" eaLnBrk="1" latinLnBrk="0" hangingPunct="1">
              <a:lnSpc>
                <a:spcPct val="120000"/>
              </a:lnSpc>
              <a:spcBef>
                <a:spcPts val="499"/>
              </a:spcBef>
              <a:buFontTx/>
              <a:buBlip>
                <a:blip r:embed="rId3"/>
              </a:buBlip>
              <a:defRPr sz="1400" kern="1200">
                <a:solidFill>
                  <a:schemeClr val="tx1"/>
                </a:solidFill>
                <a:latin typeface="+mn-lt"/>
                <a:ea typeface="+mn-ea"/>
                <a:cs typeface="+mn-cs"/>
              </a:defRPr>
            </a:lvl2pPr>
            <a:lvl3pPr marL="806450" indent="-171450" algn="l" defTabSz="914318" rtl="0" eaLnBrk="1" latinLnBrk="0" hangingPunct="1">
              <a:lnSpc>
                <a:spcPct val="120000"/>
              </a:lnSpc>
              <a:spcBef>
                <a:spcPts val="499"/>
              </a:spcBef>
              <a:buFontTx/>
              <a:buBlip>
                <a:blip r:embed="rId4"/>
              </a:buBlip>
              <a:tabLst>
                <a:tab pos="898525" algn="l"/>
              </a:tabLst>
              <a:defRPr sz="1200" kern="1200">
                <a:solidFill>
                  <a:schemeClr val="tx1"/>
                </a:solidFill>
                <a:latin typeface="+mn-lt"/>
                <a:ea typeface="+mn-ea"/>
                <a:cs typeface="+mn-cs"/>
              </a:defRPr>
            </a:lvl3pPr>
            <a:lvl4pPr marL="1071563" indent="-171450" algn="l" defTabSz="914318" rtl="0" eaLnBrk="1" latinLnBrk="0" hangingPunct="1">
              <a:lnSpc>
                <a:spcPct val="120000"/>
              </a:lnSpc>
              <a:spcBef>
                <a:spcPts val="499"/>
              </a:spcBef>
              <a:buFontTx/>
              <a:buBlip>
                <a:blip r:embed="rId4"/>
              </a:buBlip>
              <a:defRPr sz="1000" kern="1200">
                <a:solidFill>
                  <a:schemeClr val="tx1">
                    <a:alpha val="70000"/>
                  </a:schemeClr>
                </a:solidFill>
                <a:latin typeface="+mn-lt"/>
                <a:ea typeface="+mn-ea"/>
                <a:cs typeface="+mn-cs"/>
              </a:defRPr>
            </a:lvl4pPr>
            <a:lvl5pPr marL="1071563" indent="-171450" algn="l" defTabSz="914318" rtl="0" eaLnBrk="1" latinLnBrk="0" hangingPunct="1">
              <a:lnSpc>
                <a:spcPct val="120000"/>
              </a:lnSpc>
              <a:spcBef>
                <a:spcPts val="499"/>
              </a:spcBef>
              <a:buFontTx/>
              <a:buBlip>
                <a:blip r:embed="rId4"/>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r>
              <a:rPr lang="da-DK"/>
              <a:t>Er der fejl i produktionen af kaffe?</a:t>
            </a:r>
          </a:p>
          <a:p>
            <a:r>
              <a:rPr lang="da-DK"/>
              <a:t>Hvad foretrækker jeg at drikke?</a:t>
            </a:r>
            <a:endParaRPr lang="en-DK" dirty="0"/>
          </a:p>
        </p:txBody>
      </p:sp>
      <p:pic>
        <p:nvPicPr>
          <p:cNvPr id="20" name="Billede 19">
            <a:extLst>
              <a:ext uri="{FF2B5EF4-FFF2-40B4-BE49-F238E27FC236}">
                <a16:creationId xmlns:a16="http://schemas.microsoft.com/office/drawing/2014/main" id="{44D15BBE-8E04-49B1-B922-C056FBDF4E4C}"/>
              </a:ext>
            </a:extLst>
          </p:cNvPr>
          <p:cNvPicPr>
            <a:picLocks noChangeAspect="1"/>
          </p:cNvPicPr>
          <p:nvPr/>
        </p:nvPicPr>
        <p:blipFill>
          <a:blip r:embed="rId5"/>
          <a:stretch>
            <a:fillRect/>
          </a:stretch>
        </p:blipFill>
        <p:spPr>
          <a:xfrm>
            <a:off x="403284" y="4942484"/>
            <a:ext cx="3400425" cy="1447800"/>
          </a:xfrm>
          <a:prstGeom prst="rect">
            <a:avLst/>
          </a:prstGeom>
        </p:spPr>
      </p:pic>
      <p:sp>
        <p:nvSpPr>
          <p:cNvPr id="22" name="Tekstfelt 21">
            <a:extLst>
              <a:ext uri="{FF2B5EF4-FFF2-40B4-BE49-F238E27FC236}">
                <a16:creationId xmlns:a16="http://schemas.microsoft.com/office/drawing/2014/main" id="{E5B6FB7D-6819-4F76-AE4D-695C097125C2}"/>
              </a:ext>
            </a:extLst>
          </p:cNvPr>
          <p:cNvSpPr txBox="1"/>
          <p:nvPr/>
        </p:nvSpPr>
        <p:spPr>
          <a:xfrm>
            <a:off x="287323" y="6365009"/>
            <a:ext cx="6195268" cy="369332"/>
          </a:xfrm>
          <a:prstGeom prst="rect">
            <a:avLst/>
          </a:prstGeom>
          <a:noFill/>
        </p:spPr>
        <p:txBody>
          <a:bodyPr wrap="square">
            <a:spAutoFit/>
          </a:bodyPr>
          <a:lstStyle/>
          <a:p>
            <a:r>
              <a:rPr lang="en-US" dirty="0">
                <a:hlinkClick r:id="rId6"/>
              </a:rPr>
              <a:t>https://www.yworks.com/prod+ucts/yed</a:t>
            </a:r>
            <a:endParaRPr lang="en-US" dirty="0"/>
          </a:p>
        </p:txBody>
      </p:sp>
    </p:spTree>
    <p:extLst>
      <p:ext uri="{BB962C8B-B14F-4D97-AF65-F5344CB8AC3E}">
        <p14:creationId xmlns:p14="http://schemas.microsoft.com/office/powerpoint/2010/main" val="4023261275"/>
      </p:ext>
    </p:extLst>
  </p:cSld>
  <p:clrMapOvr>
    <a:masterClrMapping/>
  </p:clrMapOvr>
</p:sld>
</file>

<file path=ppt/theme/theme1.xml><?xml version="1.0" encoding="utf-8"?>
<a:theme xmlns:a="http://schemas.openxmlformats.org/drawingml/2006/main" name="AAU PowerPoint">
  <a:themeElements>
    <a:clrScheme name="AAU">
      <a:dk1>
        <a:srgbClr val="211A52"/>
      </a:dk1>
      <a:lt1>
        <a:srgbClr val="FFFFFF"/>
      </a:lt1>
      <a:dk2>
        <a:srgbClr val="76818B"/>
      </a:dk2>
      <a:lt2>
        <a:srgbClr val="BBC0C5"/>
      </a:lt2>
      <a:accent1>
        <a:srgbClr val="4D4875"/>
      </a:accent1>
      <a:accent2>
        <a:srgbClr val="A6A3BA"/>
      </a:accent2>
      <a:accent3>
        <a:srgbClr val="7A72CC"/>
      </a:accent3>
      <a:accent4>
        <a:srgbClr val="DF6752"/>
      </a:accent4>
      <a:accent5>
        <a:srgbClr val="BDB9E5"/>
      </a:accent5>
      <a:accent6>
        <a:srgbClr val="594FBF"/>
      </a:accent6>
      <a:hlink>
        <a:srgbClr val="9B95D9"/>
      </a:hlink>
      <a:folHlink>
        <a:srgbClr val="DEDCF2"/>
      </a:folHlink>
    </a:clrScheme>
    <a:fontScheme name="console">
      <a:majorFont>
        <a:latin typeface="Consolas"/>
        <a:ea typeface=""/>
        <a:cs typeface=""/>
      </a:majorFont>
      <a:minorFont>
        <a:latin typeface="Consolas"/>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æsentation1" id="{82CE9111-C904-4B79-890A-54AB13CC827E}" vid="{0823D412-4A7B-478A-A66C-97269A7413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B603C15142CBA48BA2B0D95E5145F8F" ma:contentTypeVersion="4" ma:contentTypeDescription="Create a new document." ma:contentTypeScope="" ma:versionID="5717f4dcdcd896864b5743ad6fc68f37">
  <xsd:schema xmlns:xsd="http://www.w3.org/2001/XMLSchema" xmlns:xs="http://www.w3.org/2001/XMLSchema" xmlns:p="http://schemas.microsoft.com/office/2006/metadata/properties" xmlns:ns2="1790affa-1f64-4e58-8dd7-745390e575dd" xmlns:ns3="5eaab4c3-db73-4b93-9200-350b498c50e8" targetNamespace="http://schemas.microsoft.com/office/2006/metadata/properties" ma:root="true" ma:fieldsID="88623ea61eba25adb9ac0ec1bf0df670" ns2:_="" ns3:_="">
    <xsd:import namespace="1790affa-1f64-4e58-8dd7-745390e575dd"/>
    <xsd:import namespace="5eaab4c3-db73-4b93-9200-350b498c50e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90affa-1f64-4e58-8dd7-745390e575d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eaab4c3-db73-4b93-9200-350b498c50e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603602-65E0-48FA-BF06-563C46D1CC25}">
  <ds:schemaRefs>
    <ds:schemaRef ds:uri="http://schemas.microsoft.com/office/infopath/2007/PartnerControls"/>
    <ds:schemaRef ds:uri="http://purl.org/dc/dcmitype/"/>
    <ds:schemaRef ds:uri="http://purl.org/dc/elements/1.1/"/>
    <ds:schemaRef ds:uri="5eaab4c3-db73-4b93-9200-350b498c50e8"/>
    <ds:schemaRef ds:uri="http://purl.org/dc/terms/"/>
    <ds:schemaRef ds:uri="http://schemas.microsoft.com/office/2006/documentManagement/types"/>
    <ds:schemaRef ds:uri="1790affa-1f64-4e58-8dd7-745390e575dd"/>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20FA39FA-C90B-44C5-8395-0F72C2D9FD12}">
  <ds:schemaRefs>
    <ds:schemaRef ds:uri="http://schemas.microsoft.com/sharepoint/v3/contenttype/forms"/>
  </ds:schemaRefs>
</ds:datastoreItem>
</file>

<file path=customXml/itemProps3.xml><?xml version="1.0" encoding="utf-8"?>
<ds:datastoreItem xmlns:ds="http://schemas.openxmlformats.org/officeDocument/2006/customXml" ds:itemID="{E6B7E796-D341-4AF2-8E4B-BF4B6E42C8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90affa-1f64-4e58-8dd7-745390e575dd"/>
    <ds:schemaRef ds:uri="5eaab4c3-db73-4b93-9200-350b498c50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4067</TotalTime>
  <Words>2166</Words>
  <Application>Microsoft Office PowerPoint</Application>
  <PresentationFormat>Widescreen</PresentationFormat>
  <Paragraphs>386</Paragraphs>
  <Slides>35</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Consolas</vt:lpstr>
      <vt:lpstr>Consolas (Body)</vt:lpstr>
      <vt:lpstr>Open Sans</vt:lpstr>
      <vt:lpstr>AAU PowerPoint</vt:lpstr>
      <vt:lpstr>Programmering 4</vt:lpstr>
      <vt:lpstr>Forslag til lærebog</vt:lpstr>
      <vt:lpstr>Sidste gang…</vt:lpstr>
      <vt:lpstr>Recap</vt:lpstr>
      <vt:lpstr>TTGO T-display</vt:lpstr>
      <vt:lpstr>Hvad er en token? - Mindste element</vt:lpstr>
      <vt:lpstr>Hvordan man laver et program </vt:lpstr>
      <vt:lpstr>Læringsmål idag</vt:lpstr>
      <vt:lpstr>Opgave: KS_what_we_know_esp32 (3 min, vi snakker om det)</vt:lpstr>
      <vt:lpstr>Opgave: KS_conditional_esp32 Conditional statements</vt:lpstr>
      <vt:lpstr>Dagen emne: Selektive kontrolstrukturer </vt:lpstr>
      <vt:lpstr>Selektive kontrolstrukturer </vt:lpstr>
      <vt:lpstr>Selection or  branching statements </vt:lpstr>
      <vt:lpstr>if &amp; if … else </vt:lpstr>
      <vt:lpstr>Hvad er den faktiske forskel mellem NULL og 0 (nul)?</vt:lpstr>
      <vt:lpstr>Et andet eksempel på anvendelsen af NULL</vt:lpstr>
      <vt:lpstr>if &amp; if … else </vt:lpstr>
      <vt:lpstr>Hvad er et flowchart? </vt:lpstr>
      <vt:lpstr>Flowchart symboler</vt:lpstr>
      <vt:lpstr>Eksempel på  Algoritme versus Pseudocode versus Flowchart</vt:lpstr>
      <vt:lpstr>Opgave: KS_what_happens The if statement</vt:lpstr>
      <vt:lpstr>switch-case</vt:lpstr>
      <vt:lpstr>switch-case (argc, argv) </vt:lpstr>
      <vt:lpstr>Opgave: p04_KS4</vt:lpstr>
      <vt:lpstr>Opgave: p04_KS4</vt:lpstr>
      <vt:lpstr>break</vt:lpstr>
      <vt:lpstr>continue</vt:lpstr>
      <vt:lpstr>goto</vt:lpstr>
      <vt:lpstr>Huskeregler</vt:lpstr>
      <vt:lpstr>Assignment Operators</vt:lpstr>
      <vt:lpstr>Relational Operators</vt:lpstr>
      <vt:lpstr>Logical Operators</vt:lpstr>
      <vt:lpstr>Opgaver</vt:lpstr>
      <vt:lpstr>Næste gang …</vt:lpstr>
      <vt:lpstr>yEd Graph Editor</vt:lpstr>
    </vt:vector>
  </TitlesOfParts>
  <Company>Aalborg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Søren Emil Søe Degn</dc:creator>
  <cp:lastModifiedBy>Martin Siemienski Andersen</cp:lastModifiedBy>
  <cp:revision>71</cp:revision>
  <cp:lastPrinted>2017-03-09T03:48:56Z</cp:lastPrinted>
  <dcterms:created xsi:type="dcterms:W3CDTF">2018-09-13T08:06:32Z</dcterms:created>
  <dcterms:modified xsi:type="dcterms:W3CDTF">2026-09-22T09:10:22Z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0x010100AB603C15142CBA48BA2B0D95E5145F8F</vt:lpwstr>
  </property>
</Properties>
</file>